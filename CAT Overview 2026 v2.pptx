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Override1.xml" ContentType="application/vnd.openxmlformats-officedocument.themeOverride+xml"/>
  <Override PartName="/ppt/theme/theme3.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724" r:id="rId2"/>
  </p:sldMasterIdLst>
  <p:notesMasterIdLst>
    <p:notesMasterId r:id="rId15"/>
  </p:notesMasterIdLst>
  <p:sldIdLst>
    <p:sldId id="2147483592" r:id="rId3"/>
    <p:sldId id="2147483597" r:id="rId4"/>
    <p:sldId id="2147483644" r:id="rId5"/>
    <p:sldId id="2147483645" r:id="rId6"/>
    <p:sldId id="2147483646" r:id="rId7"/>
    <p:sldId id="2147483647" r:id="rId8"/>
    <p:sldId id="265" r:id="rId9"/>
    <p:sldId id="2147483635" r:id="rId10"/>
    <p:sldId id="2147483600" r:id="rId11"/>
    <p:sldId id="2147483599" r:id="rId12"/>
    <p:sldId id="2147483641" r:id="rId13"/>
    <p:sldId id="214748364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6C1CEF2-6722-4378-9B0D-4C7502492908}">
          <p14:sldIdLst>
            <p14:sldId id="2147483592"/>
            <p14:sldId id="2147483597"/>
            <p14:sldId id="2147483644"/>
            <p14:sldId id="2147483645"/>
            <p14:sldId id="2147483646"/>
            <p14:sldId id="2147483647"/>
            <p14:sldId id="265"/>
            <p14:sldId id="2147483635"/>
            <p14:sldId id="2147483600"/>
            <p14:sldId id="2147483599"/>
            <p14:sldId id="2147483641"/>
            <p14:sldId id="214748364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D3C38"/>
    <a:srgbClr val="FBFAF5"/>
    <a:srgbClr val="D9F6FC"/>
    <a:srgbClr val="FCE3C3"/>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snapToGrid="0">
      <p:cViewPr varScale="1">
        <p:scale>
          <a:sx n="78" d="100"/>
          <a:sy n="78" d="100"/>
        </p:scale>
        <p:origin x="869"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customXml" Target="../customXml/item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BF47F6-EDF8-4DC7-BD83-752A2A4C5A0E}" type="datetimeFigureOut">
              <a:rPr lang="en-US" smtClean="0"/>
              <a:t>5/5/2026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45A71EE-14B6-4621-9D4C-D94712C28722}" type="slidenum">
              <a:rPr lang="en-US" smtClean="0"/>
              <a:t>‹#›</a:t>
            </a:fld>
            <a:endParaRPr lang="en-US"/>
          </a:p>
        </p:txBody>
      </p:sp>
    </p:spTree>
    <p:extLst>
      <p:ext uri="{BB962C8B-B14F-4D97-AF65-F5344CB8AC3E}">
        <p14:creationId xmlns:p14="http://schemas.microsoft.com/office/powerpoint/2010/main" val="11475113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D6D07B-76DF-4C18-AED9-1FDB27E3B9B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135094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82F5A-0A42-5B5C-E77A-EBC0F087E0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D5A276-9D8E-907D-34CB-18248784B8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104DCD-06FA-4BD6-26C5-8E08F77B5D2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7495D04-042F-E301-91D3-20C03D6B08FA}"/>
              </a:ext>
            </a:extLst>
          </p:cNvPr>
          <p:cNvSpPr>
            <a:spLocks noGrp="1"/>
          </p:cNvSpPr>
          <p:nvPr>
            <p:ph type="sldNum" sz="quarter" idx="5"/>
          </p:nvPr>
        </p:nvSpPr>
        <p:spPr/>
        <p:txBody>
          <a:bodyPr/>
          <a:lstStyle/>
          <a:p>
            <a:fld id="{2D5E816B-EE8A-4A59-BF27-832760D86835}" type="slidenum">
              <a:rPr lang="en-US" smtClean="0"/>
              <a:t>8</a:t>
            </a:fld>
            <a:endParaRPr lang="en-US"/>
          </a:p>
        </p:txBody>
      </p:sp>
    </p:spTree>
    <p:extLst>
      <p:ext uri="{BB962C8B-B14F-4D97-AF65-F5344CB8AC3E}">
        <p14:creationId xmlns:p14="http://schemas.microsoft.com/office/powerpoint/2010/main" val="8887963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2D5E816B-EE8A-4A59-BF27-832760D86835}" type="slidenum">
              <a:rPr lang="en-US" smtClean="0"/>
              <a:t>9</a:t>
            </a:fld>
            <a:endParaRPr lang="en-US"/>
          </a:p>
        </p:txBody>
      </p:sp>
    </p:spTree>
    <p:extLst>
      <p:ext uri="{BB962C8B-B14F-4D97-AF65-F5344CB8AC3E}">
        <p14:creationId xmlns:p14="http://schemas.microsoft.com/office/powerpoint/2010/main" val="29243932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0BC7E-55EB-1882-D14C-5E84A3847E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FD6AA5-C7E0-536C-67AE-32458FE02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FCB860-A819-A509-B60B-5647761D9FF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F980C35-090F-16E6-0C68-345113976CA9}"/>
              </a:ext>
            </a:extLst>
          </p:cNvPr>
          <p:cNvSpPr>
            <a:spLocks noGrp="1"/>
          </p:cNvSpPr>
          <p:nvPr>
            <p:ph type="sldNum" sz="quarter" idx="5"/>
          </p:nvPr>
        </p:nvSpPr>
        <p:spPr/>
        <p:txBody>
          <a:bodyPr/>
          <a:lstStyle/>
          <a:p>
            <a:fld id="{2D5E816B-EE8A-4A59-BF27-832760D86835}" type="slidenum">
              <a:rPr lang="en-US" smtClean="0"/>
              <a:t>11</a:t>
            </a:fld>
            <a:endParaRPr lang="en-US"/>
          </a:p>
        </p:txBody>
      </p:sp>
    </p:spTree>
    <p:extLst>
      <p:ext uri="{BB962C8B-B14F-4D97-AF65-F5344CB8AC3E}">
        <p14:creationId xmlns:p14="http://schemas.microsoft.com/office/powerpoint/2010/main" val="401845451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Instructio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3310477-1515-4A0A-A5E0-880E71B4E025}"/>
              </a:ext>
              <a:ext uri="{C183D7F6-B498-43B3-948B-1728B52AA6E4}">
                <adec:decorative xmlns:adec="http://schemas.microsoft.com/office/drawing/2017/decorative" val="1"/>
              </a:ext>
            </a:extLst>
          </p:cNvPr>
          <p:cNvSpPr/>
          <p:nvPr userDrawn="1"/>
        </p:nvSpPr>
        <p:spPr bwMode="gray">
          <a:xfrm>
            <a:off x="0" y="1"/>
            <a:ext cx="4556043" cy="6858002"/>
          </a:xfrm>
          <a:prstGeom prst="rect">
            <a:avLst/>
          </a:prstGeom>
          <a:solidFill>
            <a:srgbClr val="FBF9F4"/>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30677" tIns="65339" rIns="130677" bIns="65339" numCol="1" spcCol="0" rtlCol="0" fromWordArt="0" anchor="t" anchorCtr="0" forceAA="0" compatLnSpc="1">
            <a:prstTxWarp prst="textNoShape">
              <a:avLst/>
            </a:prstTxWarp>
            <a:noAutofit/>
          </a:bodyPr>
          <a:lstStyle/>
          <a:p>
            <a:pPr algn="ctr">
              <a:spcBef>
                <a:spcPts val="714"/>
              </a:spcBef>
            </a:pPr>
            <a:endParaRPr lang="en-US" sz="1429" dirty="0">
              <a:solidFill>
                <a:schemeClr val="bg1"/>
              </a:solidFill>
            </a:endParaRPr>
          </a:p>
        </p:txBody>
      </p:sp>
      <p:pic>
        <p:nvPicPr>
          <p:cNvPr id="23" name="Optum logo" descr="Optum">
            <a:extLst>
              <a:ext uri="{FF2B5EF4-FFF2-40B4-BE49-F238E27FC236}">
                <a16:creationId xmlns:a16="http://schemas.microsoft.com/office/drawing/2014/main" id="{33540F47-FA69-40F1-B951-BB6DF057FA97}"/>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824247" y="523904"/>
            <a:ext cx="2438884" cy="706174"/>
          </a:xfrm>
          <a:prstGeom prst="rect">
            <a:avLst/>
          </a:prstGeom>
        </p:spPr>
      </p:pic>
      <p:sp>
        <p:nvSpPr>
          <p:cNvPr id="8" name="TextBox 7">
            <a:extLst>
              <a:ext uri="{FF2B5EF4-FFF2-40B4-BE49-F238E27FC236}">
                <a16:creationId xmlns:a16="http://schemas.microsoft.com/office/drawing/2014/main" id="{144308BD-A2EF-404E-BE32-E7DA086E8C83}"/>
              </a:ext>
            </a:extLst>
          </p:cNvPr>
          <p:cNvSpPr txBox="1"/>
          <p:nvPr userDrawn="1"/>
        </p:nvSpPr>
        <p:spPr bwMode="gray">
          <a:xfrm>
            <a:off x="824247" y="2388377"/>
            <a:ext cx="3211725" cy="1384995"/>
          </a:xfrm>
          <a:prstGeom prst="rect">
            <a:avLst/>
          </a:prstGeom>
          <a:noFill/>
        </p:spPr>
        <p:txBody>
          <a:bodyPr wrap="square" lIns="0" tIns="0" rIns="0" bIns="0" rtlCol="0">
            <a:spAutoFit/>
          </a:bodyPr>
          <a:lstStyle/>
          <a:p>
            <a:pPr algn="l">
              <a:lnSpc>
                <a:spcPct val="90000"/>
              </a:lnSpc>
              <a:spcBef>
                <a:spcPts val="0"/>
              </a:spcBef>
            </a:pPr>
            <a:r>
              <a:rPr lang="en-US" sz="5000" b="0" spc="0" baseline="0" dirty="0">
                <a:solidFill>
                  <a:schemeClr val="tx1"/>
                </a:solidFill>
                <a:latin typeface="+mj-lt"/>
              </a:rPr>
              <a:t>On-screen template</a:t>
            </a:r>
          </a:p>
        </p:txBody>
      </p:sp>
      <p:sp>
        <p:nvSpPr>
          <p:cNvPr id="10" name="TextBox 9">
            <a:extLst>
              <a:ext uri="{FF2B5EF4-FFF2-40B4-BE49-F238E27FC236}">
                <a16:creationId xmlns:a16="http://schemas.microsoft.com/office/drawing/2014/main" id="{FD38DA28-EF8F-43D1-AD7F-CCB3640760DD}"/>
              </a:ext>
            </a:extLst>
          </p:cNvPr>
          <p:cNvSpPr txBox="1"/>
          <p:nvPr userDrawn="1"/>
        </p:nvSpPr>
        <p:spPr bwMode="gray">
          <a:xfrm>
            <a:off x="822196" y="4177368"/>
            <a:ext cx="3584240" cy="200055"/>
          </a:xfrm>
          <a:prstGeom prst="rect">
            <a:avLst/>
          </a:prstGeom>
          <a:noFill/>
        </p:spPr>
        <p:txBody>
          <a:bodyPr wrap="square" lIns="0" tIns="0" rIns="0" bIns="0" rtlCol="0">
            <a:spAutoFit/>
          </a:bodyPr>
          <a:lstStyle/>
          <a:p>
            <a:pPr algn="l">
              <a:spcBef>
                <a:spcPts val="714"/>
              </a:spcBef>
            </a:pPr>
            <a:r>
              <a:rPr lang="en-US" sz="1300" noProof="0" dirty="0">
                <a:solidFill>
                  <a:schemeClr val="tx1"/>
                </a:solidFill>
              </a:rPr>
              <a:t>Released December 2026</a:t>
            </a:r>
          </a:p>
        </p:txBody>
      </p:sp>
      <p:pic>
        <p:nvPicPr>
          <p:cNvPr id="5" name="Picture 15">
            <a:extLst>
              <a:ext uri="{FF2B5EF4-FFF2-40B4-BE49-F238E27FC236}">
                <a16:creationId xmlns:a16="http://schemas.microsoft.com/office/drawing/2014/main" id="{988C516D-72E0-1E11-8DEB-841DAEC518C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rcRect l="1572" r="1572"/>
          <a:stretch/>
        </p:blipFill>
        <p:spPr bwMode="gray">
          <a:xfrm>
            <a:off x="827390" y="4941778"/>
            <a:ext cx="585216" cy="604208"/>
          </a:xfrm>
          <a:prstGeom prst="rect">
            <a:avLst/>
          </a:prstGeom>
        </p:spPr>
      </p:pic>
      <p:sp>
        <p:nvSpPr>
          <p:cNvPr id="11" name="TextBox 10">
            <a:extLst>
              <a:ext uri="{FF2B5EF4-FFF2-40B4-BE49-F238E27FC236}">
                <a16:creationId xmlns:a16="http://schemas.microsoft.com/office/drawing/2014/main" id="{9145794E-DC8C-4B31-A9C2-C6C3CF44B391}"/>
              </a:ext>
            </a:extLst>
          </p:cNvPr>
          <p:cNvSpPr txBox="1"/>
          <p:nvPr userDrawn="1"/>
        </p:nvSpPr>
        <p:spPr bwMode="gray">
          <a:xfrm>
            <a:off x="822196" y="5589173"/>
            <a:ext cx="2834865" cy="507831"/>
          </a:xfrm>
          <a:prstGeom prst="rect">
            <a:avLst/>
          </a:prstGeom>
          <a:noFill/>
        </p:spPr>
        <p:txBody>
          <a:bodyPr wrap="square" lIns="0" tIns="0" rIns="0" bIns="0" rtlCol="0">
            <a:spAutoFit/>
          </a:bodyPr>
          <a:lstStyle/>
          <a:p>
            <a:pPr>
              <a:spcBef>
                <a:spcPts val="600"/>
              </a:spcBef>
            </a:pPr>
            <a:r>
              <a:rPr lang="en-US" sz="1100" b="1" dirty="0">
                <a:solidFill>
                  <a:schemeClr val="tx1"/>
                </a:solidFill>
              </a:rPr>
              <a:t>Reminder: </a:t>
            </a:r>
            <a:r>
              <a:rPr lang="en-US" sz="1100" dirty="0">
                <a:solidFill>
                  <a:schemeClr val="tx1"/>
                </a:solidFill>
              </a:rPr>
              <a:t>Download a new template from</a:t>
            </a:r>
            <a:br>
              <a:rPr lang="en-US" sz="1100" dirty="0">
                <a:solidFill>
                  <a:schemeClr val="tx1"/>
                </a:solidFill>
              </a:rPr>
            </a:br>
            <a:r>
              <a:rPr lang="en-US" sz="1100" dirty="0">
                <a:solidFill>
                  <a:schemeClr val="tx1"/>
                </a:solidFill>
              </a:rPr>
              <a:t>Optum Brand Center </a:t>
            </a:r>
            <a:r>
              <a:rPr lang="en-US" sz="1100" b="1" dirty="0">
                <a:solidFill>
                  <a:schemeClr val="tx1"/>
                </a:solidFill>
              </a:rPr>
              <a:t>each time</a:t>
            </a:r>
            <a:r>
              <a:rPr lang="en-US" sz="1100" dirty="0">
                <a:solidFill>
                  <a:schemeClr val="tx1"/>
                </a:solidFill>
              </a:rPr>
              <a:t> a document is started. Templates continuously evolve.</a:t>
            </a:r>
          </a:p>
        </p:txBody>
      </p:sp>
      <p:pic>
        <p:nvPicPr>
          <p:cNvPr id="3" name="Picture 2">
            <a:extLst>
              <a:ext uri="{FF2B5EF4-FFF2-40B4-BE49-F238E27FC236}">
                <a16:creationId xmlns:a16="http://schemas.microsoft.com/office/drawing/2014/main" id="{EB8C1BEC-5C50-EC82-6813-2CCF2BF25A5A}"/>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rcRect l="29" r="29"/>
          <a:stretch/>
        </p:blipFill>
        <p:spPr bwMode="gray">
          <a:xfrm>
            <a:off x="5121967" y="525529"/>
            <a:ext cx="6609434" cy="3720283"/>
          </a:xfrm>
          <a:prstGeom prst="rect">
            <a:avLst/>
          </a:prstGeom>
          <a:ln w="6350">
            <a:solidFill>
              <a:schemeClr val="accent2"/>
            </a:solidFill>
          </a:ln>
        </p:spPr>
      </p:pic>
      <p:pic>
        <p:nvPicPr>
          <p:cNvPr id="18" name="Picture 17">
            <a:extLst>
              <a:ext uri="{FF2B5EF4-FFF2-40B4-BE49-F238E27FC236}">
                <a16:creationId xmlns:a16="http://schemas.microsoft.com/office/drawing/2014/main" id="{0B9B688F-3869-4ECE-BE40-DE3ADDF3F073}"/>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l="134" r="134"/>
          <a:stretch/>
        </p:blipFill>
        <p:spPr bwMode="gray">
          <a:xfrm>
            <a:off x="5122888" y="4245508"/>
            <a:ext cx="3298222" cy="1857119"/>
          </a:xfrm>
          <a:prstGeom prst="rect">
            <a:avLst/>
          </a:prstGeom>
          <a:ln w="6350">
            <a:solidFill>
              <a:schemeClr val="accent2"/>
            </a:solidFill>
          </a:ln>
        </p:spPr>
      </p:pic>
      <p:pic>
        <p:nvPicPr>
          <p:cNvPr id="4" name="Picture 3">
            <a:extLst>
              <a:ext uri="{FF2B5EF4-FFF2-40B4-BE49-F238E27FC236}">
                <a16:creationId xmlns:a16="http://schemas.microsoft.com/office/drawing/2014/main" id="{11A66DFB-0BA7-42B4-63AA-F29DED25E097}"/>
              </a:ext>
              <a:ext uri="{C183D7F6-B498-43B3-948B-1728B52AA6E4}">
                <adec:decorative xmlns:adec="http://schemas.microsoft.com/office/drawing/2017/decorative" val="1"/>
              </a:ext>
            </a:extLst>
          </p:cNvPr>
          <p:cNvPicPr>
            <a:picLocks noChangeAspect="1"/>
          </p:cNvPicPr>
          <p:nvPr userDrawn="1"/>
        </p:nvPicPr>
        <p:blipFill>
          <a:blip r:embed="rId6">
            <a:extLst>
              <a:ext uri="{28A0092B-C50C-407E-A947-70E740481C1C}">
                <a14:useLocalDpi xmlns:a14="http://schemas.microsoft.com/office/drawing/2010/main" val="0"/>
              </a:ext>
            </a:extLst>
          </a:blip>
          <a:srcRect l="24" r="24"/>
          <a:stretch/>
        </p:blipFill>
        <p:spPr bwMode="gray">
          <a:xfrm>
            <a:off x="8421497" y="4245508"/>
            <a:ext cx="3309903" cy="1859623"/>
          </a:xfrm>
          <a:prstGeom prst="rect">
            <a:avLst/>
          </a:prstGeom>
          <a:ln w="6350">
            <a:solidFill>
              <a:schemeClr val="accent2"/>
            </a:solidFill>
          </a:ln>
        </p:spPr>
      </p:pic>
    </p:spTree>
    <p:extLst>
      <p:ext uri="{BB962C8B-B14F-4D97-AF65-F5344CB8AC3E}">
        <p14:creationId xmlns:p14="http://schemas.microsoft.com/office/powerpoint/2010/main" val="38650840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 ___ ">
    <p:bg bwMode="gray">
      <p:bgPr>
        <a:solidFill>
          <a:srgbClr val="7030A0"/>
        </a:solidFill>
        <a:effectLst/>
      </p:bgPr>
    </p:bg>
    <p:spTree>
      <p:nvGrpSpPr>
        <p:cNvPr id="1" name=""/>
        <p:cNvGrpSpPr/>
        <p:nvPr/>
      </p:nvGrpSpPr>
      <p:grpSpPr>
        <a:xfrm>
          <a:off x="0" y="0"/>
          <a:ext cx="0" cy="0"/>
          <a:chOff x="0" y="0"/>
          <a:chExt cx="0" cy="0"/>
        </a:xfrm>
      </p:grpSpPr>
      <p:sp>
        <p:nvSpPr>
          <p:cNvPr id="11" name="TextBox 1">
            <a:extLst>
              <a:ext uri="{FF2B5EF4-FFF2-40B4-BE49-F238E27FC236}">
                <a16:creationId xmlns:a16="http://schemas.microsoft.com/office/drawing/2014/main" id="{43EA1280-EBAC-4C3E-A925-EA7813219784}"/>
              </a:ext>
            </a:extLst>
          </p:cNvPr>
          <p:cNvSpPr txBox="1"/>
          <p:nvPr userDrawn="1"/>
        </p:nvSpPr>
        <p:spPr bwMode="gray">
          <a:xfrm>
            <a:off x="742998" y="2390254"/>
            <a:ext cx="9891327" cy="2077492"/>
          </a:xfrm>
          <a:prstGeom prst="rect">
            <a:avLst/>
          </a:prstGeom>
          <a:noFill/>
        </p:spPr>
        <p:txBody>
          <a:bodyPr wrap="square" lIns="0" tIns="0" rIns="0" bIns="0" rtlCol="0">
            <a:spAutoFit/>
          </a:bodyPr>
          <a:lstStyle/>
          <a:p>
            <a:pPr>
              <a:lnSpc>
                <a:spcPct val="90000"/>
              </a:lnSpc>
              <a:spcBef>
                <a:spcPts val="0"/>
              </a:spcBef>
            </a:pPr>
            <a:r>
              <a:rPr lang="en-US" sz="15000" b="1" dirty="0">
                <a:solidFill>
                  <a:schemeClr val="bg1"/>
                </a:solidFill>
              </a:rPr>
              <a:t>Covers</a:t>
            </a:r>
          </a:p>
        </p:txBody>
      </p:sp>
      <p:cxnSp>
        <p:nvCxnSpPr>
          <p:cNvPr id="10" name="Arrow">
            <a:extLst>
              <a:ext uri="{FF2B5EF4-FFF2-40B4-BE49-F238E27FC236}">
                <a16:creationId xmlns:a16="http://schemas.microsoft.com/office/drawing/2014/main" id="{D7EC898B-19BB-48BB-BC12-6D8AA83D7AD6}"/>
              </a:ext>
              <a:ext uri="{C183D7F6-B498-43B3-948B-1728B52AA6E4}">
                <adec:decorative xmlns:adec="http://schemas.microsoft.com/office/drawing/2017/decorative" val="1"/>
              </a:ext>
            </a:extLst>
          </p:cNvPr>
          <p:cNvCxnSpPr>
            <a:cxnSpLocks/>
          </p:cNvCxnSpPr>
          <p:nvPr userDrawn="1"/>
        </p:nvCxnSpPr>
        <p:spPr bwMode="gray">
          <a:xfrm>
            <a:off x="9497148" y="3429000"/>
            <a:ext cx="1951854" cy="0"/>
          </a:xfrm>
          <a:prstGeom prst="line">
            <a:avLst/>
          </a:prstGeom>
          <a:ln w="317500" cap="rnd">
            <a:solidFill>
              <a:schemeClr val="bg1"/>
            </a:solidFill>
            <a:round/>
            <a:tailEnd type="arrow" w="lg"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98950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p:bg>
      <p:bgRef idx="1001">
        <a:schemeClr val="bg1"/>
      </p:bgRef>
    </p:bg>
    <p:spTree>
      <p:nvGrpSpPr>
        <p:cNvPr id="1" name=""/>
        <p:cNvGrpSpPr/>
        <p:nvPr/>
      </p:nvGrpSpPr>
      <p:grpSpPr>
        <a:xfrm>
          <a:off x="0" y="0"/>
          <a:ext cx="0" cy="0"/>
          <a:chOff x="0" y="0"/>
          <a:chExt cx="0" cy="0"/>
        </a:xfrm>
      </p:grpSpPr>
      <p:pic>
        <p:nvPicPr>
          <p:cNvPr id="14" name="Effervescent Os">
            <a:extLst>
              <a:ext uri="{FF2B5EF4-FFF2-40B4-BE49-F238E27FC236}">
                <a16:creationId xmlns:a16="http://schemas.microsoft.com/office/drawing/2014/main" id="{D1C60B49-87D9-5317-CAB6-BAA4F3ABDFC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gray">
          <a:xfrm>
            <a:off x="0" y="0"/>
            <a:ext cx="12192000" cy="6858000"/>
          </a:xfrm>
          <a:prstGeom prst="rect">
            <a:avLst/>
          </a:prstGeom>
        </p:spPr>
      </p:pic>
      <p:pic>
        <p:nvPicPr>
          <p:cNvPr id="19" name="Optum Logo" descr="Optum">
            <a:extLst>
              <a:ext uri="{FF2B5EF4-FFF2-40B4-BE49-F238E27FC236}">
                <a16:creationId xmlns:a16="http://schemas.microsoft.com/office/drawing/2014/main" id="{EA1167EF-E311-C282-E3BA-7E1A3F1F9C67}"/>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gray">
          <a:xfrm>
            <a:off x="2181661" y="860296"/>
            <a:ext cx="1913130" cy="553943"/>
          </a:xfrm>
          <a:prstGeom prst="rect">
            <a:avLst/>
          </a:prstGeom>
        </p:spPr>
      </p:pic>
      <p:sp>
        <p:nvSpPr>
          <p:cNvPr id="2" name="Title">
            <a:extLst>
              <a:ext uri="{FF2B5EF4-FFF2-40B4-BE49-F238E27FC236}">
                <a16:creationId xmlns:a16="http://schemas.microsoft.com/office/drawing/2014/main" id="{59CA19A5-5525-4A37-AEE4-E2ED4BB950D4}"/>
              </a:ext>
            </a:extLst>
          </p:cNvPr>
          <p:cNvSpPr>
            <a:spLocks noGrp="1"/>
          </p:cNvSpPr>
          <p:nvPr>
            <p:ph type="title" hasCustomPrompt="1"/>
          </p:nvPr>
        </p:nvSpPr>
        <p:spPr bwMode="gray">
          <a:xfrm>
            <a:off x="2187967" y="2193123"/>
            <a:ext cx="7772400" cy="1661993"/>
          </a:xfrm>
        </p:spPr>
        <p:txBody>
          <a:bodyPr anchor="b"/>
          <a:lstStyle>
            <a:lvl1pPr>
              <a:defRPr sz="6000" b="0" spc="0" baseline="0">
                <a:solidFill>
                  <a:schemeClr val="tx1"/>
                </a:solidFill>
              </a:defRPr>
            </a:lvl1pPr>
          </a:lstStyle>
          <a:p>
            <a:r>
              <a:rPr lang="en-US" dirty="0"/>
              <a:t>Insightful presentation title (max. 2 lines)</a:t>
            </a:r>
          </a:p>
        </p:txBody>
      </p:sp>
      <p:sp>
        <p:nvSpPr>
          <p:cNvPr id="16" name="Subtitle Placeholder">
            <a:extLst>
              <a:ext uri="{FF2B5EF4-FFF2-40B4-BE49-F238E27FC236}">
                <a16:creationId xmlns:a16="http://schemas.microsoft.com/office/drawing/2014/main" id="{2E03F862-177D-4A2A-BB03-60A40298232B}"/>
              </a:ext>
            </a:extLst>
          </p:cNvPr>
          <p:cNvSpPr>
            <a:spLocks noGrp="1"/>
          </p:cNvSpPr>
          <p:nvPr>
            <p:ph type="body" sz="quarter" idx="10" hasCustomPrompt="1"/>
          </p:nvPr>
        </p:nvSpPr>
        <p:spPr bwMode="gray">
          <a:xfrm>
            <a:off x="2187967" y="4125732"/>
            <a:ext cx="4572000" cy="553998"/>
          </a:xfrm>
        </p:spPr>
        <p:txBody>
          <a:bodyPr wrap="square">
            <a:spAutoFit/>
          </a:bodyPr>
          <a:lstStyle>
            <a:lvl1pPr marL="0" indent="0">
              <a:spcBef>
                <a:spcPts val="0"/>
              </a:spcBef>
              <a:buFont typeface="Arial" panose="020B0604020202020204" pitchFamily="34" charset="0"/>
              <a:buNone/>
              <a:defRPr sz="1800" b="0">
                <a:solidFill>
                  <a:schemeClr val="tx1"/>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dirty="0"/>
              <a:t>Presentation subtitle (optional); Arial 18pt, sentence case, max. 2 lines</a:t>
            </a:r>
          </a:p>
        </p:txBody>
      </p:sp>
      <p:sp>
        <p:nvSpPr>
          <p:cNvPr id="17" name="Presentation Date Placeholder">
            <a:extLst>
              <a:ext uri="{FF2B5EF4-FFF2-40B4-BE49-F238E27FC236}">
                <a16:creationId xmlns:a16="http://schemas.microsoft.com/office/drawing/2014/main" id="{798BE44C-881B-41C4-90ED-E3EADCC7440A}"/>
              </a:ext>
            </a:extLst>
          </p:cNvPr>
          <p:cNvSpPr>
            <a:spLocks noGrp="1"/>
          </p:cNvSpPr>
          <p:nvPr>
            <p:ph type="body" sz="quarter" idx="11" hasCustomPrompt="1"/>
          </p:nvPr>
        </p:nvSpPr>
        <p:spPr bwMode="gray">
          <a:xfrm>
            <a:off x="2187967" y="5334953"/>
            <a:ext cx="4572000" cy="215444"/>
          </a:xfrm>
        </p:spPr>
        <p:txBody>
          <a:bodyPr wrap="square" anchor="b">
            <a:spAutoFit/>
          </a:bodyPr>
          <a:lstStyle>
            <a:lvl1pPr marL="0" indent="0">
              <a:spcBef>
                <a:spcPts val="0"/>
              </a:spcBef>
              <a:buFont typeface="Arial" panose="020B0604020202020204" pitchFamily="34" charset="0"/>
              <a:buNone/>
              <a:defRPr sz="1400" b="0">
                <a:solidFill>
                  <a:schemeClr val="tx1"/>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dirty="0"/>
              <a:t>Month DD, YYYY (May also be location or speaker)</a:t>
            </a:r>
          </a:p>
        </p:txBody>
      </p:sp>
      <p:sp>
        <p:nvSpPr>
          <p:cNvPr id="6" name="Date Placeholder">
            <a:extLst>
              <a:ext uri="{FF2B5EF4-FFF2-40B4-BE49-F238E27FC236}">
                <a16:creationId xmlns:a16="http://schemas.microsoft.com/office/drawing/2014/main" id="{E23FAE9B-982D-41B9-BBD2-74E842A46071}"/>
              </a:ext>
            </a:extLst>
          </p:cNvPr>
          <p:cNvSpPr>
            <a:spLocks noGrp="1"/>
          </p:cNvSpPr>
          <p:nvPr>
            <p:ph type="dt" sz="half" idx="12"/>
          </p:nvPr>
        </p:nvSpPr>
        <p:spPr bwMode="gray"/>
        <p:txBody>
          <a:bodyPr/>
          <a:lstStyle/>
          <a:p>
            <a:fld id="{3AAC60EB-BBC2-4CF0-860A-8D4A91284465}" type="datetime1">
              <a:rPr lang="en-US" smtClean="0"/>
              <a:t>5/5/2026</a:t>
            </a:fld>
            <a:endParaRPr lang="en-US" dirty="0"/>
          </a:p>
        </p:txBody>
      </p:sp>
      <p:sp>
        <p:nvSpPr>
          <p:cNvPr id="7" name="Footer Placeholder">
            <a:extLst>
              <a:ext uri="{FF2B5EF4-FFF2-40B4-BE49-F238E27FC236}">
                <a16:creationId xmlns:a16="http://schemas.microsoft.com/office/drawing/2014/main" id="{0E8CE9CD-F45B-421B-99EE-E365E024903C}"/>
              </a:ext>
            </a:extLst>
          </p:cNvPr>
          <p:cNvSpPr>
            <a:spLocks noGrp="1"/>
          </p:cNvSpPr>
          <p:nvPr>
            <p:ph type="ftr" sz="quarter" idx="13"/>
          </p:nvPr>
        </p:nvSpPr>
        <p:spPr bwMode="gray"/>
        <p:txBody>
          <a:bodyPr/>
          <a:lstStyle/>
          <a:p>
            <a:r>
              <a:rPr lang="en-US" dirty="0"/>
              <a:t>Confidential property of Optum. Do not distribute or reproduce without express permission from Optum.</a:t>
            </a:r>
          </a:p>
        </p:txBody>
      </p:sp>
      <p:sp>
        <p:nvSpPr>
          <p:cNvPr id="8" name="Slide Number Placeholder">
            <a:extLst>
              <a:ext uri="{FF2B5EF4-FFF2-40B4-BE49-F238E27FC236}">
                <a16:creationId xmlns:a16="http://schemas.microsoft.com/office/drawing/2014/main" id="{1E1DF904-338B-407E-A788-88865DF5B781}"/>
              </a:ext>
            </a:extLst>
          </p:cNvPr>
          <p:cNvSpPr>
            <a:spLocks noGrp="1"/>
          </p:cNvSpPr>
          <p:nvPr>
            <p:ph type="sldNum" sz="quarter" idx="14"/>
          </p:nvPr>
        </p:nvSpPr>
        <p:spPr bwMode="gray"/>
        <p:txBody>
          <a:bodyPr/>
          <a:lstStyle/>
          <a:p>
            <a:fld id="{03805D93-7D4B-4CBC-BABC-3A8AC08CB7F4}" type="slidenum">
              <a:rPr lang="en-US" smtClean="0"/>
              <a:pPr/>
              <a:t>‹#›</a:t>
            </a:fld>
            <a:endParaRPr lang="en-US" dirty="0"/>
          </a:p>
        </p:txBody>
      </p:sp>
    </p:spTree>
    <p:extLst>
      <p:ext uri="{BB962C8B-B14F-4D97-AF65-F5344CB8AC3E}">
        <p14:creationId xmlns:p14="http://schemas.microsoft.com/office/powerpoint/2010/main" val="133878682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1368">
          <p15:clr>
            <a:srgbClr val="5ACBF0"/>
          </p15:clr>
        </p15:guide>
        <p15:guide id="3" orient="horz" pos="2431">
          <p15:clr>
            <a:srgbClr val="5ACBF0"/>
          </p15:clr>
        </p15:guide>
        <p15:guide id="4" orient="horz" pos="2590">
          <p15:clr>
            <a:srgbClr val="5ACBF0"/>
          </p15:clr>
        </p15:guide>
        <p15:guide id="5" pos="6280">
          <p15:clr>
            <a:srgbClr val="5ACBF0"/>
          </p15:clr>
        </p15:guide>
        <p15:guide id="6" pos="4260">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 02">
    <p:bg>
      <p:bgRef idx="1001">
        <a:schemeClr val="bg1"/>
      </p:bgRef>
    </p:bg>
    <p:spTree>
      <p:nvGrpSpPr>
        <p:cNvPr id="1" name=""/>
        <p:cNvGrpSpPr/>
        <p:nvPr/>
      </p:nvGrpSpPr>
      <p:grpSpPr>
        <a:xfrm>
          <a:off x="0" y="0"/>
          <a:ext cx="0" cy="0"/>
          <a:chOff x="0" y="0"/>
          <a:chExt cx="0" cy="0"/>
        </a:xfrm>
      </p:grpSpPr>
      <p:pic>
        <p:nvPicPr>
          <p:cNvPr id="5" name="Optum Logo" descr="Optum">
            <a:extLst>
              <a:ext uri="{FF2B5EF4-FFF2-40B4-BE49-F238E27FC236}">
                <a16:creationId xmlns:a16="http://schemas.microsoft.com/office/drawing/2014/main" id="{DF18BD8F-34A2-D1E4-F62D-FAB96200D9D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gray">
          <a:xfrm>
            <a:off x="0" y="0"/>
            <a:ext cx="1956816" cy="6858000"/>
          </a:xfrm>
          <a:prstGeom prst="rect">
            <a:avLst/>
          </a:prstGeom>
        </p:spPr>
      </p:pic>
      <p:sp>
        <p:nvSpPr>
          <p:cNvPr id="2" name="Title">
            <a:extLst>
              <a:ext uri="{FF2B5EF4-FFF2-40B4-BE49-F238E27FC236}">
                <a16:creationId xmlns:a16="http://schemas.microsoft.com/office/drawing/2014/main" id="{59CA19A5-5525-4A37-AEE4-E2ED4BB950D4}"/>
              </a:ext>
            </a:extLst>
          </p:cNvPr>
          <p:cNvSpPr>
            <a:spLocks noGrp="1"/>
          </p:cNvSpPr>
          <p:nvPr>
            <p:ph type="title" hasCustomPrompt="1"/>
          </p:nvPr>
        </p:nvSpPr>
        <p:spPr bwMode="gray">
          <a:xfrm>
            <a:off x="2797608" y="1614065"/>
            <a:ext cx="7772400" cy="1661993"/>
          </a:xfrm>
        </p:spPr>
        <p:txBody>
          <a:bodyPr anchor="b"/>
          <a:lstStyle>
            <a:lvl1pPr>
              <a:defRPr sz="6000" b="0" spc="0" baseline="0">
                <a:solidFill>
                  <a:schemeClr val="tx1"/>
                </a:solidFill>
              </a:defRPr>
            </a:lvl1pPr>
          </a:lstStyle>
          <a:p>
            <a:r>
              <a:rPr lang="en-US" dirty="0"/>
              <a:t>Insightful presentation title (max. 2 lines)</a:t>
            </a:r>
          </a:p>
        </p:txBody>
      </p:sp>
      <p:sp>
        <p:nvSpPr>
          <p:cNvPr id="16" name="Subtitle Placeholder">
            <a:extLst>
              <a:ext uri="{FF2B5EF4-FFF2-40B4-BE49-F238E27FC236}">
                <a16:creationId xmlns:a16="http://schemas.microsoft.com/office/drawing/2014/main" id="{2E03F862-177D-4A2A-BB03-60A40298232B}"/>
              </a:ext>
            </a:extLst>
          </p:cNvPr>
          <p:cNvSpPr>
            <a:spLocks noGrp="1"/>
          </p:cNvSpPr>
          <p:nvPr>
            <p:ph type="body" sz="quarter" idx="10" hasCustomPrompt="1"/>
          </p:nvPr>
        </p:nvSpPr>
        <p:spPr bwMode="gray">
          <a:xfrm>
            <a:off x="2797608" y="3478603"/>
            <a:ext cx="5943600" cy="553998"/>
          </a:xfrm>
        </p:spPr>
        <p:txBody>
          <a:bodyPr wrap="square">
            <a:spAutoFit/>
          </a:bodyPr>
          <a:lstStyle>
            <a:lvl1pPr marL="0" indent="0">
              <a:spcBef>
                <a:spcPts val="0"/>
              </a:spcBef>
              <a:buFont typeface="Arial" panose="020B0604020202020204" pitchFamily="34" charset="0"/>
              <a:buNone/>
              <a:defRPr sz="1800" b="0">
                <a:solidFill>
                  <a:schemeClr val="tx1"/>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dirty="0"/>
              <a:t>Presentation subtitle (optional); Arial 18pt, sentence case, max. 3 lines</a:t>
            </a:r>
          </a:p>
        </p:txBody>
      </p:sp>
      <p:cxnSp>
        <p:nvCxnSpPr>
          <p:cNvPr id="4" name="Stroke">
            <a:extLst>
              <a:ext uri="{FF2B5EF4-FFF2-40B4-BE49-F238E27FC236}">
                <a16:creationId xmlns:a16="http://schemas.microsoft.com/office/drawing/2014/main" id="{8B021B3E-53AB-AF1F-C247-0412E9A1F2D9}"/>
              </a:ext>
              <a:ext uri="{C183D7F6-B498-43B3-948B-1728B52AA6E4}">
                <adec:decorative xmlns:adec="http://schemas.microsoft.com/office/drawing/2017/decorative" val="1"/>
              </a:ext>
            </a:extLst>
          </p:cNvPr>
          <p:cNvCxnSpPr>
            <a:cxnSpLocks/>
          </p:cNvCxnSpPr>
          <p:nvPr userDrawn="1"/>
        </p:nvCxnSpPr>
        <p:spPr bwMode="gray">
          <a:xfrm>
            <a:off x="2797608" y="4654602"/>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17" name="Presentation Date Placeholder">
            <a:extLst>
              <a:ext uri="{FF2B5EF4-FFF2-40B4-BE49-F238E27FC236}">
                <a16:creationId xmlns:a16="http://schemas.microsoft.com/office/drawing/2014/main" id="{798BE44C-881B-41C4-90ED-E3EADCC7440A}"/>
              </a:ext>
            </a:extLst>
          </p:cNvPr>
          <p:cNvSpPr>
            <a:spLocks noGrp="1"/>
          </p:cNvSpPr>
          <p:nvPr>
            <p:ph type="body" sz="quarter" idx="11" hasCustomPrompt="1"/>
          </p:nvPr>
        </p:nvSpPr>
        <p:spPr bwMode="gray">
          <a:xfrm>
            <a:off x="2797608" y="4993156"/>
            <a:ext cx="5943600" cy="215444"/>
          </a:xfrm>
        </p:spPr>
        <p:txBody>
          <a:bodyPr wrap="square" anchor="b">
            <a:spAutoFit/>
          </a:bodyPr>
          <a:lstStyle>
            <a:lvl1pPr marL="0" indent="0">
              <a:spcBef>
                <a:spcPts val="0"/>
              </a:spcBef>
              <a:buFont typeface="Arial" panose="020B0604020202020204" pitchFamily="34" charset="0"/>
              <a:buNone/>
              <a:defRPr sz="1400" b="0">
                <a:solidFill>
                  <a:schemeClr val="tx1"/>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dirty="0"/>
              <a:t>Month DD, YYYY (May also be location or speaker)</a:t>
            </a:r>
          </a:p>
        </p:txBody>
      </p:sp>
      <p:sp>
        <p:nvSpPr>
          <p:cNvPr id="6" name="Date Placeholder">
            <a:extLst>
              <a:ext uri="{FF2B5EF4-FFF2-40B4-BE49-F238E27FC236}">
                <a16:creationId xmlns:a16="http://schemas.microsoft.com/office/drawing/2014/main" id="{E23FAE9B-982D-41B9-BBD2-74E842A46071}"/>
              </a:ext>
            </a:extLst>
          </p:cNvPr>
          <p:cNvSpPr>
            <a:spLocks noGrp="1"/>
          </p:cNvSpPr>
          <p:nvPr>
            <p:ph type="dt" sz="half" idx="12"/>
          </p:nvPr>
        </p:nvSpPr>
        <p:spPr bwMode="gray"/>
        <p:txBody>
          <a:bodyPr/>
          <a:lstStyle/>
          <a:p>
            <a:fld id="{3AAC60EB-BBC2-4CF0-860A-8D4A91284465}" type="datetime1">
              <a:rPr lang="en-US" smtClean="0"/>
              <a:t>5/5/2026</a:t>
            </a:fld>
            <a:endParaRPr lang="en-US" dirty="0"/>
          </a:p>
        </p:txBody>
      </p:sp>
      <p:sp>
        <p:nvSpPr>
          <p:cNvPr id="7" name="Footer Placeholder">
            <a:extLst>
              <a:ext uri="{FF2B5EF4-FFF2-40B4-BE49-F238E27FC236}">
                <a16:creationId xmlns:a16="http://schemas.microsoft.com/office/drawing/2014/main" id="{0E8CE9CD-F45B-421B-99EE-E365E024903C}"/>
              </a:ext>
            </a:extLst>
          </p:cNvPr>
          <p:cNvSpPr>
            <a:spLocks noGrp="1"/>
          </p:cNvSpPr>
          <p:nvPr>
            <p:ph type="ftr" sz="quarter" idx="13"/>
          </p:nvPr>
        </p:nvSpPr>
        <p:spPr bwMode="gray"/>
        <p:txBody>
          <a:bodyPr/>
          <a:lstStyle/>
          <a:p>
            <a:r>
              <a:rPr lang="en-US" dirty="0"/>
              <a:t>Confidential property of Optum. Do not distribute or reproduce without express permission from Optum.</a:t>
            </a:r>
          </a:p>
        </p:txBody>
      </p:sp>
      <p:sp>
        <p:nvSpPr>
          <p:cNvPr id="8" name="Slide Number Placeholder">
            <a:extLst>
              <a:ext uri="{FF2B5EF4-FFF2-40B4-BE49-F238E27FC236}">
                <a16:creationId xmlns:a16="http://schemas.microsoft.com/office/drawing/2014/main" id="{1E1DF904-338B-407E-A788-88865DF5B781}"/>
              </a:ext>
            </a:extLst>
          </p:cNvPr>
          <p:cNvSpPr>
            <a:spLocks noGrp="1"/>
          </p:cNvSpPr>
          <p:nvPr>
            <p:ph type="sldNum" sz="quarter" idx="14"/>
          </p:nvPr>
        </p:nvSpPr>
        <p:spPr bwMode="gray"/>
        <p:txBody>
          <a:bodyPr/>
          <a:lstStyle/>
          <a:p>
            <a:fld id="{03805D93-7D4B-4CBC-BABC-3A8AC08CB7F4}" type="slidenum">
              <a:rPr lang="en-US" smtClean="0"/>
              <a:pPr/>
              <a:t>‹#›</a:t>
            </a:fld>
            <a:endParaRPr lang="en-US" dirty="0"/>
          </a:p>
        </p:txBody>
      </p:sp>
    </p:spTree>
    <p:extLst>
      <p:ext uri="{BB962C8B-B14F-4D97-AF65-F5344CB8AC3E}">
        <p14:creationId xmlns:p14="http://schemas.microsoft.com/office/powerpoint/2010/main" val="239692377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1752">
          <p15:clr>
            <a:srgbClr val="5ACBF0"/>
          </p15:clr>
        </p15:guide>
        <p15:guide id="3" orient="horz" pos="2068">
          <p15:clr>
            <a:srgbClr val="5ACBF0"/>
          </p15:clr>
        </p15:guide>
        <p15:guide id="4" orient="horz" pos="2180">
          <p15:clr>
            <a:srgbClr val="5ACBF0"/>
          </p15:clr>
        </p15:guide>
        <p15:guide id="5" pos="6666">
          <p15:clr>
            <a:srgbClr val="5ACBF0"/>
          </p15:clr>
        </p15:guide>
        <p15:guide id="6" pos="5514">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ver 03">
    <p:bg>
      <p:bgPr>
        <a:solidFill>
          <a:schemeClr val="bg2"/>
        </a:solidFill>
        <a:effectLst/>
      </p:bgPr>
    </p:bg>
    <p:spTree>
      <p:nvGrpSpPr>
        <p:cNvPr id="1" name=""/>
        <p:cNvGrpSpPr/>
        <p:nvPr/>
      </p:nvGrpSpPr>
      <p:grpSpPr>
        <a:xfrm>
          <a:off x="0" y="0"/>
          <a:ext cx="0" cy="0"/>
          <a:chOff x="0" y="0"/>
          <a:chExt cx="0" cy="0"/>
        </a:xfrm>
      </p:grpSpPr>
      <p:grpSp>
        <p:nvGrpSpPr>
          <p:cNvPr id="20" name="Stadium and circles">
            <a:extLst>
              <a:ext uri="{FF2B5EF4-FFF2-40B4-BE49-F238E27FC236}">
                <a16:creationId xmlns:a16="http://schemas.microsoft.com/office/drawing/2014/main" id="{23BC9AAE-0BEC-DEC5-9E59-ABD1E467B4DF}"/>
              </a:ext>
              <a:ext uri="{C183D7F6-B498-43B3-948B-1728B52AA6E4}">
                <adec:decorative xmlns:adec="http://schemas.microsoft.com/office/drawing/2017/decorative" val="1"/>
              </a:ext>
            </a:extLst>
          </p:cNvPr>
          <p:cNvGrpSpPr/>
          <p:nvPr userDrawn="1"/>
        </p:nvGrpSpPr>
        <p:grpSpPr bwMode="gray">
          <a:xfrm>
            <a:off x="6377781" y="552369"/>
            <a:ext cx="5814219" cy="5797909"/>
            <a:chOff x="6377781" y="552369"/>
            <a:chExt cx="5814219" cy="5797909"/>
          </a:xfrm>
        </p:grpSpPr>
        <p:sp>
          <p:nvSpPr>
            <p:cNvPr id="36" name="Oval 35">
              <a:extLst>
                <a:ext uri="{FF2B5EF4-FFF2-40B4-BE49-F238E27FC236}">
                  <a16:creationId xmlns:a16="http://schemas.microsoft.com/office/drawing/2014/main" id="{F89AB704-FC51-EB86-838F-E814A0310B37}"/>
                </a:ext>
              </a:extLst>
            </p:cNvPr>
            <p:cNvSpPr/>
            <p:nvPr userDrawn="1"/>
          </p:nvSpPr>
          <p:spPr bwMode="gray">
            <a:xfrm>
              <a:off x="9869185" y="5188990"/>
              <a:ext cx="1159423" cy="1159423"/>
            </a:xfrm>
            <a:prstGeom prst="ellipse">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37" name="Rectangle: Rounded Corners 36">
              <a:extLst>
                <a:ext uri="{FF2B5EF4-FFF2-40B4-BE49-F238E27FC236}">
                  <a16:creationId xmlns:a16="http://schemas.microsoft.com/office/drawing/2014/main" id="{4842FE88-32AA-5F17-A770-3F78643AAEC7}"/>
                </a:ext>
              </a:extLst>
            </p:cNvPr>
            <p:cNvSpPr/>
            <p:nvPr userDrawn="1"/>
          </p:nvSpPr>
          <p:spPr bwMode="gray">
            <a:xfrm>
              <a:off x="6377781" y="5188990"/>
              <a:ext cx="3493785" cy="1161288"/>
            </a:xfrm>
            <a:prstGeom prst="roundRect">
              <a:avLst>
                <a:gd name="adj" fmla="val 50000"/>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14" name="Oval 13">
              <a:extLst>
                <a:ext uri="{FF2B5EF4-FFF2-40B4-BE49-F238E27FC236}">
                  <a16:creationId xmlns:a16="http://schemas.microsoft.com/office/drawing/2014/main" id="{34469358-F45B-0BF7-73BA-787CF55C2CE0}"/>
                </a:ext>
              </a:extLst>
            </p:cNvPr>
            <p:cNvSpPr/>
            <p:nvPr userDrawn="1"/>
          </p:nvSpPr>
          <p:spPr bwMode="gray">
            <a:xfrm>
              <a:off x="11032577" y="5188990"/>
              <a:ext cx="1159423" cy="1159423"/>
            </a:xfrm>
            <a:prstGeom prst="ellipse">
              <a:avLst/>
            </a:prstGeom>
            <a:solidFill>
              <a:schemeClr val="tx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15" name="Oval 14">
              <a:extLst>
                <a:ext uri="{FF2B5EF4-FFF2-40B4-BE49-F238E27FC236}">
                  <a16:creationId xmlns:a16="http://schemas.microsoft.com/office/drawing/2014/main" id="{5E1253CA-8370-4395-2B7B-3C392688BA8F}"/>
                </a:ext>
              </a:extLst>
            </p:cNvPr>
            <p:cNvSpPr/>
            <p:nvPr userDrawn="1"/>
          </p:nvSpPr>
          <p:spPr bwMode="gray">
            <a:xfrm>
              <a:off x="11032577" y="4030741"/>
              <a:ext cx="1159423" cy="1159423"/>
            </a:xfrm>
            <a:prstGeom prst="ellipse">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40" name="Oval 39">
              <a:extLst>
                <a:ext uri="{FF2B5EF4-FFF2-40B4-BE49-F238E27FC236}">
                  <a16:creationId xmlns:a16="http://schemas.microsoft.com/office/drawing/2014/main" id="{05638A30-970F-56A6-1ABF-5C22B175E163}"/>
                </a:ext>
              </a:extLst>
            </p:cNvPr>
            <p:cNvSpPr/>
            <p:nvPr userDrawn="1"/>
          </p:nvSpPr>
          <p:spPr bwMode="gray">
            <a:xfrm>
              <a:off x="11032577" y="2872493"/>
              <a:ext cx="1159423" cy="1159423"/>
            </a:xfrm>
            <a:prstGeom prst="ellipse">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41" name="Oval 40">
              <a:extLst>
                <a:ext uri="{FF2B5EF4-FFF2-40B4-BE49-F238E27FC236}">
                  <a16:creationId xmlns:a16="http://schemas.microsoft.com/office/drawing/2014/main" id="{2D46F4D7-4BDD-4F15-7D64-3F1E2AF080A5}"/>
                </a:ext>
              </a:extLst>
            </p:cNvPr>
            <p:cNvSpPr/>
            <p:nvPr userDrawn="1"/>
          </p:nvSpPr>
          <p:spPr bwMode="gray">
            <a:xfrm>
              <a:off x="11032577" y="1711205"/>
              <a:ext cx="1159423" cy="1159423"/>
            </a:xfrm>
            <a:prstGeom prst="ellipse">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42" name="Oval 41">
              <a:extLst>
                <a:ext uri="{FF2B5EF4-FFF2-40B4-BE49-F238E27FC236}">
                  <a16:creationId xmlns:a16="http://schemas.microsoft.com/office/drawing/2014/main" id="{C8B6397E-9EB7-A830-5A0D-B8A8CA659419}"/>
                </a:ext>
              </a:extLst>
            </p:cNvPr>
            <p:cNvSpPr/>
            <p:nvPr userDrawn="1"/>
          </p:nvSpPr>
          <p:spPr bwMode="gray">
            <a:xfrm>
              <a:off x="11032577" y="552369"/>
              <a:ext cx="1159423" cy="1159423"/>
            </a:xfrm>
            <a:prstGeom prst="ellipse">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46" name="Oval 45">
              <a:extLst>
                <a:ext uri="{FF2B5EF4-FFF2-40B4-BE49-F238E27FC236}">
                  <a16:creationId xmlns:a16="http://schemas.microsoft.com/office/drawing/2014/main" id="{C3FE14A0-6A0F-4F3A-E7B1-2B16FA868838}"/>
                </a:ext>
              </a:extLst>
            </p:cNvPr>
            <p:cNvSpPr/>
            <p:nvPr userDrawn="1"/>
          </p:nvSpPr>
          <p:spPr bwMode="gray">
            <a:xfrm>
              <a:off x="9869185" y="2872493"/>
              <a:ext cx="1159423" cy="1159423"/>
            </a:xfrm>
            <a:prstGeom prst="ellipse">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47" name="Oval 46">
              <a:extLst>
                <a:ext uri="{FF2B5EF4-FFF2-40B4-BE49-F238E27FC236}">
                  <a16:creationId xmlns:a16="http://schemas.microsoft.com/office/drawing/2014/main" id="{3907818E-9997-DA31-93E5-CACD64CE77CE}"/>
                </a:ext>
              </a:extLst>
            </p:cNvPr>
            <p:cNvSpPr/>
            <p:nvPr userDrawn="1"/>
          </p:nvSpPr>
          <p:spPr bwMode="gray">
            <a:xfrm>
              <a:off x="9869185" y="1711205"/>
              <a:ext cx="1159423" cy="1159423"/>
            </a:xfrm>
            <a:prstGeom prst="ellipse">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48" name="Oval 47">
              <a:extLst>
                <a:ext uri="{FF2B5EF4-FFF2-40B4-BE49-F238E27FC236}">
                  <a16:creationId xmlns:a16="http://schemas.microsoft.com/office/drawing/2014/main" id="{67BD36F9-6CE0-A542-A13E-C1CBE043FB9B}"/>
                </a:ext>
              </a:extLst>
            </p:cNvPr>
            <p:cNvSpPr/>
            <p:nvPr userDrawn="1"/>
          </p:nvSpPr>
          <p:spPr bwMode="gray">
            <a:xfrm>
              <a:off x="9869185" y="552369"/>
              <a:ext cx="1159423" cy="1159423"/>
            </a:xfrm>
            <a:prstGeom prst="ellipse">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49" name="Oval 48">
              <a:extLst>
                <a:ext uri="{FF2B5EF4-FFF2-40B4-BE49-F238E27FC236}">
                  <a16:creationId xmlns:a16="http://schemas.microsoft.com/office/drawing/2014/main" id="{1EF8455A-96B8-65CB-A60F-AB7829229569}"/>
                </a:ext>
              </a:extLst>
            </p:cNvPr>
            <p:cNvSpPr/>
            <p:nvPr userDrawn="1"/>
          </p:nvSpPr>
          <p:spPr bwMode="gray">
            <a:xfrm>
              <a:off x="8713731" y="1711205"/>
              <a:ext cx="1159423" cy="1159423"/>
            </a:xfrm>
            <a:prstGeom prst="ellipse">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18" name="Oval 17">
              <a:extLst>
                <a:ext uri="{FF2B5EF4-FFF2-40B4-BE49-F238E27FC236}">
                  <a16:creationId xmlns:a16="http://schemas.microsoft.com/office/drawing/2014/main" id="{8A5C6592-3390-2352-5BB3-19C2E3A5BE2C}"/>
                </a:ext>
              </a:extLst>
            </p:cNvPr>
            <p:cNvSpPr/>
            <p:nvPr userDrawn="1"/>
          </p:nvSpPr>
          <p:spPr bwMode="gray">
            <a:xfrm>
              <a:off x="7718424" y="4030741"/>
              <a:ext cx="1159423" cy="1159423"/>
            </a:xfrm>
            <a:prstGeom prst="ellipse">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51" name="Rectangle: Rounded Corners 50">
              <a:extLst>
                <a:ext uri="{FF2B5EF4-FFF2-40B4-BE49-F238E27FC236}">
                  <a16:creationId xmlns:a16="http://schemas.microsoft.com/office/drawing/2014/main" id="{9B51F2C6-228A-6780-2DE0-376C52812942}"/>
                </a:ext>
              </a:extLst>
            </p:cNvPr>
            <p:cNvSpPr/>
            <p:nvPr userDrawn="1"/>
          </p:nvSpPr>
          <p:spPr bwMode="gray">
            <a:xfrm>
              <a:off x="7720805" y="2872493"/>
              <a:ext cx="2148840" cy="1161288"/>
            </a:xfrm>
            <a:prstGeom prst="roundRect">
              <a:avLst>
                <a:gd name="adj" fmla="val 50000"/>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52" name="Rectangle: Rounded Corners 51">
              <a:extLst>
                <a:ext uri="{FF2B5EF4-FFF2-40B4-BE49-F238E27FC236}">
                  <a16:creationId xmlns:a16="http://schemas.microsoft.com/office/drawing/2014/main" id="{7E1F60E6-4807-72F1-B01E-3E5BB3CA28BA}"/>
                </a:ext>
              </a:extLst>
            </p:cNvPr>
            <p:cNvSpPr/>
            <p:nvPr userDrawn="1"/>
          </p:nvSpPr>
          <p:spPr bwMode="gray">
            <a:xfrm>
              <a:off x="8877054" y="4030741"/>
              <a:ext cx="2151554" cy="1161288"/>
            </a:xfrm>
            <a:prstGeom prst="roundRect">
              <a:avLst>
                <a:gd name="adj" fmla="val 50000"/>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grpSp>
      <p:pic>
        <p:nvPicPr>
          <p:cNvPr id="10" name="Optum Logo" descr="Optum">
            <a:extLst>
              <a:ext uri="{FF2B5EF4-FFF2-40B4-BE49-F238E27FC236}">
                <a16:creationId xmlns:a16="http://schemas.microsoft.com/office/drawing/2014/main" id="{9E4A366B-1A37-D338-5576-AD996B1B6C91}"/>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590495" y="596255"/>
            <a:ext cx="1817487" cy="526250"/>
          </a:xfrm>
          <a:prstGeom prst="rect">
            <a:avLst/>
          </a:prstGeom>
        </p:spPr>
      </p:pic>
      <p:sp>
        <p:nvSpPr>
          <p:cNvPr id="2" name="Title">
            <a:extLst>
              <a:ext uri="{FF2B5EF4-FFF2-40B4-BE49-F238E27FC236}">
                <a16:creationId xmlns:a16="http://schemas.microsoft.com/office/drawing/2014/main" id="{59CA19A5-5525-4A37-AEE4-E2ED4BB950D4}"/>
              </a:ext>
            </a:extLst>
          </p:cNvPr>
          <p:cNvSpPr>
            <a:spLocks noGrp="1"/>
          </p:cNvSpPr>
          <p:nvPr userDrawn="1">
            <p:ph type="title" hasCustomPrompt="1"/>
          </p:nvPr>
        </p:nvSpPr>
        <p:spPr bwMode="gray">
          <a:xfrm>
            <a:off x="603972" y="1847737"/>
            <a:ext cx="7159752" cy="1692771"/>
          </a:xfrm>
        </p:spPr>
        <p:txBody>
          <a:bodyPr anchor="b"/>
          <a:lstStyle>
            <a:lvl1pPr>
              <a:lnSpc>
                <a:spcPct val="100000"/>
              </a:lnSpc>
              <a:defRPr sz="5500" b="0" spc="0" baseline="0">
                <a:solidFill>
                  <a:schemeClr val="tx1"/>
                </a:solidFill>
              </a:defRPr>
            </a:lvl1pPr>
          </a:lstStyle>
          <a:p>
            <a:r>
              <a:rPr lang="en-US" dirty="0"/>
              <a:t>Insightful presentation title (max. 2 lines)</a:t>
            </a:r>
          </a:p>
        </p:txBody>
      </p:sp>
      <p:sp>
        <p:nvSpPr>
          <p:cNvPr id="16" name="Subtitle Placeholder">
            <a:extLst>
              <a:ext uri="{FF2B5EF4-FFF2-40B4-BE49-F238E27FC236}">
                <a16:creationId xmlns:a16="http://schemas.microsoft.com/office/drawing/2014/main" id="{2E03F862-177D-4A2A-BB03-60A40298232B}"/>
              </a:ext>
            </a:extLst>
          </p:cNvPr>
          <p:cNvSpPr>
            <a:spLocks noGrp="1"/>
          </p:cNvSpPr>
          <p:nvPr userDrawn="1">
            <p:ph type="body" sz="quarter" idx="10" hasCustomPrompt="1"/>
          </p:nvPr>
        </p:nvSpPr>
        <p:spPr bwMode="gray">
          <a:xfrm>
            <a:off x="603972" y="3907239"/>
            <a:ext cx="5029200" cy="553998"/>
          </a:xfrm>
        </p:spPr>
        <p:txBody>
          <a:bodyPr wrap="square">
            <a:spAutoFit/>
          </a:bodyPr>
          <a:lstStyle>
            <a:lvl1pPr marL="0" indent="0">
              <a:spcBef>
                <a:spcPts val="0"/>
              </a:spcBef>
              <a:buFont typeface="Arial" panose="020B0604020202020204" pitchFamily="34" charset="0"/>
              <a:buNone/>
              <a:defRPr sz="1800" b="0">
                <a:solidFill>
                  <a:schemeClr val="tx1"/>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dirty="0"/>
              <a:t>Presentation subtitle (optional); Arial 18pt, sentence case, max. 3 lines</a:t>
            </a:r>
          </a:p>
        </p:txBody>
      </p:sp>
      <p:cxnSp>
        <p:nvCxnSpPr>
          <p:cNvPr id="4" name="Stoke">
            <a:extLst>
              <a:ext uri="{FF2B5EF4-FFF2-40B4-BE49-F238E27FC236}">
                <a16:creationId xmlns:a16="http://schemas.microsoft.com/office/drawing/2014/main" id="{8B021B3E-53AB-AF1F-C247-0412E9A1F2D9}"/>
              </a:ext>
              <a:ext uri="{C183D7F6-B498-43B3-948B-1728B52AA6E4}">
                <adec:decorative xmlns:adec="http://schemas.microsoft.com/office/drawing/2017/decorative" val="1"/>
              </a:ext>
            </a:extLst>
          </p:cNvPr>
          <p:cNvCxnSpPr>
            <a:cxnSpLocks/>
          </p:cNvCxnSpPr>
          <p:nvPr userDrawn="1"/>
        </p:nvCxnSpPr>
        <p:spPr bwMode="gray">
          <a:xfrm>
            <a:off x="603972" y="562775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17" name="Presentation Date Placeholder">
            <a:extLst>
              <a:ext uri="{FF2B5EF4-FFF2-40B4-BE49-F238E27FC236}">
                <a16:creationId xmlns:a16="http://schemas.microsoft.com/office/drawing/2014/main" id="{798BE44C-881B-41C4-90ED-E3EADCC7440A}"/>
              </a:ext>
            </a:extLst>
          </p:cNvPr>
          <p:cNvSpPr>
            <a:spLocks noGrp="1"/>
          </p:cNvSpPr>
          <p:nvPr userDrawn="1">
            <p:ph type="body" sz="quarter" idx="11" hasCustomPrompt="1"/>
          </p:nvPr>
        </p:nvSpPr>
        <p:spPr bwMode="gray">
          <a:xfrm>
            <a:off x="603972" y="6032855"/>
            <a:ext cx="5029200" cy="215444"/>
          </a:xfrm>
        </p:spPr>
        <p:txBody>
          <a:bodyPr wrap="square" anchor="b">
            <a:spAutoFit/>
          </a:bodyPr>
          <a:lstStyle>
            <a:lvl1pPr marL="0" indent="0">
              <a:spcBef>
                <a:spcPts val="0"/>
              </a:spcBef>
              <a:buFont typeface="Arial" panose="020B0604020202020204" pitchFamily="34" charset="0"/>
              <a:buNone/>
              <a:defRPr sz="1400" b="0">
                <a:solidFill>
                  <a:schemeClr val="tx1"/>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dirty="0"/>
              <a:t>Month DD, YYYY (May also be location or speaker)</a:t>
            </a:r>
          </a:p>
        </p:txBody>
      </p:sp>
      <p:sp>
        <p:nvSpPr>
          <p:cNvPr id="6" name="Date Placeholder">
            <a:extLst>
              <a:ext uri="{FF2B5EF4-FFF2-40B4-BE49-F238E27FC236}">
                <a16:creationId xmlns:a16="http://schemas.microsoft.com/office/drawing/2014/main" id="{E23FAE9B-982D-41B9-BBD2-74E842A46071}"/>
              </a:ext>
            </a:extLst>
          </p:cNvPr>
          <p:cNvSpPr>
            <a:spLocks noGrp="1"/>
          </p:cNvSpPr>
          <p:nvPr userDrawn="1">
            <p:ph type="dt" sz="half" idx="12"/>
          </p:nvPr>
        </p:nvSpPr>
        <p:spPr bwMode="gray"/>
        <p:txBody>
          <a:bodyPr/>
          <a:lstStyle/>
          <a:p>
            <a:fld id="{3AAC60EB-BBC2-4CF0-860A-8D4A91284465}" type="datetime1">
              <a:rPr lang="en-US" smtClean="0"/>
              <a:t>5/5/2026</a:t>
            </a:fld>
            <a:endParaRPr lang="en-US" dirty="0"/>
          </a:p>
        </p:txBody>
      </p:sp>
      <p:sp>
        <p:nvSpPr>
          <p:cNvPr id="7" name="Footer Placeholder">
            <a:extLst>
              <a:ext uri="{FF2B5EF4-FFF2-40B4-BE49-F238E27FC236}">
                <a16:creationId xmlns:a16="http://schemas.microsoft.com/office/drawing/2014/main" id="{0E8CE9CD-F45B-421B-99EE-E365E024903C}"/>
              </a:ext>
            </a:extLst>
          </p:cNvPr>
          <p:cNvSpPr>
            <a:spLocks noGrp="1"/>
          </p:cNvSpPr>
          <p:nvPr userDrawn="1">
            <p:ph type="ftr" sz="quarter" idx="13"/>
          </p:nvPr>
        </p:nvSpPr>
        <p:spPr bwMode="gray"/>
        <p:txBody>
          <a:bodyPr/>
          <a:lstStyle/>
          <a:p>
            <a:r>
              <a:rPr lang="en-US" dirty="0"/>
              <a:t>Confidential property of Optum. Do not distribute or reproduce without express permission from Optum.</a:t>
            </a:r>
          </a:p>
        </p:txBody>
      </p:sp>
      <p:sp>
        <p:nvSpPr>
          <p:cNvPr id="8" name="Slide Number Placeholder">
            <a:extLst>
              <a:ext uri="{FF2B5EF4-FFF2-40B4-BE49-F238E27FC236}">
                <a16:creationId xmlns:a16="http://schemas.microsoft.com/office/drawing/2014/main" id="{1E1DF904-338B-407E-A788-88865DF5B781}"/>
              </a:ext>
            </a:extLst>
          </p:cNvPr>
          <p:cNvSpPr>
            <a:spLocks noGrp="1"/>
          </p:cNvSpPr>
          <p:nvPr userDrawn="1">
            <p:ph type="sldNum" sz="quarter" idx="14"/>
          </p:nvPr>
        </p:nvSpPr>
        <p:spPr bwMode="gray"/>
        <p:txBody>
          <a:bodyPr/>
          <a:lstStyle/>
          <a:p>
            <a:fld id="{03805D93-7D4B-4CBC-BABC-3A8AC08CB7F4}" type="slidenum">
              <a:rPr lang="en-US" smtClean="0"/>
              <a:pPr/>
              <a:t>‹#›</a:t>
            </a:fld>
            <a:endParaRPr lang="en-US" dirty="0"/>
          </a:p>
        </p:txBody>
      </p:sp>
    </p:spTree>
    <p:extLst>
      <p:ext uri="{BB962C8B-B14F-4D97-AF65-F5344CB8AC3E}">
        <p14:creationId xmlns:p14="http://schemas.microsoft.com/office/powerpoint/2010/main" val="32068951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369">
          <p15:clr>
            <a:srgbClr val="5ACBF0"/>
          </p15:clr>
        </p15:guide>
        <p15:guide id="3" orient="horz" pos="2236">
          <p15:clr>
            <a:srgbClr val="5ACBF0"/>
          </p15:clr>
        </p15:guide>
        <p15:guide id="4" orient="horz" pos="2452">
          <p15:clr>
            <a:srgbClr val="5ACBF0"/>
          </p15:clr>
        </p15:guide>
        <p15:guide id="5" pos="4892">
          <p15:clr>
            <a:srgbClr val="5ACBF0"/>
          </p15:clr>
        </p15:guide>
        <p15:guide id="6" pos="3551">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over 04">
    <p:bg>
      <p:bgPr>
        <a:solidFill>
          <a:schemeClr val="bg2"/>
        </a:solidFill>
        <a:effectLst/>
      </p:bgPr>
    </p:bg>
    <p:spTree>
      <p:nvGrpSpPr>
        <p:cNvPr id="1" name=""/>
        <p:cNvGrpSpPr/>
        <p:nvPr/>
      </p:nvGrpSpPr>
      <p:grpSpPr>
        <a:xfrm>
          <a:off x="0" y="0"/>
          <a:ext cx="0" cy="0"/>
          <a:chOff x="0" y="0"/>
          <a:chExt cx="0" cy="0"/>
        </a:xfrm>
      </p:grpSpPr>
      <p:grpSp>
        <p:nvGrpSpPr>
          <p:cNvPr id="3" name="Stadiums and circles">
            <a:extLst>
              <a:ext uri="{FF2B5EF4-FFF2-40B4-BE49-F238E27FC236}">
                <a16:creationId xmlns:a16="http://schemas.microsoft.com/office/drawing/2014/main" id="{A13497BD-EDFC-01BC-7BC9-2367A53F38A7}"/>
              </a:ext>
              <a:ext uri="{C183D7F6-B498-43B3-948B-1728B52AA6E4}">
                <adec:decorative xmlns:adec="http://schemas.microsoft.com/office/drawing/2017/decorative" val="1"/>
              </a:ext>
            </a:extLst>
          </p:cNvPr>
          <p:cNvGrpSpPr/>
          <p:nvPr userDrawn="1"/>
        </p:nvGrpSpPr>
        <p:grpSpPr bwMode="gray">
          <a:xfrm>
            <a:off x="0" y="0"/>
            <a:ext cx="11220824" cy="5921203"/>
            <a:chOff x="0" y="0"/>
            <a:chExt cx="11220824" cy="5921203"/>
          </a:xfrm>
          <a:solidFill>
            <a:schemeClr val="bg1"/>
          </a:solidFill>
        </p:grpSpPr>
        <p:sp>
          <p:nvSpPr>
            <p:cNvPr id="5" name="Oval 4">
              <a:extLst>
                <a:ext uri="{FF2B5EF4-FFF2-40B4-BE49-F238E27FC236}">
                  <a16:creationId xmlns:a16="http://schemas.microsoft.com/office/drawing/2014/main" id="{D8485C0F-EFFA-23F6-667B-A4BC678A67CD}"/>
                </a:ext>
              </a:extLst>
            </p:cNvPr>
            <p:cNvSpPr/>
            <p:nvPr userDrawn="1"/>
          </p:nvSpPr>
          <p:spPr bwMode="gray">
            <a:xfrm>
              <a:off x="9559365" y="4259744"/>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9" name="Oval 8">
              <a:extLst>
                <a:ext uri="{FF2B5EF4-FFF2-40B4-BE49-F238E27FC236}">
                  <a16:creationId xmlns:a16="http://schemas.microsoft.com/office/drawing/2014/main" id="{6EC73BA9-913A-5069-D0F9-F943C501567B}"/>
                </a:ext>
              </a:extLst>
            </p:cNvPr>
            <p:cNvSpPr/>
            <p:nvPr userDrawn="1"/>
          </p:nvSpPr>
          <p:spPr bwMode="gray">
            <a:xfrm>
              <a:off x="7897906" y="4259744"/>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11" name="Oval 10">
              <a:extLst>
                <a:ext uri="{FF2B5EF4-FFF2-40B4-BE49-F238E27FC236}">
                  <a16:creationId xmlns:a16="http://schemas.microsoft.com/office/drawing/2014/main" id="{C268D53C-A768-7CB8-26AF-10AD3978E58D}"/>
                </a:ext>
              </a:extLst>
            </p:cNvPr>
            <p:cNvSpPr/>
            <p:nvPr userDrawn="1"/>
          </p:nvSpPr>
          <p:spPr bwMode="gray">
            <a:xfrm>
              <a:off x="6236447" y="4259744"/>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12" name="Oval 11">
              <a:extLst>
                <a:ext uri="{FF2B5EF4-FFF2-40B4-BE49-F238E27FC236}">
                  <a16:creationId xmlns:a16="http://schemas.microsoft.com/office/drawing/2014/main" id="{084F7029-5753-9BD3-7D9D-B600046394F3}"/>
                </a:ext>
              </a:extLst>
            </p:cNvPr>
            <p:cNvSpPr/>
            <p:nvPr userDrawn="1"/>
          </p:nvSpPr>
          <p:spPr bwMode="gray">
            <a:xfrm>
              <a:off x="4574988" y="4259744"/>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13" name="Oval 12">
              <a:extLst>
                <a:ext uri="{FF2B5EF4-FFF2-40B4-BE49-F238E27FC236}">
                  <a16:creationId xmlns:a16="http://schemas.microsoft.com/office/drawing/2014/main" id="{CB469DEC-AD2E-11CE-6BA2-FC7DCD007312}"/>
                </a:ext>
              </a:extLst>
            </p:cNvPr>
            <p:cNvSpPr/>
            <p:nvPr userDrawn="1"/>
          </p:nvSpPr>
          <p:spPr bwMode="gray">
            <a:xfrm>
              <a:off x="2913529" y="4259744"/>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19" name="Oval 18">
              <a:extLst>
                <a:ext uri="{FF2B5EF4-FFF2-40B4-BE49-F238E27FC236}">
                  <a16:creationId xmlns:a16="http://schemas.microsoft.com/office/drawing/2014/main" id="{152344B4-8287-5830-A317-7313DE62E20D}"/>
                </a:ext>
              </a:extLst>
            </p:cNvPr>
            <p:cNvSpPr/>
            <p:nvPr userDrawn="1"/>
          </p:nvSpPr>
          <p:spPr bwMode="gray">
            <a:xfrm>
              <a:off x="1252070" y="4259744"/>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21" name="Freeform: Shape 20">
              <a:extLst>
                <a:ext uri="{FF2B5EF4-FFF2-40B4-BE49-F238E27FC236}">
                  <a16:creationId xmlns:a16="http://schemas.microsoft.com/office/drawing/2014/main" id="{EA48D75A-FB42-145B-0910-A4A480961F18}"/>
                </a:ext>
              </a:extLst>
            </p:cNvPr>
            <p:cNvSpPr/>
            <p:nvPr userDrawn="1"/>
          </p:nvSpPr>
          <p:spPr bwMode="gray">
            <a:xfrm>
              <a:off x="0" y="4259743"/>
              <a:ext cx="1252071" cy="1661460"/>
            </a:xfrm>
            <a:custGeom>
              <a:avLst/>
              <a:gdLst>
                <a:gd name="connsiteX0" fmla="*/ 421341 w 1252071"/>
                <a:gd name="connsiteY0" fmla="*/ 0 h 1661460"/>
                <a:gd name="connsiteX1" fmla="*/ 1252071 w 1252071"/>
                <a:gd name="connsiteY1" fmla="*/ 830730 h 1661460"/>
                <a:gd name="connsiteX2" fmla="*/ 421341 w 1252071"/>
                <a:gd name="connsiteY2" fmla="*/ 1661460 h 1661460"/>
                <a:gd name="connsiteX3" fmla="*/ 97983 w 1252071"/>
                <a:gd name="connsiteY3" fmla="*/ 1596177 h 1661460"/>
                <a:gd name="connsiteX4" fmla="*/ 0 w 1252071"/>
                <a:gd name="connsiteY4" fmla="*/ 1542994 h 1661460"/>
                <a:gd name="connsiteX5" fmla="*/ 0 w 1252071"/>
                <a:gd name="connsiteY5" fmla="*/ 118467 h 1661460"/>
                <a:gd name="connsiteX6" fmla="*/ 97983 w 1252071"/>
                <a:gd name="connsiteY6" fmla="*/ 65283 h 1661460"/>
                <a:gd name="connsiteX7" fmla="*/ 421341 w 1252071"/>
                <a:gd name="connsiteY7" fmla="*/ 0 h 1661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52071" h="1661460">
                  <a:moveTo>
                    <a:pt x="421341" y="0"/>
                  </a:moveTo>
                  <a:cubicBezTo>
                    <a:pt x="880141" y="0"/>
                    <a:pt x="1252071" y="371930"/>
                    <a:pt x="1252071" y="830730"/>
                  </a:cubicBezTo>
                  <a:cubicBezTo>
                    <a:pt x="1252071" y="1289530"/>
                    <a:pt x="880141" y="1661460"/>
                    <a:pt x="421341" y="1661460"/>
                  </a:cubicBezTo>
                  <a:cubicBezTo>
                    <a:pt x="306641" y="1661460"/>
                    <a:pt x="197370" y="1638215"/>
                    <a:pt x="97983" y="1596177"/>
                  </a:cubicBezTo>
                  <a:lnTo>
                    <a:pt x="0" y="1542994"/>
                  </a:lnTo>
                  <a:lnTo>
                    <a:pt x="0" y="118467"/>
                  </a:lnTo>
                  <a:lnTo>
                    <a:pt x="97983" y="65283"/>
                  </a:lnTo>
                  <a:cubicBezTo>
                    <a:pt x="197370" y="23246"/>
                    <a:pt x="306641" y="0"/>
                    <a:pt x="421341" y="0"/>
                  </a:cubicBezTo>
                  <a:close/>
                </a:path>
              </a:pathLst>
            </a:cu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22" name="Oval 21">
              <a:extLst>
                <a:ext uri="{FF2B5EF4-FFF2-40B4-BE49-F238E27FC236}">
                  <a16:creationId xmlns:a16="http://schemas.microsoft.com/office/drawing/2014/main" id="{4ED6C9DA-4658-F236-AEAF-031AAACC8B13}"/>
                </a:ext>
              </a:extLst>
            </p:cNvPr>
            <p:cNvSpPr/>
            <p:nvPr userDrawn="1"/>
          </p:nvSpPr>
          <p:spPr bwMode="gray">
            <a:xfrm>
              <a:off x="9559365" y="2598270"/>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23" name="Oval 22">
              <a:extLst>
                <a:ext uri="{FF2B5EF4-FFF2-40B4-BE49-F238E27FC236}">
                  <a16:creationId xmlns:a16="http://schemas.microsoft.com/office/drawing/2014/main" id="{54D2A8A2-15A9-6A6B-7D39-7BA9ABA5F342}"/>
                </a:ext>
              </a:extLst>
            </p:cNvPr>
            <p:cNvSpPr/>
            <p:nvPr userDrawn="1"/>
          </p:nvSpPr>
          <p:spPr bwMode="gray">
            <a:xfrm>
              <a:off x="7897906" y="2598270"/>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24" name="Oval 23">
              <a:extLst>
                <a:ext uri="{FF2B5EF4-FFF2-40B4-BE49-F238E27FC236}">
                  <a16:creationId xmlns:a16="http://schemas.microsoft.com/office/drawing/2014/main" id="{3036C069-2C31-15CB-7D8B-FA4C4F7D9CCE}"/>
                </a:ext>
              </a:extLst>
            </p:cNvPr>
            <p:cNvSpPr/>
            <p:nvPr userDrawn="1"/>
          </p:nvSpPr>
          <p:spPr bwMode="gray">
            <a:xfrm>
              <a:off x="6236447" y="2598270"/>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25" name="Oval 24">
              <a:extLst>
                <a:ext uri="{FF2B5EF4-FFF2-40B4-BE49-F238E27FC236}">
                  <a16:creationId xmlns:a16="http://schemas.microsoft.com/office/drawing/2014/main" id="{7FA47BA6-459F-B694-8013-B5B563D39B44}"/>
                </a:ext>
              </a:extLst>
            </p:cNvPr>
            <p:cNvSpPr/>
            <p:nvPr userDrawn="1"/>
          </p:nvSpPr>
          <p:spPr bwMode="gray">
            <a:xfrm>
              <a:off x="4574988" y="2598270"/>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26" name="Oval 25">
              <a:extLst>
                <a:ext uri="{FF2B5EF4-FFF2-40B4-BE49-F238E27FC236}">
                  <a16:creationId xmlns:a16="http://schemas.microsoft.com/office/drawing/2014/main" id="{5B3E158A-2E27-4756-25B7-E0FAB636E006}"/>
                </a:ext>
              </a:extLst>
            </p:cNvPr>
            <p:cNvSpPr/>
            <p:nvPr userDrawn="1"/>
          </p:nvSpPr>
          <p:spPr bwMode="gray">
            <a:xfrm>
              <a:off x="2913529" y="2598270"/>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27" name="Oval 26">
              <a:extLst>
                <a:ext uri="{FF2B5EF4-FFF2-40B4-BE49-F238E27FC236}">
                  <a16:creationId xmlns:a16="http://schemas.microsoft.com/office/drawing/2014/main" id="{6106B5C9-2CB0-48C5-9804-85FAE5358A04}"/>
                </a:ext>
              </a:extLst>
            </p:cNvPr>
            <p:cNvSpPr/>
            <p:nvPr userDrawn="1"/>
          </p:nvSpPr>
          <p:spPr bwMode="gray">
            <a:xfrm>
              <a:off x="1252070" y="2598270"/>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28" name="Freeform: Shape 27">
              <a:extLst>
                <a:ext uri="{FF2B5EF4-FFF2-40B4-BE49-F238E27FC236}">
                  <a16:creationId xmlns:a16="http://schemas.microsoft.com/office/drawing/2014/main" id="{B69DA9D7-A15C-1C04-3DB5-B89AEE4C149E}"/>
                </a:ext>
              </a:extLst>
            </p:cNvPr>
            <p:cNvSpPr/>
            <p:nvPr userDrawn="1"/>
          </p:nvSpPr>
          <p:spPr bwMode="gray">
            <a:xfrm>
              <a:off x="0" y="2598269"/>
              <a:ext cx="1252071" cy="1661460"/>
            </a:xfrm>
            <a:custGeom>
              <a:avLst/>
              <a:gdLst>
                <a:gd name="connsiteX0" fmla="*/ 421341 w 1252071"/>
                <a:gd name="connsiteY0" fmla="*/ 0 h 1661460"/>
                <a:gd name="connsiteX1" fmla="*/ 1252071 w 1252071"/>
                <a:gd name="connsiteY1" fmla="*/ 830730 h 1661460"/>
                <a:gd name="connsiteX2" fmla="*/ 421341 w 1252071"/>
                <a:gd name="connsiteY2" fmla="*/ 1661460 h 1661460"/>
                <a:gd name="connsiteX3" fmla="*/ 97983 w 1252071"/>
                <a:gd name="connsiteY3" fmla="*/ 1596177 h 1661460"/>
                <a:gd name="connsiteX4" fmla="*/ 0 w 1252071"/>
                <a:gd name="connsiteY4" fmla="*/ 1542994 h 1661460"/>
                <a:gd name="connsiteX5" fmla="*/ 0 w 1252071"/>
                <a:gd name="connsiteY5" fmla="*/ 118466 h 1661460"/>
                <a:gd name="connsiteX6" fmla="*/ 97983 w 1252071"/>
                <a:gd name="connsiteY6" fmla="*/ 65283 h 1661460"/>
                <a:gd name="connsiteX7" fmla="*/ 421341 w 1252071"/>
                <a:gd name="connsiteY7" fmla="*/ 0 h 1661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52071" h="1661460">
                  <a:moveTo>
                    <a:pt x="421341" y="0"/>
                  </a:moveTo>
                  <a:cubicBezTo>
                    <a:pt x="880141" y="0"/>
                    <a:pt x="1252071" y="371930"/>
                    <a:pt x="1252071" y="830730"/>
                  </a:cubicBezTo>
                  <a:cubicBezTo>
                    <a:pt x="1252071" y="1289530"/>
                    <a:pt x="880141" y="1661460"/>
                    <a:pt x="421341" y="1661460"/>
                  </a:cubicBezTo>
                  <a:cubicBezTo>
                    <a:pt x="306641" y="1661460"/>
                    <a:pt x="197370" y="1638215"/>
                    <a:pt x="97983" y="1596177"/>
                  </a:cubicBezTo>
                  <a:lnTo>
                    <a:pt x="0" y="1542994"/>
                  </a:lnTo>
                  <a:lnTo>
                    <a:pt x="0" y="118466"/>
                  </a:lnTo>
                  <a:lnTo>
                    <a:pt x="97983" y="65283"/>
                  </a:lnTo>
                  <a:cubicBezTo>
                    <a:pt x="197370" y="23246"/>
                    <a:pt x="306641" y="0"/>
                    <a:pt x="421341" y="0"/>
                  </a:cubicBezTo>
                  <a:close/>
                </a:path>
              </a:pathLst>
            </a:cu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29" name="Oval 28">
              <a:extLst>
                <a:ext uri="{FF2B5EF4-FFF2-40B4-BE49-F238E27FC236}">
                  <a16:creationId xmlns:a16="http://schemas.microsoft.com/office/drawing/2014/main" id="{391221E8-EA2B-ED43-9D07-4FFA6AD5E04A}"/>
                </a:ext>
              </a:extLst>
            </p:cNvPr>
            <p:cNvSpPr/>
            <p:nvPr userDrawn="1"/>
          </p:nvSpPr>
          <p:spPr bwMode="gray">
            <a:xfrm>
              <a:off x="9559365" y="936796"/>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30" name="Oval 29">
              <a:extLst>
                <a:ext uri="{FF2B5EF4-FFF2-40B4-BE49-F238E27FC236}">
                  <a16:creationId xmlns:a16="http://schemas.microsoft.com/office/drawing/2014/main" id="{D9B75DCC-2FF0-EE80-94BE-D90D5D588A97}"/>
                </a:ext>
              </a:extLst>
            </p:cNvPr>
            <p:cNvSpPr/>
            <p:nvPr userDrawn="1"/>
          </p:nvSpPr>
          <p:spPr bwMode="gray">
            <a:xfrm>
              <a:off x="7897906" y="936796"/>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31" name="Oval 30">
              <a:extLst>
                <a:ext uri="{FF2B5EF4-FFF2-40B4-BE49-F238E27FC236}">
                  <a16:creationId xmlns:a16="http://schemas.microsoft.com/office/drawing/2014/main" id="{D0B0A03E-06CA-DE72-15DC-022BAE9AB78A}"/>
                </a:ext>
              </a:extLst>
            </p:cNvPr>
            <p:cNvSpPr/>
            <p:nvPr userDrawn="1"/>
          </p:nvSpPr>
          <p:spPr bwMode="gray">
            <a:xfrm>
              <a:off x="6236447" y="936796"/>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32" name="Oval 31">
              <a:extLst>
                <a:ext uri="{FF2B5EF4-FFF2-40B4-BE49-F238E27FC236}">
                  <a16:creationId xmlns:a16="http://schemas.microsoft.com/office/drawing/2014/main" id="{D7EC66BF-2D9E-61D5-A5DC-FA01643CFC9B}"/>
                </a:ext>
              </a:extLst>
            </p:cNvPr>
            <p:cNvSpPr/>
            <p:nvPr userDrawn="1"/>
          </p:nvSpPr>
          <p:spPr bwMode="gray">
            <a:xfrm>
              <a:off x="4574988" y="936796"/>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33" name="Oval 32">
              <a:extLst>
                <a:ext uri="{FF2B5EF4-FFF2-40B4-BE49-F238E27FC236}">
                  <a16:creationId xmlns:a16="http://schemas.microsoft.com/office/drawing/2014/main" id="{FB5A41BC-C1BE-4D0A-937D-CCDFDC17AECF}"/>
                </a:ext>
              </a:extLst>
            </p:cNvPr>
            <p:cNvSpPr/>
            <p:nvPr userDrawn="1"/>
          </p:nvSpPr>
          <p:spPr bwMode="gray">
            <a:xfrm>
              <a:off x="2913529" y="936796"/>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34" name="Oval 33">
              <a:extLst>
                <a:ext uri="{FF2B5EF4-FFF2-40B4-BE49-F238E27FC236}">
                  <a16:creationId xmlns:a16="http://schemas.microsoft.com/office/drawing/2014/main" id="{FE3E6B1A-F095-E087-8B92-44041A25EB45}"/>
                </a:ext>
              </a:extLst>
            </p:cNvPr>
            <p:cNvSpPr/>
            <p:nvPr userDrawn="1"/>
          </p:nvSpPr>
          <p:spPr bwMode="gray">
            <a:xfrm>
              <a:off x="1252070" y="936796"/>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35" name="Freeform: Shape 34">
              <a:extLst>
                <a:ext uri="{FF2B5EF4-FFF2-40B4-BE49-F238E27FC236}">
                  <a16:creationId xmlns:a16="http://schemas.microsoft.com/office/drawing/2014/main" id="{98D2546C-E18C-46AC-B8FF-ACEF4C909A48}"/>
                </a:ext>
              </a:extLst>
            </p:cNvPr>
            <p:cNvSpPr/>
            <p:nvPr userDrawn="1"/>
          </p:nvSpPr>
          <p:spPr bwMode="gray">
            <a:xfrm>
              <a:off x="0" y="936795"/>
              <a:ext cx="1252071" cy="1661460"/>
            </a:xfrm>
            <a:custGeom>
              <a:avLst/>
              <a:gdLst>
                <a:gd name="connsiteX0" fmla="*/ 421341 w 1252071"/>
                <a:gd name="connsiteY0" fmla="*/ 0 h 1661460"/>
                <a:gd name="connsiteX1" fmla="*/ 1252071 w 1252071"/>
                <a:gd name="connsiteY1" fmla="*/ 830730 h 1661460"/>
                <a:gd name="connsiteX2" fmla="*/ 421341 w 1252071"/>
                <a:gd name="connsiteY2" fmla="*/ 1661460 h 1661460"/>
                <a:gd name="connsiteX3" fmla="*/ 97983 w 1252071"/>
                <a:gd name="connsiteY3" fmla="*/ 1596177 h 1661460"/>
                <a:gd name="connsiteX4" fmla="*/ 0 w 1252071"/>
                <a:gd name="connsiteY4" fmla="*/ 1542994 h 1661460"/>
                <a:gd name="connsiteX5" fmla="*/ 0 w 1252071"/>
                <a:gd name="connsiteY5" fmla="*/ 118466 h 1661460"/>
                <a:gd name="connsiteX6" fmla="*/ 97983 w 1252071"/>
                <a:gd name="connsiteY6" fmla="*/ 65283 h 1661460"/>
                <a:gd name="connsiteX7" fmla="*/ 421341 w 1252071"/>
                <a:gd name="connsiteY7" fmla="*/ 0 h 1661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52071" h="1661460">
                  <a:moveTo>
                    <a:pt x="421341" y="0"/>
                  </a:moveTo>
                  <a:cubicBezTo>
                    <a:pt x="880141" y="0"/>
                    <a:pt x="1252071" y="371930"/>
                    <a:pt x="1252071" y="830730"/>
                  </a:cubicBezTo>
                  <a:cubicBezTo>
                    <a:pt x="1252071" y="1289530"/>
                    <a:pt x="880141" y="1661460"/>
                    <a:pt x="421341" y="1661460"/>
                  </a:cubicBezTo>
                  <a:cubicBezTo>
                    <a:pt x="306641" y="1661460"/>
                    <a:pt x="197370" y="1638215"/>
                    <a:pt x="97983" y="1596177"/>
                  </a:cubicBezTo>
                  <a:lnTo>
                    <a:pt x="0" y="1542994"/>
                  </a:lnTo>
                  <a:lnTo>
                    <a:pt x="0" y="118466"/>
                  </a:lnTo>
                  <a:lnTo>
                    <a:pt x="97983" y="65283"/>
                  </a:lnTo>
                  <a:cubicBezTo>
                    <a:pt x="197370" y="23246"/>
                    <a:pt x="306641" y="0"/>
                    <a:pt x="421341" y="0"/>
                  </a:cubicBezTo>
                  <a:close/>
                </a:path>
              </a:pathLst>
            </a:cu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38" name="Freeform: Shape 37">
              <a:extLst>
                <a:ext uri="{FF2B5EF4-FFF2-40B4-BE49-F238E27FC236}">
                  <a16:creationId xmlns:a16="http://schemas.microsoft.com/office/drawing/2014/main" id="{19654A5F-9FCF-4BAC-3C58-AF666C8EFEFA}"/>
                </a:ext>
              </a:extLst>
            </p:cNvPr>
            <p:cNvSpPr/>
            <p:nvPr userDrawn="1"/>
          </p:nvSpPr>
          <p:spPr bwMode="gray">
            <a:xfrm>
              <a:off x="9559364" y="0"/>
              <a:ext cx="1661460" cy="936789"/>
            </a:xfrm>
            <a:custGeom>
              <a:avLst/>
              <a:gdLst>
                <a:gd name="connsiteX0" fmla="*/ 7513 w 1661460"/>
                <a:gd name="connsiteY0" fmla="*/ 0 h 936789"/>
                <a:gd name="connsiteX1" fmla="*/ 1653948 w 1661460"/>
                <a:gd name="connsiteY1" fmla="*/ 0 h 936789"/>
                <a:gd name="connsiteX2" fmla="*/ 1657171 w 1661460"/>
                <a:gd name="connsiteY2" fmla="*/ 21122 h 936789"/>
                <a:gd name="connsiteX3" fmla="*/ 1661460 w 1661460"/>
                <a:gd name="connsiteY3" fmla="*/ 106059 h 936789"/>
                <a:gd name="connsiteX4" fmla="*/ 830730 w 1661460"/>
                <a:gd name="connsiteY4" fmla="*/ 936789 h 936789"/>
                <a:gd name="connsiteX5" fmla="*/ 0 w 1661460"/>
                <a:gd name="connsiteY5" fmla="*/ 106059 h 936789"/>
                <a:gd name="connsiteX6" fmla="*/ 4289 w 1661460"/>
                <a:gd name="connsiteY6" fmla="*/ 21122 h 936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1460" h="936789">
                  <a:moveTo>
                    <a:pt x="7513" y="0"/>
                  </a:moveTo>
                  <a:lnTo>
                    <a:pt x="1653948" y="0"/>
                  </a:lnTo>
                  <a:lnTo>
                    <a:pt x="1657171" y="21122"/>
                  </a:lnTo>
                  <a:cubicBezTo>
                    <a:pt x="1660007" y="49048"/>
                    <a:pt x="1661460" y="77384"/>
                    <a:pt x="1661460" y="106059"/>
                  </a:cubicBezTo>
                  <a:cubicBezTo>
                    <a:pt x="1661460" y="564859"/>
                    <a:pt x="1289530" y="936789"/>
                    <a:pt x="830730" y="936789"/>
                  </a:cubicBezTo>
                  <a:cubicBezTo>
                    <a:pt x="371930" y="936789"/>
                    <a:pt x="0" y="564859"/>
                    <a:pt x="0" y="106059"/>
                  </a:cubicBezTo>
                  <a:cubicBezTo>
                    <a:pt x="0" y="77384"/>
                    <a:pt x="1453" y="49048"/>
                    <a:pt x="4289" y="21122"/>
                  </a:cubicBezTo>
                  <a:close/>
                </a:path>
              </a:pathLst>
            </a:cu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39" name="Freeform: Shape 38">
              <a:extLst>
                <a:ext uri="{FF2B5EF4-FFF2-40B4-BE49-F238E27FC236}">
                  <a16:creationId xmlns:a16="http://schemas.microsoft.com/office/drawing/2014/main" id="{10B5BB75-0167-66D5-4F3C-8000D5182C9F}"/>
                </a:ext>
              </a:extLst>
            </p:cNvPr>
            <p:cNvSpPr/>
            <p:nvPr userDrawn="1"/>
          </p:nvSpPr>
          <p:spPr bwMode="gray">
            <a:xfrm>
              <a:off x="7897905" y="0"/>
              <a:ext cx="1661460" cy="936789"/>
            </a:xfrm>
            <a:custGeom>
              <a:avLst/>
              <a:gdLst>
                <a:gd name="connsiteX0" fmla="*/ 7513 w 1661460"/>
                <a:gd name="connsiteY0" fmla="*/ 0 h 936789"/>
                <a:gd name="connsiteX1" fmla="*/ 1653948 w 1661460"/>
                <a:gd name="connsiteY1" fmla="*/ 0 h 936789"/>
                <a:gd name="connsiteX2" fmla="*/ 1657171 w 1661460"/>
                <a:gd name="connsiteY2" fmla="*/ 21122 h 936789"/>
                <a:gd name="connsiteX3" fmla="*/ 1661460 w 1661460"/>
                <a:gd name="connsiteY3" fmla="*/ 106059 h 936789"/>
                <a:gd name="connsiteX4" fmla="*/ 830730 w 1661460"/>
                <a:gd name="connsiteY4" fmla="*/ 936789 h 936789"/>
                <a:gd name="connsiteX5" fmla="*/ 0 w 1661460"/>
                <a:gd name="connsiteY5" fmla="*/ 106059 h 936789"/>
                <a:gd name="connsiteX6" fmla="*/ 4289 w 1661460"/>
                <a:gd name="connsiteY6" fmla="*/ 21122 h 936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1460" h="936789">
                  <a:moveTo>
                    <a:pt x="7513" y="0"/>
                  </a:moveTo>
                  <a:lnTo>
                    <a:pt x="1653948" y="0"/>
                  </a:lnTo>
                  <a:lnTo>
                    <a:pt x="1657171" y="21122"/>
                  </a:lnTo>
                  <a:cubicBezTo>
                    <a:pt x="1660007" y="49048"/>
                    <a:pt x="1661460" y="77384"/>
                    <a:pt x="1661460" y="106059"/>
                  </a:cubicBezTo>
                  <a:cubicBezTo>
                    <a:pt x="1661460" y="564859"/>
                    <a:pt x="1289530" y="936789"/>
                    <a:pt x="830730" y="936789"/>
                  </a:cubicBezTo>
                  <a:cubicBezTo>
                    <a:pt x="371930" y="936789"/>
                    <a:pt x="0" y="564859"/>
                    <a:pt x="0" y="106059"/>
                  </a:cubicBezTo>
                  <a:cubicBezTo>
                    <a:pt x="0" y="77384"/>
                    <a:pt x="1453" y="49048"/>
                    <a:pt x="4289" y="21122"/>
                  </a:cubicBezTo>
                  <a:close/>
                </a:path>
              </a:pathLst>
            </a:cu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43" name="Freeform: Shape 42">
              <a:extLst>
                <a:ext uri="{FF2B5EF4-FFF2-40B4-BE49-F238E27FC236}">
                  <a16:creationId xmlns:a16="http://schemas.microsoft.com/office/drawing/2014/main" id="{0528863C-CFF0-BFF7-83D2-8AE71EC094F3}"/>
                </a:ext>
              </a:extLst>
            </p:cNvPr>
            <p:cNvSpPr/>
            <p:nvPr userDrawn="1"/>
          </p:nvSpPr>
          <p:spPr bwMode="gray">
            <a:xfrm>
              <a:off x="6236446" y="0"/>
              <a:ext cx="1661460" cy="936789"/>
            </a:xfrm>
            <a:custGeom>
              <a:avLst/>
              <a:gdLst>
                <a:gd name="connsiteX0" fmla="*/ 7513 w 1661460"/>
                <a:gd name="connsiteY0" fmla="*/ 0 h 936789"/>
                <a:gd name="connsiteX1" fmla="*/ 1653948 w 1661460"/>
                <a:gd name="connsiteY1" fmla="*/ 0 h 936789"/>
                <a:gd name="connsiteX2" fmla="*/ 1657171 w 1661460"/>
                <a:gd name="connsiteY2" fmla="*/ 21122 h 936789"/>
                <a:gd name="connsiteX3" fmla="*/ 1661460 w 1661460"/>
                <a:gd name="connsiteY3" fmla="*/ 106059 h 936789"/>
                <a:gd name="connsiteX4" fmla="*/ 830730 w 1661460"/>
                <a:gd name="connsiteY4" fmla="*/ 936789 h 936789"/>
                <a:gd name="connsiteX5" fmla="*/ 0 w 1661460"/>
                <a:gd name="connsiteY5" fmla="*/ 106059 h 936789"/>
                <a:gd name="connsiteX6" fmla="*/ 4289 w 1661460"/>
                <a:gd name="connsiteY6" fmla="*/ 21122 h 936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1460" h="936789">
                  <a:moveTo>
                    <a:pt x="7513" y="0"/>
                  </a:moveTo>
                  <a:lnTo>
                    <a:pt x="1653948" y="0"/>
                  </a:lnTo>
                  <a:lnTo>
                    <a:pt x="1657171" y="21122"/>
                  </a:lnTo>
                  <a:cubicBezTo>
                    <a:pt x="1660007" y="49048"/>
                    <a:pt x="1661460" y="77384"/>
                    <a:pt x="1661460" y="106059"/>
                  </a:cubicBezTo>
                  <a:cubicBezTo>
                    <a:pt x="1661460" y="564859"/>
                    <a:pt x="1289530" y="936789"/>
                    <a:pt x="830730" y="936789"/>
                  </a:cubicBezTo>
                  <a:cubicBezTo>
                    <a:pt x="371930" y="936789"/>
                    <a:pt x="0" y="564859"/>
                    <a:pt x="0" y="106059"/>
                  </a:cubicBezTo>
                  <a:cubicBezTo>
                    <a:pt x="0" y="77384"/>
                    <a:pt x="1453" y="49048"/>
                    <a:pt x="4289" y="21122"/>
                  </a:cubicBezTo>
                  <a:close/>
                </a:path>
              </a:pathLst>
            </a:cu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44" name="Freeform: Shape 43">
              <a:extLst>
                <a:ext uri="{FF2B5EF4-FFF2-40B4-BE49-F238E27FC236}">
                  <a16:creationId xmlns:a16="http://schemas.microsoft.com/office/drawing/2014/main" id="{80114763-24E8-65F1-FD20-BEC2DD15993E}"/>
                </a:ext>
              </a:extLst>
            </p:cNvPr>
            <p:cNvSpPr/>
            <p:nvPr userDrawn="1"/>
          </p:nvSpPr>
          <p:spPr bwMode="gray">
            <a:xfrm>
              <a:off x="4574987" y="0"/>
              <a:ext cx="1661460" cy="936789"/>
            </a:xfrm>
            <a:custGeom>
              <a:avLst/>
              <a:gdLst>
                <a:gd name="connsiteX0" fmla="*/ 7513 w 1661460"/>
                <a:gd name="connsiteY0" fmla="*/ 0 h 936789"/>
                <a:gd name="connsiteX1" fmla="*/ 1653948 w 1661460"/>
                <a:gd name="connsiteY1" fmla="*/ 0 h 936789"/>
                <a:gd name="connsiteX2" fmla="*/ 1657171 w 1661460"/>
                <a:gd name="connsiteY2" fmla="*/ 21122 h 936789"/>
                <a:gd name="connsiteX3" fmla="*/ 1661460 w 1661460"/>
                <a:gd name="connsiteY3" fmla="*/ 106059 h 936789"/>
                <a:gd name="connsiteX4" fmla="*/ 830730 w 1661460"/>
                <a:gd name="connsiteY4" fmla="*/ 936789 h 936789"/>
                <a:gd name="connsiteX5" fmla="*/ 0 w 1661460"/>
                <a:gd name="connsiteY5" fmla="*/ 106059 h 936789"/>
                <a:gd name="connsiteX6" fmla="*/ 4289 w 1661460"/>
                <a:gd name="connsiteY6" fmla="*/ 21122 h 936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1460" h="936789">
                  <a:moveTo>
                    <a:pt x="7513" y="0"/>
                  </a:moveTo>
                  <a:lnTo>
                    <a:pt x="1653948" y="0"/>
                  </a:lnTo>
                  <a:lnTo>
                    <a:pt x="1657171" y="21122"/>
                  </a:lnTo>
                  <a:cubicBezTo>
                    <a:pt x="1660007" y="49048"/>
                    <a:pt x="1661460" y="77384"/>
                    <a:pt x="1661460" y="106059"/>
                  </a:cubicBezTo>
                  <a:cubicBezTo>
                    <a:pt x="1661460" y="564859"/>
                    <a:pt x="1289530" y="936789"/>
                    <a:pt x="830730" y="936789"/>
                  </a:cubicBezTo>
                  <a:cubicBezTo>
                    <a:pt x="371930" y="936789"/>
                    <a:pt x="0" y="564859"/>
                    <a:pt x="0" y="106059"/>
                  </a:cubicBezTo>
                  <a:cubicBezTo>
                    <a:pt x="0" y="77384"/>
                    <a:pt x="1453" y="49048"/>
                    <a:pt x="4289" y="21122"/>
                  </a:cubicBezTo>
                  <a:close/>
                </a:path>
              </a:pathLst>
            </a:cu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45" name="Freeform: Shape 44">
              <a:extLst>
                <a:ext uri="{FF2B5EF4-FFF2-40B4-BE49-F238E27FC236}">
                  <a16:creationId xmlns:a16="http://schemas.microsoft.com/office/drawing/2014/main" id="{22CCBE72-BF65-E4C0-A522-CEB74B4A25F7}"/>
                </a:ext>
              </a:extLst>
            </p:cNvPr>
            <p:cNvSpPr/>
            <p:nvPr userDrawn="1"/>
          </p:nvSpPr>
          <p:spPr bwMode="gray">
            <a:xfrm>
              <a:off x="2913528" y="0"/>
              <a:ext cx="1661460" cy="936789"/>
            </a:xfrm>
            <a:custGeom>
              <a:avLst/>
              <a:gdLst>
                <a:gd name="connsiteX0" fmla="*/ 7513 w 1661460"/>
                <a:gd name="connsiteY0" fmla="*/ 0 h 936789"/>
                <a:gd name="connsiteX1" fmla="*/ 1653948 w 1661460"/>
                <a:gd name="connsiteY1" fmla="*/ 0 h 936789"/>
                <a:gd name="connsiteX2" fmla="*/ 1657171 w 1661460"/>
                <a:gd name="connsiteY2" fmla="*/ 21122 h 936789"/>
                <a:gd name="connsiteX3" fmla="*/ 1661460 w 1661460"/>
                <a:gd name="connsiteY3" fmla="*/ 106059 h 936789"/>
                <a:gd name="connsiteX4" fmla="*/ 830730 w 1661460"/>
                <a:gd name="connsiteY4" fmla="*/ 936789 h 936789"/>
                <a:gd name="connsiteX5" fmla="*/ 0 w 1661460"/>
                <a:gd name="connsiteY5" fmla="*/ 106059 h 936789"/>
                <a:gd name="connsiteX6" fmla="*/ 4289 w 1661460"/>
                <a:gd name="connsiteY6" fmla="*/ 21122 h 936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1460" h="936789">
                  <a:moveTo>
                    <a:pt x="7513" y="0"/>
                  </a:moveTo>
                  <a:lnTo>
                    <a:pt x="1653948" y="0"/>
                  </a:lnTo>
                  <a:lnTo>
                    <a:pt x="1657171" y="21122"/>
                  </a:lnTo>
                  <a:cubicBezTo>
                    <a:pt x="1660007" y="49048"/>
                    <a:pt x="1661460" y="77384"/>
                    <a:pt x="1661460" y="106059"/>
                  </a:cubicBezTo>
                  <a:cubicBezTo>
                    <a:pt x="1661460" y="564859"/>
                    <a:pt x="1289530" y="936789"/>
                    <a:pt x="830730" y="936789"/>
                  </a:cubicBezTo>
                  <a:cubicBezTo>
                    <a:pt x="371930" y="936789"/>
                    <a:pt x="0" y="564859"/>
                    <a:pt x="0" y="106059"/>
                  </a:cubicBezTo>
                  <a:cubicBezTo>
                    <a:pt x="0" y="77384"/>
                    <a:pt x="1453" y="49048"/>
                    <a:pt x="4289" y="21122"/>
                  </a:cubicBezTo>
                  <a:close/>
                </a:path>
              </a:pathLst>
            </a:cu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50" name="Freeform: Shape 49">
              <a:extLst>
                <a:ext uri="{FF2B5EF4-FFF2-40B4-BE49-F238E27FC236}">
                  <a16:creationId xmlns:a16="http://schemas.microsoft.com/office/drawing/2014/main" id="{A9C7495F-6A7E-4C4B-E491-39B263A91183}"/>
                </a:ext>
              </a:extLst>
            </p:cNvPr>
            <p:cNvSpPr/>
            <p:nvPr userDrawn="1"/>
          </p:nvSpPr>
          <p:spPr bwMode="gray">
            <a:xfrm>
              <a:off x="1252069" y="0"/>
              <a:ext cx="1661460" cy="936789"/>
            </a:xfrm>
            <a:custGeom>
              <a:avLst/>
              <a:gdLst>
                <a:gd name="connsiteX0" fmla="*/ 7513 w 1661460"/>
                <a:gd name="connsiteY0" fmla="*/ 0 h 936789"/>
                <a:gd name="connsiteX1" fmla="*/ 1653948 w 1661460"/>
                <a:gd name="connsiteY1" fmla="*/ 0 h 936789"/>
                <a:gd name="connsiteX2" fmla="*/ 1657171 w 1661460"/>
                <a:gd name="connsiteY2" fmla="*/ 21122 h 936789"/>
                <a:gd name="connsiteX3" fmla="*/ 1661460 w 1661460"/>
                <a:gd name="connsiteY3" fmla="*/ 106059 h 936789"/>
                <a:gd name="connsiteX4" fmla="*/ 830730 w 1661460"/>
                <a:gd name="connsiteY4" fmla="*/ 936789 h 936789"/>
                <a:gd name="connsiteX5" fmla="*/ 0 w 1661460"/>
                <a:gd name="connsiteY5" fmla="*/ 106059 h 936789"/>
                <a:gd name="connsiteX6" fmla="*/ 4289 w 1661460"/>
                <a:gd name="connsiteY6" fmla="*/ 21122 h 936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1460" h="936789">
                  <a:moveTo>
                    <a:pt x="7513" y="0"/>
                  </a:moveTo>
                  <a:lnTo>
                    <a:pt x="1653948" y="0"/>
                  </a:lnTo>
                  <a:lnTo>
                    <a:pt x="1657171" y="21122"/>
                  </a:lnTo>
                  <a:cubicBezTo>
                    <a:pt x="1660007" y="49048"/>
                    <a:pt x="1661460" y="77384"/>
                    <a:pt x="1661460" y="106059"/>
                  </a:cubicBezTo>
                  <a:cubicBezTo>
                    <a:pt x="1661460" y="564859"/>
                    <a:pt x="1289530" y="936789"/>
                    <a:pt x="830730" y="936789"/>
                  </a:cubicBezTo>
                  <a:cubicBezTo>
                    <a:pt x="371930" y="936789"/>
                    <a:pt x="0" y="564859"/>
                    <a:pt x="0" y="106059"/>
                  </a:cubicBezTo>
                  <a:cubicBezTo>
                    <a:pt x="0" y="77384"/>
                    <a:pt x="1453" y="49048"/>
                    <a:pt x="4289" y="21122"/>
                  </a:cubicBezTo>
                  <a:close/>
                </a:path>
              </a:pathLst>
            </a:cu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53" name="Freeform: Shape 52">
              <a:extLst>
                <a:ext uri="{FF2B5EF4-FFF2-40B4-BE49-F238E27FC236}">
                  <a16:creationId xmlns:a16="http://schemas.microsoft.com/office/drawing/2014/main" id="{C1ECD438-911A-89DE-3692-3731FDAE84B9}"/>
                </a:ext>
              </a:extLst>
            </p:cNvPr>
            <p:cNvSpPr/>
            <p:nvPr userDrawn="1"/>
          </p:nvSpPr>
          <p:spPr bwMode="gray">
            <a:xfrm>
              <a:off x="0" y="0"/>
              <a:ext cx="1252071" cy="936789"/>
            </a:xfrm>
            <a:custGeom>
              <a:avLst/>
              <a:gdLst>
                <a:gd name="connsiteX0" fmla="*/ 0 w 1252071"/>
                <a:gd name="connsiteY0" fmla="*/ 0 h 936789"/>
                <a:gd name="connsiteX1" fmla="*/ 1244559 w 1252071"/>
                <a:gd name="connsiteY1" fmla="*/ 0 h 936789"/>
                <a:gd name="connsiteX2" fmla="*/ 1247782 w 1252071"/>
                <a:gd name="connsiteY2" fmla="*/ 21122 h 936789"/>
                <a:gd name="connsiteX3" fmla="*/ 1252071 w 1252071"/>
                <a:gd name="connsiteY3" fmla="*/ 106059 h 936789"/>
                <a:gd name="connsiteX4" fmla="*/ 421341 w 1252071"/>
                <a:gd name="connsiteY4" fmla="*/ 936789 h 936789"/>
                <a:gd name="connsiteX5" fmla="*/ 97983 w 1252071"/>
                <a:gd name="connsiteY5" fmla="*/ 871506 h 936789"/>
                <a:gd name="connsiteX6" fmla="*/ 0 w 1252071"/>
                <a:gd name="connsiteY6" fmla="*/ 818323 h 936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52071" h="936789">
                  <a:moveTo>
                    <a:pt x="0" y="0"/>
                  </a:moveTo>
                  <a:lnTo>
                    <a:pt x="1244559" y="0"/>
                  </a:lnTo>
                  <a:lnTo>
                    <a:pt x="1247782" y="21122"/>
                  </a:lnTo>
                  <a:cubicBezTo>
                    <a:pt x="1250618" y="49048"/>
                    <a:pt x="1252071" y="77384"/>
                    <a:pt x="1252071" y="106059"/>
                  </a:cubicBezTo>
                  <a:cubicBezTo>
                    <a:pt x="1252071" y="564859"/>
                    <a:pt x="880141" y="936789"/>
                    <a:pt x="421341" y="936789"/>
                  </a:cubicBezTo>
                  <a:cubicBezTo>
                    <a:pt x="306641" y="936789"/>
                    <a:pt x="197370" y="913543"/>
                    <a:pt x="97983" y="871506"/>
                  </a:cubicBezTo>
                  <a:lnTo>
                    <a:pt x="0" y="818323"/>
                  </a:lnTo>
                  <a:close/>
                </a:path>
              </a:pathLst>
            </a:cu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grpSp>
      <p:pic>
        <p:nvPicPr>
          <p:cNvPr id="10" name="Optum Logo" descr="Optum">
            <a:extLst>
              <a:ext uri="{FF2B5EF4-FFF2-40B4-BE49-F238E27FC236}">
                <a16:creationId xmlns:a16="http://schemas.microsoft.com/office/drawing/2014/main" id="{9E4A366B-1A37-D338-5576-AD996B1B6C91}"/>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590495" y="596255"/>
            <a:ext cx="1817487" cy="526250"/>
          </a:xfrm>
          <a:prstGeom prst="rect">
            <a:avLst/>
          </a:prstGeom>
        </p:spPr>
      </p:pic>
      <p:sp>
        <p:nvSpPr>
          <p:cNvPr id="2" name="Title">
            <a:extLst>
              <a:ext uri="{FF2B5EF4-FFF2-40B4-BE49-F238E27FC236}">
                <a16:creationId xmlns:a16="http://schemas.microsoft.com/office/drawing/2014/main" id="{59CA19A5-5525-4A37-AEE4-E2ED4BB950D4}"/>
              </a:ext>
            </a:extLst>
          </p:cNvPr>
          <p:cNvSpPr>
            <a:spLocks noGrp="1"/>
          </p:cNvSpPr>
          <p:nvPr userDrawn="1">
            <p:ph type="title" hasCustomPrompt="1"/>
          </p:nvPr>
        </p:nvSpPr>
        <p:spPr bwMode="gray">
          <a:xfrm>
            <a:off x="603972" y="1847737"/>
            <a:ext cx="7159752" cy="1692771"/>
          </a:xfrm>
        </p:spPr>
        <p:txBody>
          <a:bodyPr anchor="b"/>
          <a:lstStyle>
            <a:lvl1pPr>
              <a:lnSpc>
                <a:spcPct val="100000"/>
              </a:lnSpc>
              <a:defRPr sz="5500" b="0" spc="0" baseline="0">
                <a:solidFill>
                  <a:schemeClr val="tx1"/>
                </a:solidFill>
              </a:defRPr>
            </a:lvl1pPr>
          </a:lstStyle>
          <a:p>
            <a:r>
              <a:rPr lang="en-US" dirty="0"/>
              <a:t>Insightful presentation title (max. 2 lines)</a:t>
            </a:r>
          </a:p>
        </p:txBody>
      </p:sp>
      <p:sp>
        <p:nvSpPr>
          <p:cNvPr id="16" name="Subtitle Placeholder">
            <a:extLst>
              <a:ext uri="{FF2B5EF4-FFF2-40B4-BE49-F238E27FC236}">
                <a16:creationId xmlns:a16="http://schemas.microsoft.com/office/drawing/2014/main" id="{2E03F862-177D-4A2A-BB03-60A40298232B}"/>
              </a:ext>
            </a:extLst>
          </p:cNvPr>
          <p:cNvSpPr>
            <a:spLocks noGrp="1"/>
          </p:cNvSpPr>
          <p:nvPr userDrawn="1">
            <p:ph type="body" sz="quarter" idx="10" hasCustomPrompt="1"/>
          </p:nvPr>
        </p:nvSpPr>
        <p:spPr bwMode="gray">
          <a:xfrm>
            <a:off x="603972" y="3907239"/>
            <a:ext cx="5029200" cy="553998"/>
          </a:xfrm>
        </p:spPr>
        <p:txBody>
          <a:bodyPr wrap="square">
            <a:spAutoFit/>
          </a:bodyPr>
          <a:lstStyle>
            <a:lvl1pPr marL="0" indent="0">
              <a:spcBef>
                <a:spcPts val="0"/>
              </a:spcBef>
              <a:buFont typeface="Arial" panose="020B0604020202020204" pitchFamily="34" charset="0"/>
              <a:buNone/>
              <a:defRPr sz="1800" b="0">
                <a:solidFill>
                  <a:schemeClr val="tx1"/>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dirty="0"/>
              <a:t>Presentation subtitle (optional); Arial 18pt, sentence case, max. 3 lines</a:t>
            </a:r>
          </a:p>
        </p:txBody>
      </p:sp>
      <p:cxnSp>
        <p:nvCxnSpPr>
          <p:cNvPr id="4" name="Stoke">
            <a:extLst>
              <a:ext uri="{FF2B5EF4-FFF2-40B4-BE49-F238E27FC236}">
                <a16:creationId xmlns:a16="http://schemas.microsoft.com/office/drawing/2014/main" id="{8B021B3E-53AB-AF1F-C247-0412E9A1F2D9}"/>
              </a:ext>
              <a:ext uri="{C183D7F6-B498-43B3-948B-1728B52AA6E4}">
                <adec:decorative xmlns:adec="http://schemas.microsoft.com/office/drawing/2017/decorative" val="1"/>
              </a:ext>
            </a:extLst>
          </p:cNvPr>
          <p:cNvCxnSpPr>
            <a:cxnSpLocks/>
          </p:cNvCxnSpPr>
          <p:nvPr userDrawn="1"/>
        </p:nvCxnSpPr>
        <p:spPr bwMode="gray">
          <a:xfrm>
            <a:off x="603972" y="562775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17" name="Presentation Date Placeholder">
            <a:extLst>
              <a:ext uri="{FF2B5EF4-FFF2-40B4-BE49-F238E27FC236}">
                <a16:creationId xmlns:a16="http://schemas.microsoft.com/office/drawing/2014/main" id="{798BE44C-881B-41C4-90ED-E3EADCC7440A}"/>
              </a:ext>
            </a:extLst>
          </p:cNvPr>
          <p:cNvSpPr>
            <a:spLocks noGrp="1"/>
          </p:cNvSpPr>
          <p:nvPr userDrawn="1">
            <p:ph type="body" sz="quarter" idx="11" hasCustomPrompt="1"/>
          </p:nvPr>
        </p:nvSpPr>
        <p:spPr bwMode="gray">
          <a:xfrm>
            <a:off x="603972" y="6032855"/>
            <a:ext cx="5029200" cy="215444"/>
          </a:xfrm>
        </p:spPr>
        <p:txBody>
          <a:bodyPr wrap="square" anchor="b">
            <a:spAutoFit/>
          </a:bodyPr>
          <a:lstStyle>
            <a:lvl1pPr marL="0" indent="0">
              <a:spcBef>
                <a:spcPts val="0"/>
              </a:spcBef>
              <a:buFont typeface="Arial" panose="020B0604020202020204" pitchFamily="34" charset="0"/>
              <a:buNone/>
              <a:defRPr sz="1400" b="0">
                <a:solidFill>
                  <a:schemeClr val="tx1"/>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dirty="0"/>
              <a:t>Month DD, YYYY (May also be location or speaker)</a:t>
            </a:r>
          </a:p>
        </p:txBody>
      </p:sp>
      <p:sp>
        <p:nvSpPr>
          <p:cNvPr id="6" name="Date Placeholder">
            <a:extLst>
              <a:ext uri="{FF2B5EF4-FFF2-40B4-BE49-F238E27FC236}">
                <a16:creationId xmlns:a16="http://schemas.microsoft.com/office/drawing/2014/main" id="{E23FAE9B-982D-41B9-BBD2-74E842A46071}"/>
              </a:ext>
            </a:extLst>
          </p:cNvPr>
          <p:cNvSpPr>
            <a:spLocks noGrp="1"/>
          </p:cNvSpPr>
          <p:nvPr userDrawn="1">
            <p:ph type="dt" sz="half" idx="12"/>
          </p:nvPr>
        </p:nvSpPr>
        <p:spPr bwMode="gray"/>
        <p:txBody>
          <a:bodyPr/>
          <a:lstStyle/>
          <a:p>
            <a:fld id="{3AAC60EB-BBC2-4CF0-860A-8D4A91284465}" type="datetime1">
              <a:rPr lang="en-US" smtClean="0"/>
              <a:t>5/5/2026</a:t>
            </a:fld>
            <a:endParaRPr lang="en-US" dirty="0"/>
          </a:p>
        </p:txBody>
      </p:sp>
      <p:sp>
        <p:nvSpPr>
          <p:cNvPr id="7" name="Footer Placeholder">
            <a:extLst>
              <a:ext uri="{FF2B5EF4-FFF2-40B4-BE49-F238E27FC236}">
                <a16:creationId xmlns:a16="http://schemas.microsoft.com/office/drawing/2014/main" id="{0E8CE9CD-F45B-421B-99EE-E365E024903C}"/>
              </a:ext>
            </a:extLst>
          </p:cNvPr>
          <p:cNvSpPr>
            <a:spLocks noGrp="1"/>
          </p:cNvSpPr>
          <p:nvPr userDrawn="1">
            <p:ph type="ftr" sz="quarter" idx="13"/>
          </p:nvPr>
        </p:nvSpPr>
        <p:spPr bwMode="gray"/>
        <p:txBody>
          <a:bodyPr/>
          <a:lstStyle/>
          <a:p>
            <a:r>
              <a:rPr lang="en-US" dirty="0"/>
              <a:t>Confidential property of Optum. Do not distribute or reproduce without express permission from Optum.</a:t>
            </a:r>
          </a:p>
        </p:txBody>
      </p:sp>
      <p:sp>
        <p:nvSpPr>
          <p:cNvPr id="8" name="Slide Number Placeholder">
            <a:extLst>
              <a:ext uri="{FF2B5EF4-FFF2-40B4-BE49-F238E27FC236}">
                <a16:creationId xmlns:a16="http://schemas.microsoft.com/office/drawing/2014/main" id="{1E1DF904-338B-407E-A788-88865DF5B781}"/>
              </a:ext>
            </a:extLst>
          </p:cNvPr>
          <p:cNvSpPr>
            <a:spLocks noGrp="1"/>
          </p:cNvSpPr>
          <p:nvPr userDrawn="1">
            <p:ph type="sldNum" sz="quarter" idx="14"/>
          </p:nvPr>
        </p:nvSpPr>
        <p:spPr bwMode="gray"/>
        <p:txBody>
          <a:bodyPr/>
          <a:lstStyle/>
          <a:p>
            <a:fld id="{03805D93-7D4B-4CBC-BABC-3A8AC08CB7F4}" type="slidenum">
              <a:rPr lang="en-US" smtClean="0"/>
              <a:pPr/>
              <a:t>‹#›</a:t>
            </a:fld>
            <a:endParaRPr lang="en-US" dirty="0"/>
          </a:p>
        </p:txBody>
      </p:sp>
    </p:spTree>
    <p:extLst>
      <p:ext uri="{BB962C8B-B14F-4D97-AF65-F5344CB8AC3E}">
        <p14:creationId xmlns:p14="http://schemas.microsoft.com/office/powerpoint/2010/main" val="279419925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369">
          <p15:clr>
            <a:srgbClr val="5ACBF0"/>
          </p15:clr>
        </p15:guide>
        <p15:guide id="3" orient="horz" pos="2236">
          <p15:clr>
            <a:srgbClr val="5ACBF0"/>
          </p15:clr>
        </p15:guide>
        <p15:guide id="4" orient="horz" pos="2452">
          <p15:clr>
            <a:srgbClr val="5ACBF0"/>
          </p15:clr>
        </p15:guide>
        <p15:guide id="5" pos="4892">
          <p15:clr>
            <a:srgbClr val="5ACBF0"/>
          </p15:clr>
        </p15:guide>
        <p15:guide id="6" pos="3551">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Cover 05">
    <p:bg>
      <p:bgPr>
        <a:solidFill>
          <a:schemeClr val="bg2"/>
        </a:solidFill>
        <a:effectLst/>
      </p:bgPr>
    </p:bg>
    <p:spTree>
      <p:nvGrpSpPr>
        <p:cNvPr id="1" name=""/>
        <p:cNvGrpSpPr/>
        <p:nvPr/>
      </p:nvGrpSpPr>
      <p:grpSpPr>
        <a:xfrm>
          <a:off x="0" y="0"/>
          <a:ext cx="0" cy="0"/>
          <a:chOff x="0" y="0"/>
          <a:chExt cx="0" cy="0"/>
        </a:xfrm>
      </p:grpSpPr>
      <p:pic>
        <p:nvPicPr>
          <p:cNvPr id="36" name="Optum Logo" descr="Optum">
            <a:extLst>
              <a:ext uri="{FF2B5EF4-FFF2-40B4-BE49-F238E27FC236}">
                <a16:creationId xmlns:a16="http://schemas.microsoft.com/office/drawing/2014/main" id="{34FAD427-994C-EAA7-3D7D-D9CA0C3C5AAF}"/>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130785"/>
            <a:ext cx="1380744" cy="399792"/>
          </a:xfrm>
          <a:prstGeom prst="rect">
            <a:avLst/>
          </a:prstGeom>
        </p:spPr>
      </p:pic>
      <p:sp>
        <p:nvSpPr>
          <p:cNvPr id="9" name="Orange Title Block">
            <a:extLst>
              <a:ext uri="{FF2B5EF4-FFF2-40B4-BE49-F238E27FC236}">
                <a16:creationId xmlns:a16="http://schemas.microsoft.com/office/drawing/2014/main" id="{1F20D028-C1DD-E64B-748C-C7A8CF12A4B4}"/>
              </a:ext>
              <a:ext uri="{C183D7F6-B498-43B3-948B-1728B52AA6E4}">
                <adec:decorative xmlns:adec="http://schemas.microsoft.com/office/drawing/2017/decorative" val="1"/>
              </a:ext>
            </a:extLst>
          </p:cNvPr>
          <p:cNvSpPr/>
          <p:nvPr userDrawn="1"/>
        </p:nvSpPr>
        <p:spPr bwMode="gray">
          <a:xfrm>
            <a:off x="0" y="1613945"/>
            <a:ext cx="140027" cy="2017460"/>
          </a:xfrm>
          <a:prstGeom prst="rect">
            <a:avLst/>
          </a:prstGeom>
          <a:solidFill>
            <a:schemeClr val="tx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Title">
            <a:extLst>
              <a:ext uri="{FF2B5EF4-FFF2-40B4-BE49-F238E27FC236}">
                <a16:creationId xmlns:a16="http://schemas.microsoft.com/office/drawing/2014/main" id="{59CA19A5-5525-4A37-AEE4-E2ED4BB950D4}"/>
              </a:ext>
            </a:extLst>
          </p:cNvPr>
          <p:cNvSpPr>
            <a:spLocks noGrp="1"/>
          </p:cNvSpPr>
          <p:nvPr>
            <p:ph type="title" hasCustomPrompt="1"/>
          </p:nvPr>
        </p:nvSpPr>
        <p:spPr bwMode="gray">
          <a:xfrm>
            <a:off x="468355" y="1637013"/>
            <a:ext cx="4663440" cy="1994392"/>
          </a:xfrm>
        </p:spPr>
        <p:txBody>
          <a:bodyPr anchor="ctr" anchorCtr="0"/>
          <a:lstStyle>
            <a:lvl1pPr>
              <a:defRPr sz="4800" b="0" spc="0" baseline="0">
                <a:solidFill>
                  <a:schemeClr val="tx1"/>
                </a:solidFill>
              </a:defRPr>
            </a:lvl1pPr>
          </a:lstStyle>
          <a:p>
            <a:r>
              <a:rPr lang="en-US" dirty="0"/>
              <a:t>Insightful presentation title (max. 3 lines)</a:t>
            </a:r>
          </a:p>
        </p:txBody>
      </p:sp>
      <p:sp>
        <p:nvSpPr>
          <p:cNvPr id="16" name="Subtitle Placeholder">
            <a:extLst>
              <a:ext uri="{FF2B5EF4-FFF2-40B4-BE49-F238E27FC236}">
                <a16:creationId xmlns:a16="http://schemas.microsoft.com/office/drawing/2014/main" id="{2E03F862-177D-4A2A-BB03-60A40298232B}"/>
              </a:ext>
            </a:extLst>
          </p:cNvPr>
          <p:cNvSpPr>
            <a:spLocks noGrp="1"/>
          </p:cNvSpPr>
          <p:nvPr>
            <p:ph type="body" sz="quarter" idx="10" hasCustomPrompt="1"/>
          </p:nvPr>
        </p:nvSpPr>
        <p:spPr bwMode="gray">
          <a:xfrm>
            <a:off x="468355" y="4057067"/>
            <a:ext cx="4663440" cy="553998"/>
          </a:xfrm>
        </p:spPr>
        <p:txBody>
          <a:bodyPr>
            <a:spAutoFit/>
          </a:bodyPr>
          <a:lstStyle>
            <a:lvl1pPr marL="0" indent="0">
              <a:spcBef>
                <a:spcPts val="0"/>
              </a:spcBef>
              <a:buFont typeface="Arial" panose="020B0604020202020204" pitchFamily="34" charset="0"/>
              <a:buNone/>
              <a:defRPr sz="1800">
                <a:solidFill>
                  <a:schemeClr val="tx1"/>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dirty="0"/>
              <a:t>Presentation subtitle (optional); Arial 18pt, sentence case, max. 2 lines</a:t>
            </a:r>
          </a:p>
        </p:txBody>
      </p:sp>
      <p:cxnSp>
        <p:nvCxnSpPr>
          <p:cNvPr id="5" name="Orange Stroke">
            <a:extLst>
              <a:ext uri="{FF2B5EF4-FFF2-40B4-BE49-F238E27FC236}">
                <a16:creationId xmlns:a16="http://schemas.microsoft.com/office/drawing/2014/main" id="{187DC2AD-BB0A-D126-DF01-ACD329735A8A}"/>
              </a:ext>
              <a:ext uri="{C183D7F6-B498-43B3-948B-1728B52AA6E4}">
                <adec:decorative xmlns:adec="http://schemas.microsoft.com/office/drawing/2017/decorative" val="1"/>
              </a:ext>
            </a:extLst>
          </p:cNvPr>
          <p:cNvCxnSpPr/>
          <p:nvPr userDrawn="1"/>
        </p:nvCxnSpPr>
        <p:spPr bwMode="gray">
          <a:xfrm>
            <a:off x="486598" y="5107308"/>
            <a:ext cx="1041399" cy="0"/>
          </a:xfrm>
          <a:prstGeom prst="line">
            <a:avLst/>
          </a:prstGeom>
          <a:ln w="1905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17" name="Presentation Date Placeholder">
            <a:extLst>
              <a:ext uri="{FF2B5EF4-FFF2-40B4-BE49-F238E27FC236}">
                <a16:creationId xmlns:a16="http://schemas.microsoft.com/office/drawing/2014/main" id="{798BE44C-881B-41C4-90ED-E3EADCC7440A}"/>
              </a:ext>
            </a:extLst>
          </p:cNvPr>
          <p:cNvSpPr>
            <a:spLocks noGrp="1"/>
          </p:cNvSpPr>
          <p:nvPr>
            <p:ph type="body" sz="quarter" idx="11" hasCustomPrompt="1"/>
          </p:nvPr>
        </p:nvSpPr>
        <p:spPr bwMode="gray">
          <a:xfrm>
            <a:off x="468355" y="5298673"/>
            <a:ext cx="4663440" cy="261610"/>
          </a:xfrm>
        </p:spPr>
        <p:txBody>
          <a:bodyPr wrap="square" anchor="t" anchorCtr="0">
            <a:spAutoFit/>
          </a:bodyPr>
          <a:lstStyle>
            <a:lvl1pPr marL="0" indent="0">
              <a:spcBef>
                <a:spcPts val="0"/>
              </a:spcBef>
              <a:buFont typeface="Arial" panose="020B0604020202020204" pitchFamily="34" charset="0"/>
              <a:buNone/>
              <a:defRPr sz="1700" b="0">
                <a:solidFill>
                  <a:schemeClr val="tx1"/>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dirty="0"/>
              <a:t>Month DD, YYYY (Location or speaker allowed)</a:t>
            </a:r>
          </a:p>
        </p:txBody>
      </p:sp>
      <p:sp>
        <p:nvSpPr>
          <p:cNvPr id="13" name="Cicrle - Sky Blue">
            <a:extLst>
              <a:ext uri="{FF2B5EF4-FFF2-40B4-BE49-F238E27FC236}">
                <a16:creationId xmlns:a16="http://schemas.microsoft.com/office/drawing/2014/main" id="{A3094BC5-4FB5-E04D-B692-F17B3E77463B}"/>
              </a:ext>
              <a:ext uri="{C183D7F6-B498-43B3-948B-1728B52AA6E4}">
                <adec:decorative xmlns:adec="http://schemas.microsoft.com/office/drawing/2017/decorative" val="1"/>
              </a:ext>
            </a:extLst>
          </p:cNvPr>
          <p:cNvSpPr/>
          <p:nvPr userDrawn="1"/>
        </p:nvSpPr>
        <p:spPr bwMode="gray">
          <a:xfrm>
            <a:off x="5509595" y="403424"/>
            <a:ext cx="6051151" cy="6051151"/>
          </a:xfrm>
          <a:prstGeom prst="ellipse">
            <a:avLst/>
          </a:pr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8" name="Picture Placeholder">
            <a:extLst>
              <a:ext uri="{FF2B5EF4-FFF2-40B4-BE49-F238E27FC236}">
                <a16:creationId xmlns:a16="http://schemas.microsoft.com/office/drawing/2014/main" id="{DB1BC5FF-DAB1-5796-B1BE-746461B54B3F}"/>
              </a:ext>
            </a:extLst>
          </p:cNvPr>
          <p:cNvSpPr>
            <a:spLocks noGrp="1"/>
          </p:cNvSpPr>
          <p:nvPr>
            <p:ph type="pic" sz="quarter" idx="15" hasCustomPrompt="1"/>
          </p:nvPr>
        </p:nvSpPr>
        <p:spPr bwMode="gray">
          <a:xfrm>
            <a:off x="5334770" y="685800"/>
            <a:ext cx="6400800" cy="6172200"/>
          </a:xfrm>
        </p:spPr>
        <p:txBody>
          <a:bodyPr lIns="914400" rIns="914400"/>
          <a:lstStyle>
            <a:lvl1pPr algn="ctr">
              <a:defRPr sz="1400"/>
            </a:lvl1pPr>
          </a:lstStyle>
          <a:p>
            <a:br>
              <a:rPr lang="en-US" dirty="0"/>
            </a:br>
            <a:br>
              <a:rPr lang="en-US" dirty="0"/>
            </a:br>
            <a:r>
              <a:rPr lang="en-US" dirty="0"/>
              <a:t>Traditional portraiture with removed background may be inserted into this placeholder with unchanged dimensions (6.75” H x 7.0” W). </a:t>
            </a:r>
            <a:br>
              <a:rPr lang="en-US" dirty="0"/>
            </a:br>
            <a:br>
              <a:rPr lang="en-US" dirty="0"/>
            </a:br>
            <a:r>
              <a:rPr lang="en-US" dirty="0"/>
              <a:t>To access brand approved photography, visit: brand.optum.com/content/photography-new.</a:t>
            </a:r>
            <a:br>
              <a:rPr lang="en-US" dirty="0"/>
            </a:br>
            <a:br>
              <a:rPr lang="en-US" dirty="0"/>
            </a:br>
            <a:br>
              <a:rPr lang="en-US" dirty="0"/>
            </a:br>
            <a:r>
              <a:rPr lang="en-US" dirty="0"/>
              <a:t>DO NOT use Copilot inserted imagery.</a:t>
            </a:r>
          </a:p>
          <a:p>
            <a:endParaRPr lang="en-US" dirty="0"/>
          </a:p>
        </p:txBody>
      </p:sp>
      <p:sp>
        <p:nvSpPr>
          <p:cNvPr id="6" name="Date Placeholder">
            <a:extLst>
              <a:ext uri="{FF2B5EF4-FFF2-40B4-BE49-F238E27FC236}">
                <a16:creationId xmlns:a16="http://schemas.microsoft.com/office/drawing/2014/main" id="{E23FAE9B-982D-41B9-BBD2-74E842A46071}"/>
              </a:ext>
            </a:extLst>
          </p:cNvPr>
          <p:cNvSpPr>
            <a:spLocks noGrp="1"/>
          </p:cNvSpPr>
          <p:nvPr>
            <p:ph type="dt" sz="half" idx="12"/>
          </p:nvPr>
        </p:nvSpPr>
        <p:spPr bwMode="gray"/>
        <p:txBody>
          <a:bodyPr/>
          <a:lstStyle/>
          <a:p>
            <a:fld id="{F87A1334-A36A-4C7C-9518-D463B6987497}" type="datetime1">
              <a:rPr lang="en-US" smtClean="0"/>
              <a:t>5/5/2026</a:t>
            </a:fld>
            <a:endParaRPr lang="en-US" dirty="0"/>
          </a:p>
        </p:txBody>
      </p:sp>
      <p:sp>
        <p:nvSpPr>
          <p:cNvPr id="7" name="Footer Placeholder">
            <a:extLst>
              <a:ext uri="{FF2B5EF4-FFF2-40B4-BE49-F238E27FC236}">
                <a16:creationId xmlns:a16="http://schemas.microsoft.com/office/drawing/2014/main" id="{0E8CE9CD-F45B-421B-99EE-E365E024903C}"/>
              </a:ext>
            </a:extLst>
          </p:cNvPr>
          <p:cNvSpPr>
            <a:spLocks noGrp="1"/>
          </p:cNvSpPr>
          <p:nvPr>
            <p:ph type="ftr" sz="quarter" idx="13"/>
          </p:nvPr>
        </p:nvSpPr>
        <p:spPr bwMode="gray"/>
        <p:txBody>
          <a:bodyPr/>
          <a:lstStyle/>
          <a:p>
            <a:r>
              <a:rPr lang="en-US" dirty="0"/>
              <a:t>Confidential property of Optum. Do not distribute or reproduce without express permission from Optum.</a:t>
            </a:r>
          </a:p>
        </p:txBody>
      </p:sp>
      <p:sp>
        <p:nvSpPr>
          <p:cNvPr id="8" name="Slide Number Placeholder">
            <a:extLst>
              <a:ext uri="{FF2B5EF4-FFF2-40B4-BE49-F238E27FC236}">
                <a16:creationId xmlns:a16="http://schemas.microsoft.com/office/drawing/2014/main" id="{1E1DF904-338B-407E-A788-88865DF5B781}"/>
              </a:ext>
            </a:extLst>
          </p:cNvPr>
          <p:cNvSpPr>
            <a:spLocks noGrp="1"/>
          </p:cNvSpPr>
          <p:nvPr>
            <p:ph type="sldNum" sz="quarter" idx="14"/>
          </p:nvPr>
        </p:nvSpPr>
        <p:spPr bwMode="gray"/>
        <p:txBody>
          <a:bodyPr/>
          <a:lstStyle/>
          <a:p>
            <a:fld id="{03805D93-7D4B-4CBC-BABC-3A8AC08CB7F4}" type="slidenum">
              <a:rPr lang="en-US" smtClean="0"/>
              <a:pPr/>
              <a:t>‹#›</a:t>
            </a:fld>
            <a:endParaRPr lang="en-US" dirty="0"/>
          </a:p>
        </p:txBody>
      </p:sp>
    </p:spTree>
    <p:extLst>
      <p:ext uri="{BB962C8B-B14F-4D97-AF65-F5344CB8AC3E}">
        <p14:creationId xmlns:p14="http://schemas.microsoft.com/office/powerpoint/2010/main" val="325725846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236">
          <p15:clr>
            <a:srgbClr val="5ACBF0"/>
          </p15:clr>
        </p15:guide>
        <p15:guide id="2" pos="6626">
          <p15:clr>
            <a:srgbClr val="5ACBF0"/>
          </p15:clr>
        </p15:guide>
        <p15:guide id="3" orient="horz" pos="2288">
          <p15:clr>
            <a:srgbClr val="5ACBF0"/>
          </p15:clr>
        </p15:guide>
        <p15:guide id="4" orient="horz" pos="2548">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ver 06">
    <p:bg>
      <p:bgPr>
        <a:solidFill>
          <a:schemeClr val="bg2"/>
        </a:solidFill>
        <a:effectLst/>
      </p:bgPr>
    </p:bg>
    <p:spTree>
      <p:nvGrpSpPr>
        <p:cNvPr id="1" name=""/>
        <p:cNvGrpSpPr/>
        <p:nvPr/>
      </p:nvGrpSpPr>
      <p:grpSpPr>
        <a:xfrm>
          <a:off x="0" y="0"/>
          <a:ext cx="0" cy="0"/>
          <a:chOff x="0" y="0"/>
          <a:chExt cx="0" cy="0"/>
        </a:xfrm>
      </p:grpSpPr>
      <p:pic>
        <p:nvPicPr>
          <p:cNvPr id="36" name="Optum Logo" descr="Optum">
            <a:extLst>
              <a:ext uri="{FF2B5EF4-FFF2-40B4-BE49-F238E27FC236}">
                <a16:creationId xmlns:a16="http://schemas.microsoft.com/office/drawing/2014/main" id="{34FAD427-994C-EAA7-3D7D-D9CA0C3C5AAF}"/>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130785"/>
            <a:ext cx="1380744" cy="399792"/>
          </a:xfrm>
          <a:prstGeom prst="rect">
            <a:avLst/>
          </a:prstGeom>
        </p:spPr>
      </p:pic>
      <p:sp>
        <p:nvSpPr>
          <p:cNvPr id="9" name="Orange Title Block">
            <a:extLst>
              <a:ext uri="{FF2B5EF4-FFF2-40B4-BE49-F238E27FC236}">
                <a16:creationId xmlns:a16="http://schemas.microsoft.com/office/drawing/2014/main" id="{1F20D028-C1DD-E64B-748C-C7A8CF12A4B4}"/>
              </a:ext>
              <a:ext uri="{C183D7F6-B498-43B3-948B-1728B52AA6E4}">
                <adec:decorative xmlns:adec="http://schemas.microsoft.com/office/drawing/2017/decorative" val="1"/>
              </a:ext>
            </a:extLst>
          </p:cNvPr>
          <p:cNvSpPr/>
          <p:nvPr userDrawn="1"/>
        </p:nvSpPr>
        <p:spPr bwMode="gray">
          <a:xfrm>
            <a:off x="0" y="1613945"/>
            <a:ext cx="140027" cy="2017460"/>
          </a:xfrm>
          <a:prstGeom prst="rect">
            <a:avLst/>
          </a:prstGeom>
          <a:solidFill>
            <a:schemeClr val="tx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Title">
            <a:extLst>
              <a:ext uri="{FF2B5EF4-FFF2-40B4-BE49-F238E27FC236}">
                <a16:creationId xmlns:a16="http://schemas.microsoft.com/office/drawing/2014/main" id="{59CA19A5-5525-4A37-AEE4-E2ED4BB950D4}"/>
              </a:ext>
            </a:extLst>
          </p:cNvPr>
          <p:cNvSpPr>
            <a:spLocks noGrp="1"/>
          </p:cNvSpPr>
          <p:nvPr>
            <p:ph type="title" hasCustomPrompt="1"/>
          </p:nvPr>
        </p:nvSpPr>
        <p:spPr bwMode="gray">
          <a:xfrm>
            <a:off x="468355" y="1637013"/>
            <a:ext cx="4663440" cy="1994392"/>
          </a:xfrm>
        </p:spPr>
        <p:txBody>
          <a:bodyPr anchor="ctr" anchorCtr="0"/>
          <a:lstStyle>
            <a:lvl1pPr>
              <a:defRPr sz="4800" b="0" spc="0" baseline="0">
                <a:solidFill>
                  <a:schemeClr val="tx1"/>
                </a:solidFill>
              </a:defRPr>
            </a:lvl1pPr>
          </a:lstStyle>
          <a:p>
            <a:r>
              <a:rPr lang="en-US" dirty="0"/>
              <a:t>Insightful presentation title (max. 3 lines)</a:t>
            </a:r>
          </a:p>
        </p:txBody>
      </p:sp>
      <p:sp>
        <p:nvSpPr>
          <p:cNvPr id="16" name="Subtitle Placeholder">
            <a:extLst>
              <a:ext uri="{FF2B5EF4-FFF2-40B4-BE49-F238E27FC236}">
                <a16:creationId xmlns:a16="http://schemas.microsoft.com/office/drawing/2014/main" id="{2E03F862-177D-4A2A-BB03-60A40298232B}"/>
              </a:ext>
            </a:extLst>
          </p:cNvPr>
          <p:cNvSpPr>
            <a:spLocks noGrp="1"/>
          </p:cNvSpPr>
          <p:nvPr>
            <p:ph type="body" sz="quarter" idx="10" hasCustomPrompt="1"/>
          </p:nvPr>
        </p:nvSpPr>
        <p:spPr bwMode="gray">
          <a:xfrm>
            <a:off x="468355" y="4057067"/>
            <a:ext cx="4663440" cy="553998"/>
          </a:xfrm>
        </p:spPr>
        <p:txBody>
          <a:bodyPr>
            <a:spAutoFit/>
          </a:bodyPr>
          <a:lstStyle>
            <a:lvl1pPr marL="0" indent="0">
              <a:spcBef>
                <a:spcPts val="0"/>
              </a:spcBef>
              <a:buFont typeface="Arial" panose="020B0604020202020204" pitchFamily="34" charset="0"/>
              <a:buNone/>
              <a:defRPr sz="1800">
                <a:solidFill>
                  <a:schemeClr val="tx1"/>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dirty="0"/>
              <a:t>Presentation subtitle (optional); Arial 18pt, sentence case, max. 2 lines</a:t>
            </a:r>
          </a:p>
        </p:txBody>
      </p:sp>
      <p:cxnSp>
        <p:nvCxnSpPr>
          <p:cNvPr id="5" name="Orange Stroke">
            <a:extLst>
              <a:ext uri="{FF2B5EF4-FFF2-40B4-BE49-F238E27FC236}">
                <a16:creationId xmlns:a16="http://schemas.microsoft.com/office/drawing/2014/main" id="{187DC2AD-BB0A-D126-DF01-ACD329735A8A}"/>
              </a:ext>
              <a:ext uri="{C183D7F6-B498-43B3-948B-1728B52AA6E4}">
                <adec:decorative xmlns:adec="http://schemas.microsoft.com/office/drawing/2017/decorative" val="1"/>
              </a:ext>
            </a:extLst>
          </p:cNvPr>
          <p:cNvCxnSpPr/>
          <p:nvPr userDrawn="1"/>
        </p:nvCxnSpPr>
        <p:spPr bwMode="gray">
          <a:xfrm>
            <a:off x="486598" y="5107308"/>
            <a:ext cx="1041399" cy="0"/>
          </a:xfrm>
          <a:prstGeom prst="line">
            <a:avLst/>
          </a:prstGeom>
          <a:ln w="1905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17" name="Presentation Date Placeholder">
            <a:extLst>
              <a:ext uri="{FF2B5EF4-FFF2-40B4-BE49-F238E27FC236}">
                <a16:creationId xmlns:a16="http://schemas.microsoft.com/office/drawing/2014/main" id="{798BE44C-881B-41C4-90ED-E3EADCC7440A}"/>
              </a:ext>
            </a:extLst>
          </p:cNvPr>
          <p:cNvSpPr>
            <a:spLocks noGrp="1"/>
          </p:cNvSpPr>
          <p:nvPr>
            <p:ph type="body" sz="quarter" idx="11" hasCustomPrompt="1"/>
          </p:nvPr>
        </p:nvSpPr>
        <p:spPr bwMode="gray">
          <a:xfrm>
            <a:off x="468355" y="5298673"/>
            <a:ext cx="4663440" cy="261610"/>
          </a:xfrm>
        </p:spPr>
        <p:txBody>
          <a:bodyPr wrap="square" anchor="t" anchorCtr="0">
            <a:spAutoFit/>
          </a:bodyPr>
          <a:lstStyle>
            <a:lvl1pPr marL="0" indent="0">
              <a:spcBef>
                <a:spcPts val="0"/>
              </a:spcBef>
              <a:buFont typeface="Arial" panose="020B0604020202020204" pitchFamily="34" charset="0"/>
              <a:buNone/>
              <a:defRPr sz="1700" b="0">
                <a:solidFill>
                  <a:schemeClr val="tx1"/>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dirty="0"/>
              <a:t>Month DD, YYYY (Location or speaker allowed)</a:t>
            </a:r>
          </a:p>
        </p:txBody>
      </p:sp>
      <p:sp>
        <p:nvSpPr>
          <p:cNvPr id="13" name="Cicrle - Dawn">
            <a:extLst>
              <a:ext uri="{FF2B5EF4-FFF2-40B4-BE49-F238E27FC236}">
                <a16:creationId xmlns:a16="http://schemas.microsoft.com/office/drawing/2014/main" id="{A3094BC5-4FB5-E04D-B692-F17B3E77463B}"/>
              </a:ext>
              <a:ext uri="{C183D7F6-B498-43B3-948B-1728B52AA6E4}">
                <adec:decorative xmlns:adec="http://schemas.microsoft.com/office/drawing/2017/decorative" val="1"/>
              </a:ext>
            </a:extLst>
          </p:cNvPr>
          <p:cNvSpPr/>
          <p:nvPr userDrawn="1"/>
        </p:nvSpPr>
        <p:spPr bwMode="gray">
          <a:xfrm>
            <a:off x="5509595" y="403424"/>
            <a:ext cx="6051151" cy="6051151"/>
          </a:xfrm>
          <a:prstGeom prst="ellipse">
            <a:avLst/>
          </a:prstGeom>
          <a:solidFill>
            <a:srgbClr val="FFD1AB"/>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8" name="Picture Placeholder">
            <a:extLst>
              <a:ext uri="{FF2B5EF4-FFF2-40B4-BE49-F238E27FC236}">
                <a16:creationId xmlns:a16="http://schemas.microsoft.com/office/drawing/2014/main" id="{DB1BC5FF-DAB1-5796-B1BE-746461B54B3F}"/>
              </a:ext>
            </a:extLst>
          </p:cNvPr>
          <p:cNvSpPr>
            <a:spLocks noGrp="1"/>
          </p:cNvSpPr>
          <p:nvPr>
            <p:ph type="pic" sz="quarter" idx="15" hasCustomPrompt="1"/>
          </p:nvPr>
        </p:nvSpPr>
        <p:spPr bwMode="gray">
          <a:xfrm>
            <a:off x="5334770" y="685800"/>
            <a:ext cx="6400800" cy="6172200"/>
          </a:xfrm>
        </p:spPr>
        <p:txBody>
          <a:bodyPr lIns="914400" rIns="914400"/>
          <a:lstStyle>
            <a:lvl1pPr algn="ctr">
              <a:defRPr sz="1400"/>
            </a:lvl1pPr>
          </a:lstStyle>
          <a:p>
            <a:br>
              <a:rPr lang="en-US" dirty="0"/>
            </a:br>
            <a:br>
              <a:rPr lang="en-US" dirty="0"/>
            </a:br>
            <a:r>
              <a:rPr lang="en-US" dirty="0"/>
              <a:t>Traditional portraiture with removed background may be inserted into this placeholder with unchanged dimensions (6.75” H x 7.0” W). </a:t>
            </a:r>
            <a:br>
              <a:rPr lang="en-US" dirty="0"/>
            </a:br>
            <a:br>
              <a:rPr lang="en-US" dirty="0"/>
            </a:br>
            <a:r>
              <a:rPr lang="en-US" dirty="0"/>
              <a:t>To access brand approved photography, visit: brand.optum.com/content/photography-new.</a:t>
            </a:r>
            <a:br>
              <a:rPr lang="en-US" dirty="0"/>
            </a:br>
            <a:br>
              <a:rPr lang="en-US" dirty="0"/>
            </a:br>
            <a:br>
              <a:rPr lang="en-US" dirty="0"/>
            </a:br>
            <a:r>
              <a:rPr lang="en-US" dirty="0"/>
              <a:t>DO NOT use Copilot inserted imagery.</a:t>
            </a:r>
          </a:p>
          <a:p>
            <a:endParaRPr lang="en-US" dirty="0"/>
          </a:p>
        </p:txBody>
      </p:sp>
      <p:sp>
        <p:nvSpPr>
          <p:cNvPr id="6" name="Date Placeholder">
            <a:extLst>
              <a:ext uri="{FF2B5EF4-FFF2-40B4-BE49-F238E27FC236}">
                <a16:creationId xmlns:a16="http://schemas.microsoft.com/office/drawing/2014/main" id="{E23FAE9B-982D-41B9-BBD2-74E842A46071}"/>
              </a:ext>
            </a:extLst>
          </p:cNvPr>
          <p:cNvSpPr>
            <a:spLocks noGrp="1"/>
          </p:cNvSpPr>
          <p:nvPr>
            <p:ph type="dt" sz="half" idx="12"/>
          </p:nvPr>
        </p:nvSpPr>
        <p:spPr bwMode="gray"/>
        <p:txBody>
          <a:bodyPr/>
          <a:lstStyle/>
          <a:p>
            <a:fld id="{F87A1334-A36A-4C7C-9518-D463B6987497}" type="datetime1">
              <a:rPr lang="en-US" smtClean="0"/>
              <a:t>5/5/2026</a:t>
            </a:fld>
            <a:endParaRPr lang="en-US" dirty="0"/>
          </a:p>
        </p:txBody>
      </p:sp>
      <p:sp>
        <p:nvSpPr>
          <p:cNvPr id="7" name="Footer Placeholder">
            <a:extLst>
              <a:ext uri="{FF2B5EF4-FFF2-40B4-BE49-F238E27FC236}">
                <a16:creationId xmlns:a16="http://schemas.microsoft.com/office/drawing/2014/main" id="{0E8CE9CD-F45B-421B-99EE-E365E024903C}"/>
              </a:ext>
            </a:extLst>
          </p:cNvPr>
          <p:cNvSpPr>
            <a:spLocks noGrp="1"/>
          </p:cNvSpPr>
          <p:nvPr>
            <p:ph type="ftr" sz="quarter" idx="13"/>
          </p:nvPr>
        </p:nvSpPr>
        <p:spPr bwMode="gray"/>
        <p:txBody>
          <a:bodyPr/>
          <a:lstStyle/>
          <a:p>
            <a:r>
              <a:rPr lang="en-US" dirty="0"/>
              <a:t>Confidential property of Optum. Do not distribute or reproduce without express permission from Optum.</a:t>
            </a:r>
          </a:p>
        </p:txBody>
      </p:sp>
      <p:sp>
        <p:nvSpPr>
          <p:cNvPr id="8" name="Slide Number Placeholder">
            <a:extLst>
              <a:ext uri="{FF2B5EF4-FFF2-40B4-BE49-F238E27FC236}">
                <a16:creationId xmlns:a16="http://schemas.microsoft.com/office/drawing/2014/main" id="{1E1DF904-338B-407E-A788-88865DF5B781}"/>
              </a:ext>
            </a:extLst>
          </p:cNvPr>
          <p:cNvSpPr>
            <a:spLocks noGrp="1"/>
          </p:cNvSpPr>
          <p:nvPr>
            <p:ph type="sldNum" sz="quarter" idx="14"/>
          </p:nvPr>
        </p:nvSpPr>
        <p:spPr bwMode="gray"/>
        <p:txBody>
          <a:bodyPr/>
          <a:lstStyle/>
          <a:p>
            <a:fld id="{03805D93-7D4B-4CBC-BABC-3A8AC08CB7F4}" type="slidenum">
              <a:rPr lang="en-US" smtClean="0"/>
              <a:pPr/>
              <a:t>‹#›</a:t>
            </a:fld>
            <a:endParaRPr lang="en-US" dirty="0"/>
          </a:p>
        </p:txBody>
      </p:sp>
    </p:spTree>
    <p:extLst>
      <p:ext uri="{BB962C8B-B14F-4D97-AF65-F5344CB8AC3E}">
        <p14:creationId xmlns:p14="http://schemas.microsoft.com/office/powerpoint/2010/main" val="160563465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236">
          <p15:clr>
            <a:srgbClr val="5ACBF0"/>
          </p15:clr>
        </p15:guide>
        <p15:guide id="2" pos="6626">
          <p15:clr>
            <a:srgbClr val="5ACBF0"/>
          </p15:clr>
        </p15:guide>
        <p15:guide id="3" orient="horz" pos="2288">
          <p15:clr>
            <a:srgbClr val="5ACBF0"/>
          </p15:clr>
        </p15:guide>
        <p15:guide id="4" orient="horz" pos="2548">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  ___  ">
    <p:bg bwMode="gray">
      <p:bgPr>
        <a:solidFill>
          <a:srgbClr val="7030A0"/>
        </a:solidFill>
        <a:effectLst/>
      </p:bgPr>
    </p:bg>
    <p:spTree>
      <p:nvGrpSpPr>
        <p:cNvPr id="1" name=""/>
        <p:cNvGrpSpPr/>
        <p:nvPr/>
      </p:nvGrpSpPr>
      <p:grpSpPr>
        <a:xfrm>
          <a:off x="0" y="0"/>
          <a:ext cx="0" cy="0"/>
          <a:chOff x="0" y="0"/>
          <a:chExt cx="0" cy="0"/>
        </a:xfrm>
      </p:grpSpPr>
      <p:sp>
        <p:nvSpPr>
          <p:cNvPr id="12" name="TextBox 1">
            <a:extLst>
              <a:ext uri="{FF2B5EF4-FFF2-40B4-BE49-F238E27FC236}">
                <a16:creationId xmlns:a16="http://schemas.microsoft.com/office/drawing/2014/main" id="{13F80B4D-94E3-497C-9014-7F8EABA417B7}"/>
              </a:ext>
            </a:extLst>
          </p:cNvPr>
          <p:cNvSpPr txBox="1"/>
          <p:nvPr userDrawn="1"/>
        </p:nvSpPr>
        <p:spPr bwMode="gray">
          <a:xfrm>
            <a:off x="742998" y="1351508"/>
            <a:ext cx="9891327" cy="4154984"/>
          </a:xfrm>
          <a:prstGeom prst="rect">
            <a:avLst/>
          </a:prstGeom>
          <a:noFill/>
        </p:spPr>
        <p:txBody>
          <a:bodyPr wrap="square" lIns="0" tIns="0" rIns="0" bIns="0" rtlCol="0">
            <a:spAutoFit/>
          </a:bodyPr>
          <a:lstStyle/>
          <a:p>
            <a:pPr>
              <a:lnSpc>
                <a:spcPct val="90000"/>
              </a:lnSpc>
              <a:spcBef>
                <a:spcPts val="0"/>
              </a:spcBef>
            </a:pPr>
            <a:r>
              <a:rPr lang="en-US" sz="15000" b="1" dirty="0">
                <a:solidFill>
                  <a:schemeClr val="bg1"/>
                </a:solidFill>
              </a:rPr>
              <a:t>Section headers</a:t>
            </a:r>
          </a:p>
        </p:txBody>
      </p:sp>
      <p:cxnSp>
        <p:nvCxnSpPr>
          <p:cNvPr id="4" name="Arrow">
            <a:extLst>
              <a:ext uri="{FF2B5EF4-FFF2-40B4-BE49-F238E27FC236}">
                <a16:creationId xmlns:a16="http://schemas.microsoft.com/office/drawing/2014/main" id="{5CA4857D-50A4-4F6E-8AC6-F53991E25BA7}"/>
              </a:ext>
              <a:ext uri="{C183D7F6-B498-43B3-948B-1728B52AA6E4}">
                <adec:decorative xmlns:adec="http://schemas.microsoft.com/office/drawing/2017/decorative" val="1"/>
              </a:ext>
            </a:extLst>
          </p:cNvPr>
          <p:cNvCxnSpPr>
            <a:cxnSpLocks/>
          </p:cNvCxnSpPr>
          <p:nvPr userDrawn="1"/>
        </p:nvCxnSpPr>
        <p:spPr bwMode="gray">
          <a:xfrm>
            <a:off x="9497148" y="3429000"/>
            <a:ext cx="1951854" cy="0"/>
          </a:xfrm>
          <a:prstGeom prst="line">
            <a:avLst/>
          </a:prstGeom>
          <a:ln w="317500" cap="rnd">
            <a:solidFill>
              <a:schemeClr val="bg1"/>
            </a:solidFill>
            <a:round/>
            <a:tailEnd type="arrow" w="lg"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85241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pic>
        <p:nvPicPr>
          <p:cNvPr id="17" name="Effervescent Background">
            <a:extLst>
              <a:ext uri="{FF2B5EF4-FFF2-40B4-BE49-F238E27FC236}">
                <a16:creationId xmlns:a16="http://schemas.microsoft.com/office/drawing/2014/main" id="{77505517-54EF-7E54-5259-EE37C36DD28E}"/>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gray">
          <a:xfrm>
            <a:off x="0" y="0"/>
            <a:ext cx="12192000" cy="6858000"/>
          </a:xfrm>
          <a:prstGeom prst="rect">
            <a:avLst/>
          </a:prstGeom>
        </p:spPr>
      </p:pic>
      <p:sp>
        <p:nvSpPr>
          <p:cNvPr id="2" name="Title">
            <a:extLst>
              <a:ext uri="{FF2B5EF4-FFF2-40B4-BE49-F238E27FC236}">
                <a16:creationId xmlns:a16="http://schemas.microsoft.com/office/drawing/2014/main" id="{8364047E-FA3E-49C2-97F7-5B543041A6B9}"/>
              </a:ext>
            </a:extLst>
          </p:cNvPr>
          <p:cNvSpPr>
            <a:spLocks noGrp="1"/>
          </p:cNvSpPr>
          <p:nvPr>
            <p:ph type="title" hasCustomPrompt="1"/>
          </p:nvPr>
        </p:nvSpPr>
        <p:spPr bwMode="gray">
          <a:xfrm>
            <a:off x="1752600" y="2375435"/>
            <a:ext cx="8686800" cy="1523494"/>
          </a:xfrm>
        </p:spPr>
        <p:txBody>
          <a:bodyPr anchor="b"/>
          <a:lstStyle>
            <a:lvl1pPr algn="ctr">
              <a:defRPr sz="5500" b="0" spc="0" baseline="0">
                <a:solidFill>
                  <a:schemeClr val="tx1"/>
                </a:solidFill>
              </a:defRPr>
            </a:lvl1pPr>
          </a:lstStyle>
          <a:p>
            <a:r>
              <a:rPr lang="en-US" dirty="0"/>
              <a:t>Section title; Georgia Pro 55pt, sentence case</a:t>
            </a:r>
          </a:p>
        </p:txBody>
      </p:sp>
      <p:sp>
        <p:nvSpPr>
          <p:cNvPr id="3" name="Subtitle Placeholder">
            <a:extLst>
              <a:ext uri="{FF2B5EF4-FFF2-40B4-BE49-F238E27FC236}">
                <a16:creationId xmlns:a16="http://schemas.microsoft.com/office/drawing/2014/main" id="{1984467D-8998-4601-8ABC-FDE348E4BFF2}"/>
              </a:ext>
            </a:extLst>
          </p:cNvPr>
          <p:cNvSpPr>
            <a:spLocks noGrp="1"/>
          </p:cNvSpPr>
          <p:nvPr>
            <p:ph type="body" idx="1" hasCustomPrompt="1"/>
          </p:nvPr>
        </p:nvSpPr>
        <p:spPr bwMode="gray">
          <a:xfrm>
            <a:off x="1752600" y="4186206"/>
            <a:ext cx="8686800" cy="332399"/>
          </a:xfrm>
        </p:spPr>
        <p:txBody>
          <a:bodyPr>
            <a:spAutoFit/>
          </a:bodyPr>
          <a:lstStyle>
            <a:lvl1pPr marL="0" indent="0" algn="ctr">
              <a:lnSpc>
                <a:spcPct val="90000"/>
              </a:lnSpc>
              <a:spcBef>
                <a:spcPts val="0"/>
              </a:spcBef>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Section subtitle (optional); Arial 24pt, sentence case</a:t>
            </a:r>
          </a:p>
        </p:txBody>
      </p:sp>
      <p:sp>
        <p:nvSpPr>
          <p:cNvPr id="4" name="Date Placeholder">
            <a:extLst>
              <a:ext uri="{FF2B5EF4-FFF2-40B4-BE49-F238E27FC236}">
                <a16:creationId xmlns:a16="http://schemas.microsoft.com/office/drawing/2014/main" id="{39B679AE-D173-4857-9656-61C15B78E493}"/>
              </a:ext>
            </a:extLst>
          </p:cNvPr>
          <p:cNvSpPr>
            <a:spLocks noGrp="1"/>
          </p:cNvSpPr>
          <p:nvPr>
            <p:ph type="dt" sz="half" idx="10"/>
          </p:nvPr>
        </p:nvSpPr>
        <p:spPr bwMode="gray"/>
        <p:txBody>
          <a:bodyPr/>
          <a:lstStyle/>
          <a:p>
            <a:fld id="{3C5249AD-DFC4-43F6-A441-B6ACBDBDEF63}" type="datetime1">
              <a:rPr lang="en-US" smtClean="0"/>
              <a:t>5/5/2026</a:t>
            </a:fld>
            <a:endParaRPr lang="en-US" dirty="0"/>
          </a:p>
        </p:txBody>
      </p:sp>
      <p:sp>
        <p:nvSpPr>
          <p:cNvPr id="5" name="Footer Placeholder">
            <a:extLst>
              <a:ext uri="{FF2B5EF4-FFF2-40B4-BE49-F238E27FC236}">
                <a16:creationId xmlns:a16="http://schemas.microsoft.com/office/drawing/2014/main" id="{D444279A-BCE2-4BB7-8BEE-7A06041140C9}"/>
              </a:ext>
            </a:extLst>
          </p:cNvPr>
          <p:cNvSpPr>
            <a:spLocks noGrp="1"/>
          </p:cNvSpPr>
          <p:nvPr>
            <p:ph type="ftr" sz="quarter" idx="11"/>
          </p:nvPr>
        </p:nvSpPr>
        <p:spPr bwMode="gray"/>
        <p:txBody>
          <a:bodyPr/>
          <a:lstStyle/>
          <a:p>
            <a:r>
              <a:rPr lang="en-US" dirty="0"/>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18C9E9B4-49EA-4882-85A5-CCD50D15CDE0}"/>
              </a:ext>
            </a:extLst>
          </p:cNvPr>
          <p:cNvSpPr>
            <a:spLocks noGrp="1"/>
          </p:cNvSpPr>
          <p:nvPr>
            <p:ph type="sldNum" sz="quarter" idx="12"/>
          </p:nvPr>
        </p:nvSpPr>
        <p:spPr bwMode="gray"/>
        <p:txBody>
          <a:bodyPr/>
          <a:lstStyle/>
          <a:p>
            <a:fld id="{03805D93-7D4B-4CBC-BABC-3A8AC08CB7F4}" type="slidenum">
              <a:rPr lang="en-US" smtClean="0"/>
              <a:t>‹#›</a:t>
            </a:fld>
            <a:endParaRPr lang="en-US" dirty="0"/>
          </a:p>
        </p:txBody>
      </p:sp>
    </p:spTree>
    <p:extLst>
      <p:ext uri="{BB962C8B-B14F-4D97-AF65-F5344CB8AC3E}">
        <p14:creationId xmlns:p14="http://schemas.microsoft.com/office/powerpoint/2010/main" val="365409173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101">
          <p15:clr>
            <a:srgbClr val="5ACBF0"/>
          </p15:clr>
        </p15:guide>
        <p15:guide id="2" pos="6576">
          <p15:clr>
            <a:srgbClr val="5ACBF0"/>
          </p15:clr>
        </p15:guide>
        <p15:guide id="3" orient="horz" pos="2459">
          <p15:clr>
            <a:srgbClr val="5ACBF0"/>
          </p15:clr>
        </p15:guide>
        <p15:guide id="4" orient="horz" pos="2630">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secHead" preserve="1">
  <p:cSld name="Section Header 02">
    <p:bg>
      <p:bgPr>
        <a:solidFill>
          <a:schemeClr val="bg1"/>
        </a:solidFill>
        <a:effectLst/>
      </p:bgPr>
    </p:bg>
    <p:spTree>
      <p:nvGrpSpPr>
        <p:cNvPr id="1" name=""/>
        <p:cNvGrpSpPr/>
        <p:nvPr/>
      </p:nvGrpSpPr>
      <p:grpSpPr>
        <a:xfrm>
          <a:off x="0" y="0"/>
          <a:ext cx="0" cy="0"/>
          <a:chOff x="0" y="0"/>
          <a:chExt cx="0" cy="0"/>
        </a:xfrm>
      </p:grpSpPr>
      <p:grpSp>
        <p:nvGrpSpPr>
          <p:cNvPr id="31" name="Circle Stadium Pattern">
            <a:extLst>
              <a:ext uri="{FF2B5EF4-FFF2-40B4-BE49-F238E27FC236}">
                <a16:creationId xmlns:a16="http://schemas.microsoft.com/office/drawing/2014/main" id="{16063D44-BBF3-B8D8-F984-896F5796A07E}"/>
              </a:ext>
              <a:ext uri="{C183D7F6-B498-43B3-948B-1728B52AA6E4}">
                <adec:decorative xmlns:adec="http://schemas.microsoft.com/office/drawing/2017/decorative" val="1"/>
              </a:ext>
            </a:extLst>
          </p:cNvPr>
          <p:cNvGrpSpPr/>
          <p:nvPr userDrawn="1"/>
        </p:nvGrpSpPr>
        <p:grpSpPr bwMode="gray">
          <a:xfrm>
            <a:off x="0" y="-292"/>
            <a:ext cx="12192000" cy="6135750"/>
            <a:chOff x="0" y="-292"/>
            <a:chExt cx="12192000" cy="6135750"/>
          </a:xfrm>
        </p:grpSpPr>
        <p:sp>
          <p:nvSpPr>
            <p:cNvPr id="10" name="Oval 9">
              <a:extLst>
                <a:ext uri="{FF2B5EF4-FFF2-40B4-BE49-F238E27FC236}">
                  <a16:creationId xmlns:a16="http://schemas.microsoft.com/office/drawing/2014/main" id="{0B26FE32-383F-F5D8-7AB7-3A2B19B2D013}"/>
                </a:ext>
              </a:extLst>
            </p:cNvPr>
            <p:cNvSpPr/>
            <p:nvPr userDrawn="1"/>
          </p:nvSpPr>
          <p:spPr bwMode="gray">
            <a:xfrm>
              <a:off x="1426096" y="5184774"/>
              <a:ext cx="950392" cy="950392"/>
            </a:xfrm>
            <a:prstGeom prst="ellipse">
              <a:avLst/>
            </a:prstGeom>
            <a:solidFill>
              <a:schemeClr val="tx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23" name="Freeform: Shape 22">
              <a:extLst>
                <a:ext uri="{FF2B5EF4-FFF2-40B4-BE49-F238E27FC236}">
                  <a16:creationId xmlns:a16="http://schemas.microsoft.com/office/drawing/2014/main" id="{48670F22-94C0-5CBB-E6B8-C53D1DDBF077}"/>
                </a:ext>
              </a:extLst>
            </p:cNvPr>
            <p:cNvSpPr/>
            <p:nvPr userDrawn="1"/>
          </p:nvSpPr>
          <p:spPr bwMode="gray">
            <a:xfrm>
              <a:off x="0" y="5184482"/>
              <a:ext cx="1426097" cy="950976"/>
            </a:xfrm>
            <a:custGeom>
              <a:avLst/>
              <a:gdLst>
                <a:gd name="connsiteX0" fmla="*/ 0 w 1426097"/>
                <a:gd name="connsiteY0" fmla="*/ 0 h 950976"/>
                <a:gd name="connsiteX1" fmla="*/ 950609 w 1426097"/>
                <a:gd name="connsiteY1" fmla="*/ 0 h 950976"/>
                <a:gd name="connsiteX2" fmla="*/ 1426097 w 1426097"/>
                <a:gd name="connsiteY2" fmla="*/ 475488 h 950976"/>
                <a:gd name="connsiteX3" fmla="*/ 950609 w 1426097"/>
                <a:gd name="connsiteY3" fmla="*/ 950976 h 950976"/>
                <a:gd name="connsiteX4" fmla="*/ 0 w 1426097"/>
                <a:gd name="connsiteY4" fmla="*/ 950976 h 9509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6097" h="950976">
                  <a:moveTo>
                    <a:pt x="0" y="0"/>
                  </a:moveTo>
                  <a:lnTo>
                    <a:pt x="950609" y="0"/>
                  </a:lnTo>
                  <a:cubicBezTo>
                    <a:pt x="1213214" y="0"/>
                    <a:pt x="1426097" y="212883"/>
                    <a:pt x="1426097" y="475488"/>
                  </a:cubicBezTo>
                  <a:cubicBezTo>
                    <a:pt x="1426097" y="738093"/>
                    <a:pt x="1213214" y="950976"/>
                    <a:pt x="950609" y="950976"/>
                  </a:cubicBezTo>
                  <a:lnTo>
                    <a:pt x="0" y="950976"/>
                  </a:lnTo>
                  <a:close/>
                </a:path>
              </a:pathLst>
            </a:cu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12" name="Oval 11">
              <a:extLst>
                <a:ext uri="{FF2B5EF4-FFF2-40B4-BE49-F238E27FC236}">
                  <a16:creationId xmlns:a16="http://schemas.microsoft.com/office/drawing/2014/main" id="{07B955C5-E4B3-A3F4-88FB-83ACECDCEAA0}"/>
                </a:ext>
              </a:extLst>
            </p:cNvPr>
            <p:cNvSpPr/>
            <p:nvPr userDrawn="1"/>
          </p:nvSpPr>
          <p:spPr bwMode="gray">
            <a:xfrm>
              <a:off x="475704" y="4233944"/>
              <a:ext cx="950392" cy="950392"/>
            </a:xfrm>
            <a:prstGeom prst="ellipse">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20" name="Freeform: Shape 19">
              <a:extLst>
                <a:ext uri="{FF2B5EF4-FFF2-40B4-BE49-F238E27FC236}">
                  <a16:creationId xmlns:a16="http://schemas.microsoft.com/office/drawing/2014/main" id="{A9ACFA7D-DFD2-CB12-E4DE-F657AF3C466E}"/>
                </a:ext>
              </a:extLst>
            </p:cNvPr>
            <p:cNvSpPr/>
            <p:nvPr userDrawn="1"/>
          </p:nvSpPr>
          <p:spPr bwMode="gray">
            <a:xfrm>
              <a:off x="0" y="4233944"/>
              <a:ext cx="475704" cy="950392"/>
            </a:xfrm>
            <a:custGeom>
              <a:avLst/>
              <a:gdLst>
                <a:gd name="connsiteX0" fmla="*/ 508 w 475704"/>
                <a:gd name="connsiteY0" fmla="*/ 0 h 950392"/>
                <a:gd name="connsiteX1" fmla="*/ 475704 w 475704"/>
                <a:gd name="connsiteY1" fmla="*/ 475196 h 950392"/>
                <a:gd name="connsiteX2" fmla="*/ 508 w 475704"/>
                <a:gd name="connsiteY2" fmla="*/ 950392 h 950392"/>
                <a:gd name="connsiteX3" fmla="*/ 0 w 475704"/>
                <a:gd name="connsiteY3" fmla="*/ 950341 h 950392"/>
                <a:gd name="connsiteX4" fmla="*/ 0 w 475704"/>
                <a:gd name="connsiteY4" fmla="*/ 51 h 9503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5704" h="950392">
                  <a:moveTo>
                    <a:pt x="508" y="0"/>
                  </a:moveTo>
                  <a:cubicBezTo>
                    <a:pt x="262952" y="0"/>
                    <a:pt x="475704" y="212752"/>
                    <a:pt x="475704" y="475196"/>
                  </a:cubicBezTo>
                  <a:cubicBezTo>
                    <a:pt x="475704" y="737640"/>
                    <a:pt x="262952" y="950392"/>
                    <a:pt x="508" y="950392"/>
                  </a:cubicBezTo>
                  <a:lnTo>
                    <a:pt x="0" y="950341"/>
                  </a:lnTo>
                  <a:lnTo>
                    <a:pt x="0" y="51"/>
                  </a:lnTo>
                  <a:close/>
                </a:path>
              </a:pathLst>
            </a:cu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14" name="Oval 13">
              <a:extLst>
                <a:ext uri="{FF2B5EF4-FFF2-40B4-BE49-F238E27FC236}">
                  <a16:creationId xmlns:a16="http://schemas.microsoft.com/office/drawing/2014/main" id="{57D0112C-AD5F-F157-6170-5791D778202A}"/>
                </a:ext>
              </a:extLst>
            </p:cNvPr>
            <p:cNvSpPr/>
            <p:nvPr userDrawn="1"/>
          </p:nvSpPr>
          <p:spPr bwMode="gray">
            <a:xfrm>
              <a:off x="11241608" y="1900784"/>
              <a:ext cx="950392" cy="950392"/>
            </a:xfrm>
            <a:prstGeom prst="ellipse">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25" name="Freeform: Shape 24">
              <a:extLst>
                <a:ext uri="{FF2B5EF4-FFF2-40B4-BE49-F238E27FC236}">
                  <a16:creationId xmlns:a16="http://schemas.microsoft.com/office/drawing/2014/main" id="{21C22E0F-8DF4-2E07-F091-9AE29F932B77}"/>
                </a:ext>
              </a:extLst>
            </p:cNvPr>
            <p:cNvSpPr/>
            <p:nvPr userDrawn="1"/>
          </p:nvSpPr>
          <p:spPr bwMode="gray">
            <a:xfrm>
              <a:off x="10678741" y="950392"/>
              <a:ext cx="1513259" cy="950976"/>
            </a:xfrm>
            <a:custGeom>
              <a:avLst/>
              <a:gdLst>
                <a:gd name="connsiteX0" fmla="*/ 475488 w 1513259"/>
                <a:gd name="connsiteY0" fmla="*/ 0 h 950976"/>
                <a:gd name="connsiteX1" fmla="*/ 1503057 w 1513259"/>
                <a:gd name="connsiteY1" fmla="*/ 0 h 950976"/>
                <a:gd name="connsiteX2" fmla="*/ 1513259 w 1513259"/>
                <a:gd name="connsiteY2" fmla="*/ 1029 h 950976"/>
                <a:gd name="connsiteX3" fmla="*/ 1513259 w 1513259"/>
                <a:gd name="connsiteY3" fmla="*/ 949948 h 950976"/>
                <a:gd name="connsiteX4" fmla="*/ 1503057 w 1513259"/>
                <a:gd name="connsiteY4" fmla="*/ 950976 h 950976"/>
                <a:gd name="connsiteX5" fmla="*/ 475488 w 1513259"/>
                <a:gd name="connsiteY5" fmla="*/ 950976 h 950976"/>
                <a:gd name="connsiteX6" fmla="*/ 0 w 1513259"/>
                <a:gd name="connsiteY6" fmla="*/ 475488 h 950976"/>
                <a:gd name="connsiteX7" fmla="*/ 475488 w 1513259"/>
                <a:gd name="connsiteY7" fmla="*/ 0 h 950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13259" h="950976">
                  <a:moveTo>
                    <a:pt x="475488" y="0"/>
                  </a:moveTo>
                  <a:lnTo>
                    <a:pt x="1503057" y="0"/>
                  </a:lnTo>
                  <a:lnTo>
                    <a:pt x="1513259" y="1029"/>
                  </a:lnTo>
                  <a:lnTo>
                    <a:pt x="1513259" y="949948"/>
                  </a:lnTo>
                  <a:lnTo>
                    <a:pt x="1503057" y="950976"/>
                  </a:lnTo>
                  <a:lnTo>
                    <a:pt x="475488" y="950976"/>
                  </a:lnTo>
                  <a:cubicBezTo>
                    <a:pt x="212883" y="950976"/>
                    <a:pt x="0" y="738093"/>
                    <a:pt x="0" y="475488"/>
                  </a:cubicBezTo>
                  <a:cubicBezTo>
                    <a:pt x="0" y="212883"/>
                    <a:pt x="212883" y="0"/>
                    <a:pt x="475488" y="0"/>
                  </a:cubicBezTo>
                  <a:close/>
                </a:path>
              </a:pathLst>
            </a:cu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16" name="Oval 15">
              <a:extLst>
                <a:ext uri="{FF2B5EF4-FFF2-40B4-BE49-F238E27FC236}">
                  <a16:creationId xmlns:a16="http://schemas.microsoft.com/office/drawing/2014/main" id="{E3F54F8B-42DA-A10D-4F48-DAE6DD4BB538}"/>
                </a:ext>
              </a:extLst>
            </p:cNvPr>
            <p:cNvSpPr/>
            <p:nvPr userDrawn="1"/>
          </p:nvSpPr>
          <p:spPr bwMode="gray">
            <a:xfrm>
              <a:off x="9734744" y="950100"/>
              <a:ext cx="950392" cy="950392"/>
            </a:xfrm>
            <a:prstGeom prst="ellipse">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17" name="Oval 16">
              <a:extLst>
                <a:ext uri="{FF2B5EF4-FFF2-40B4-BE49-F238E27FC236}">
                  <a16:creationId xmlns:a16="http://schemas.microsoft.com/office/drawing/2014/main" id="{9925FF2C-98E9-C65D-690D-B217AEC9E1FC}"/>
                </a:ext>
              </a:extLst>
            </p:cNvPr>
            <p:cNvSpPr/>
            <p:nvPr userDrawn="1"/>
          </p:nvSpPr>
          <p:spPr bwMode="gray">
            <a:xfrm>
              <a:off x="10678742" y="0"/>
              <a:ext cx="950392" cy="950392"/>
            </a:xfrm>
            <a:prstGeom prst="ellipse">
              <a:avLst/>
            </a:prstGeom>
            <a:solidFill>
              <a:schemeClr val="tx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29" name="Freeform: Shape 28">
              <a:extLst>
                <a:ext uri="{FF2B5EF4-FFF2-40B4-BE49-F238E27FC236}">
                  <a16:creationId xmlns:a16="http://schemas.microsoft.com/office/drawing/2014/main" id="{9BFA5672-C599-B33C-CF5D-BEEECB00FE0A}"/>
                </a:ext>
              </a:extLst>
            </p:cNvPr>
            <p:cNvSpPr/>
            <p:nvPr userDrawn="1"/>
          </p:nvSpPr>
          <p:spPr bwMode="gray">
            <a:xfrm>
              <a:off x="11629134" y="-292"/>
              <a:ext cx="562866" cy="950976"/>
            </a:xfrm>
            <a:custGeom>
              <a:avLst/>
              <a:gdLst>
                <a:gd name="connsiteX0" fmla="*/ 475488 w 562866"/>
                <a:gd name="connsiteY0" fmla="*/ 0 h 950976"/>
                <a:gd name="connsiteX1" fmla="*/ 562866 w 562866"/>
                <a:gd name="connsiteY1" fmla="*/ 0 h 950976"/>
                <a:gd name="connsiteX2" fmla="*/ 562866 w 562866"/>
                <a:gd name="connsiteY2" fmla="*/ 950976 h 950976"/>
                <a:gd name="connsiteX3" fmla="*/ 475488 w 562866"/>
                <a:gd name="connsiteY3" fmla="*/ 950976 h 950976"/>
                <a:gd name="connsiteX4" fmla="*/ 0 w 562866"/>
                <a:gd name="connsiteY4" fmla="*/ 475488 h 950976"/>
                <a:gd name="connsiteX5" fmla="*/ 475488 w 562866"/>
                <a:gd name="connsiteY5" fmla="*/ 0 h 950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2866" h="950976">
                  <a:moveTo>
                    <a:pt x="475488" y="0"/>
                  </a:moveTo>
                  <a:lnTo>
                    <a:pt x="562866" y="0"/>
                  </a:lnTo>
                  <a:lnTo>
                    <a:pt x="562866" y="950976"/>
                  </a:lnTo>
                  <a:lnTo>
                    <a:pt x="475488" y="950976"/>
                  </a:lnTo>
                  <a:cubicBezTo>
                    <a:pt x="212883" y="950976"/>
                    <a:pt x="0" y="738093"/>
                    <a:pt x="0" y="475488"/>
                  </a:cubicBezTo>
                  <a:cubicBezTo>
                    <a:pt x="0" y="212883"/>
                    <a:pt x="212883" y="0"/>
                    <a:pt x="475488" y="0"/>
                  </a:cubicBezTo>
                  <a:close/>
                </a:path>
              </a:pathLst>
            </a:cu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grpSp>
      <p:sp>
        <p:nvSpPr>
          <p:cNvPr id="2" name="Title">
            <a:extLst>
              <a:ext uri="{FF2B5EF4-FFF2-40B4-BE49-F238E27FC236}">
                <a16:creationId xmlns:a16="http://schemas.microsoft.com/office/drawing/2014/main" id="{8364047E-FA3E-49C2-97F7-5B543041A6B9}"/>
              </a:ext>
            </a:extLst>
          </p:cNvPr>
          <p:cNvSpPr>
            <a:spLocks noGrp="1"/>
          </p:cNvSpPr>
          <p:nvPr>
            <p:ph type="title" hasCustomPrompt="1"/>
          </p:nvPr>
        </p:nvSpPr>
        <p:spPr bwMode="gray">
          <a:xfrm>
            <a:off x="1752600" y="2186355"/>
            <a:ext cx="8686800" cy="1523494"/>
          </a:xfrm>
        </p:spPr>
        <p:txBody>
          <a:bodyPr anchor="b"/>
          <a:lstStyle>
            <a:lvl1pPr algn="ctr">
              <a:defRPr sz="5500" b="0" spc="0" baseline="0">
                <a:solidFill>
                  <a:schemeClr val="tx1"/>
                </a:solidFill>
              </a:defRPr>
            </a:lvl1pPr>
          </a:lstStyle>
          <a:p>
            <a:r>
              <a:rPr lang="en-US" dirty="0"/>
              <a:t>Section title; Georgia Pro 55pt, sentence case</a:t>
            </a:r>
          </a:p>
        </p:txBody>
      </p:sp>
      <p:sp>
        <p:nvSpPr>
          <p:cNvPr id="3" name="Subtitle Placeholder">
            <a:extLst>
              <a:ext uri="{FF2B5EF4-FFF2-40B4-BE49-F238E27FC236}">
                <a16:creationId xmlns:a16="http://schemas.microsoft.com/office/drawing/2014/main" id="{1984467D-8998-4601-8ABC-FDE348E4BFF2}"/>
              </a:ext>
            </a:extLst>
          </p:cNvPr>
          <p:cNvSpPr>
            <a:spLocks noGrp="1"/>
          </p:cNvSpPr>
          <p:nvPr>
            <p:ph type="body" idx="1" hasCustomPrompt="1"/>
          </p:nvPr>
        </p:nvSpPr>
        <p:spPr bwMode="gray">
          <a:xfrm>
            <a:off x="1752600" y="3990820"/>
            <a:ext cx="8686800" cy="332399"/>
          </a:xfrm>
        </p:spPr>
        <p:txBody>
          <a:bodyPr>
            <a:spAutoFit/>
          </a:bodyPr>
          <a:lstStyle>
            <a:lvl1pPr marL="0" indent="0" algn="ctr">
              <a:lnSpc>
                <a:spcPct val="90000"/>
              </a:lnSpc>
              <a:spcBef>
                <a:spcPts val="0"/>
              </a:spcBef>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Section subtitle (optional); Arial 24pt, sentence case</a:t>
            </a:r>
          </a:p>
        </p:txBody>
      </p:sp>
      <p:pic>
        <p:nvPicPr>
          <p:cNvPr id="7" name="Optum Logo" descr="Optum">
            <a:extLst>
              <a:ext uri="{FF2B5EF4-FFF2-40B4-BE49-F238E27FC236}">
                <a16:creationId xmlns:a16="http://schemas.microsoft.com/office/drawing/2014/main" id="{395D6C80-30F4-E89F-4785-D24A52C5798D}"/>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343650"/>
            <a:ext cx="773055" cy="223837"/>
          </a:xfrm>
          <a:prstGeom prst="rect">
            <a:avLst/>
          </a:prstGeom>
        </p:spPr>
      </p:pic>
      <p:sp>
        <p:nvSpPr>
          <p:cNvPr id="4" name="Date Placeholder">
            <a:extLst>
              <a:ext uri="{FF2B5EF4-FFF2-40B4-BE49-F238E27FC236}">
                <a16:creationId xmlns:a16="http://schemas.microsoft.com/office/drawing/2014/main" id="{39B679AE-D173-4857-9656-61C15B78E493}"/>
              </a:ext>
            </a:extLst>
          </p:cNvPr>
          <p:cNvSpPr>
            <a:spLocks noGrp="1"/>
          </p:cNvSpPr>
          <p:nvPr>
            <p:ph type="dt" sz="half" idx="10"/>
          </p:nvPr>
        </p:nvSpPr>
        <p:spPr bwMode="gray"/>
        <p:txBody>
          <a:bodyPr/>
          <a:lstStyle/>
          <a:p>
            <a:fld id="{7D63D41C-A5A9-4F2E-BDFA-B96CA58C5EF1}" type="datetime1">
              <a:rPr lang="en-US" smtClean="0"/>
              <a:t>5/5/2026</a:t>
            </a:fld>
            <a:endParaRPr lang="en-US" dirty="0"/>
          </a:p>
        </p:txBody>
      </p:sp>
      <p:sp>
        <p:nvSpPr>
          <p:cNvPr id="5" name="Footer Placeholder">
            <a:extLst>
              <a:ext uri="{FF2B5EF4-FFF2-40B4-BE49-F238E27FC236}">
                <a16:creationId xmlns:a16="http://schemas.microsoft.com/office/drawing/2014/main" id="{D444279A-BCE2-4BB7-8BEE-7A06041140C9}"/>
              </a:ext>
            </a:extLst>
          </p:cNvPr>
          <p:cNvSpPr>
            <a:spLocks noGrp="1"/>
          </p:cNvSpPr>
          <p:nvPr>
            <p:ph type="ftr" sz="quarter" idx="11"/>
          </p:nvPr>
        </p:nvSpPr>
        <p:spPr bwMode="gray"/>
        <p:txBody>
          <a:bodyPr/>
          <a:lstStyle/>
          <a:p>
            <a:r>
              <a:rPr lang="en-US" dirty="0"/>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18C9E9B4-49EA-4882-85A5-CCD50D15CDE0}"/>
              </a:ext>
            </a:extLst>
          </p:cNvPr>
          <p:cNvSpPr>
            <a:spLocks noGrp="1"/>
          </p:cNvSpPr>
          <p:nvPr>
            <p:ph type="sldNum" sz="quarter" idx="12"/>
          </p:nvPr>
        </p:nvSpPr>
        <p:spPr bwMode="gray"/>
        <p:txBody>
          <a:bodyPr/>
          <a:lstStyle/>
          <a:p>
            <a:fld id="{03805D93-7D4B-4CBC-BABC-3A8AC08CB7F4}" type="slidenum">
              <a:rPr lang="en-US" smtClean="0"/>
              <a:t>‹#›</a:t>
            </a:fld>
            <a:endParaRPr lang="en-US" dirty="0"/>
          </a:p>
        </p:txBody>
      </p:sp>
    </p:spTree>
    <p:extLst>
      <p:ext uri="{BB962C8B-B14F-4D97-AF65-F5344CB8AC3E}">
        <p14:creationId xmlns:p14="http://schemas.microsoft.com/office/powerpoint/2010/main" val="186905424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5776">
          <p15:clr>
            <a:srgbClr val="5ACBF0"/>
          </p15:clr>
        </p15:guide>
        <p15:guide id="3" orient="horz" pos="2344">
          <p15:clr>
            <a:srgbClr val="5ACBF0"/>
          </p15:clr>
        </p15:guide>
        <p15:guide id="4" orient="horz" pos="2509">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secHead" preserve="1">
  <p:cSld name="Section Header 03">
    <p:bg>
      <p:bgPr>
        <a:solidFill>
          <a:schemeClr val="bg2"/>
        </a:solidFill>
        <a:effectLst/>
      </p:bgPr>
    </p:bg>
    <p:spTree>
      <p:nvGrpSpPr>
        <p:cNvPr id="1" name=""/>
        <p:cNvGrpSpPr/>
        <p:nvPr/>
      </p:nvGrpSpPr>
      <p:grpSpPr>
        <a:xfrm>
          <a:off x="0" y="0"/>
          <a:ext cx="0" cy="0"/>
          <a:chOff x="0" y="0"/>
          <a:chExt cx="0" cy="0"/>
        </a:xfrm>
      </p:grpSpPr>
      <p:grpSp>
        <p:nvGrpSpPr>
          <p:cNvPr id="31" name="Circle Stadium Pattern">
            <a:extLst>
              <a:ext uri="{FF2B5EF4-FFF2-40B4-BE49-F238E27FC236}">
                <a16:creationId xmlns:a16="http://schemas.microsoft.com/office/drawing/2014/main" id="{16063D44-BBF3-B8D8-F984-896F5796A07E}"/>
              </a:ext>
              <a:ext uri="{C183D7F6-B498-43B3-948B-1728B52AA6E4}">
                <adec:decorative xmlns:adec="http://schemas.microsoft.com/office/drawing/2017/decorative" val="1"/>
              </a:ext>
            </a:extLst>
          </p:cNvPr>
          <p:cNvGrpSpPr/>
          <p:nvPr userDrawn="1"/>
        </p:nvGrpSpPr>
        <p:grpSpPr bwMode="gray">
          <a:xfrm>
            <a:off x="0" y="-292"/>
            <a:ext cx="12192000" cy="6135750"/>
            <a:chOff x="0" y="-292"/>
            <a:chExt cx="12192000" cy="6135750"/>
          </a:xfrm>
        </p:grpSpPr>
        <p:sp>
          <p:nvSpPr>
            <p:cNvPr id="10" name="Oval 9">
              <a:extLst>
                <a:ext uri="{FF2B5EF4-FFF2-40B4-BE49-F238E27FC236}">
                  <a16:creationId xmlns:a16="http://schemas.microsoft.com/office/drawing/2014/main" id="{0B26FE32-383F-F5D8-7AB7-3A2B19B2D013}"/>
                </a:ext>
              </a:extLst>
            </p:cNvPr>
            <p:cNvSpPr/>
            <p:nvPr userDrawn="1"/>
          </p:nvSpPr>
          <p:spPr bwMode="gray">
            <a:xfrm>
              <a:off x="1426096" y="5184774"/>
              <a:ext cx="950392" cy="950392"/>
            </a:xfrm>
            <a:prstGeom prst="ellipse">
              <a:avLst/>
            </a:prstGeom>
            <a:solidFill>
              <a:schemeClr val="tx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23" name="Freeform: Shape 22">
              <a:extLst>
                <a:ext uri="{FF2B5EF4-FFF2-40B4-BE49-F238E27FC236}">
                  <a16:creationId xmlns:a16="http://schemas.microsoft.com/office/drawing/2014/main" id="{48670F22-94C0-5CBB-E6B8-C53D1DDBF077}"/>
                </a:ext>
              </a:extLst>
            </p:cNvPr>
            <p:cNvSpPr/>
            <p:nvPr userDrawn="1"/>
          </p:nvSpPr>
          <p:spPr bwMode="gray">
            <a:xfrm>
              <a:off x="0" y="5184482"/>
              <a:ext cx="1426097" cy="950976"/>
            </a:xfrm>
            <a:custGeom>
              <a:avLst/>
              <a:gdLst>
                <a:gd name="connsiteX0" fmla="*/ 0 w 1426097"/>
                <a:gd name="connsiteY0" fmla="*/ 0 h 950976"/>
                <a:gd name="connsiteX1" fmla="*/ 950609 w 1426097"/>
                <a:gd name="connsiteY1" fmla="*/ 0 h 950976"/>
                <a:gd name="connsiteX2" fmla="*/ 1426097 w 1426097"/>
                <a:gd name="connsiteY2" fmla="*/ 475488 h 950976"/>
                <a:gd name="connsiteX3" fmla="*/ 950609 w 1426097"/>
                <a:gd name="connsiteY3" fmla="*/ 950976 h 950976"/>
                <a:gd name="connsiteX4" fmla="*/ 0 w 1426097"/>
                <a:gd name="connsiteY4" fmla="*/ 950976 h 9509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6097" h="950976">
                  <a:moveTo>
                    <a:pt x="0" y="0"/>
                  </a:moveTo>
                  <a:lnTo>
                    <a:pt x="950609" y="0"/>
                  </a:lnTo>
                  <a:cubicBezTo>
                    <a:pt x="1213214" y="0"/>
                    <a:pt x="1426097" y="212883"/>
                    <a:pt x="1426097" y="475488"/>
                  </a:cubicBezTo>
                  <a:cubicBezTo>
                    <a:pt x="1426097" y="738093"/>
                    <a:pt x="1213214" y="950976"/>
                    <a:pt x="950609" y="950976"/>
                  </a:cubicBezTo>
                  <a:lnTo>
                    <a:pt x="0" y="950976"/>
                  </a:lnTo>
                  <a:close/>
                </a:path>
              </a:pathLst>
            </a:cu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12" name="Oval 11">
              <a:extLst>
                <a:ext uri="{FF2B5EF4-FFF2-40B4-BE49-F238E27FC236}">
                  <a16:creationId xmlns:a16="http://schemas.microsoft.com/office/drawing/2014/main" id="{07B955C5-E4B3-A3F4-88FB-83ACECDCEAA0}"/>
                </a:ext>
              </a:extLst>
            </p:cNvPr>
            <p:cNvSpPr/>
            <p:nvPr userDrawn="1"/>
          </p:nvSpPr>
          <p:spPr bwMode="gray">
            <a:xfrm>
              <a:off x="475704" y="4233944"/>
              <a:ext cx="950392" cy="950392"/>
            </a:xfrm>
            <a:prstGeom prst="ellipse">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20" name="Freeform: Shape 19">
              <a:extLst>
                <a:ext uri="{FF2B5EF4-FFF2-40B4-BE49-F238E27FC236}">
                  <a16:creationId xmlns:a16="http://schemas.microsoft.com/office/drawing/2014/main" id="{A9ACFA7D-DFD2-CB12-E4DE-F657AF3C466E}"/>
                </a:ext>
              </a:extLst>
            </p:cNvPr>
            <p:cNvSpPr/>
            <p:nvPr userDrawn="1"/>
          </p:nvSpPr>
          <p:spPr bwMode="gray">
            <a:xfrm>
              <a:off x="0" y="4233944"/>
              <a:ext cx="475704" cy="950392"/>
            </a:xfrm>
            <a:custGeom>
              <a:avLst/>
              <a:gdLst>
                <a:gd name="connsiteX0" fmla="*/ 508 w 475704"/>
                <a:gd name="connsiteY0" fmla="*/ 0 h 950392"/>
                <a:gd name="connsiteX1" fmla="*/ 475704 w 475704"/>
                <a:gd name="connsiteY1" fmla="*/ 475196 h 950392"/>
                <a:gd name="connsiteX2" fmla="*/ 508 w 475704"/>
                <a:gd name="connsiteY2" fmla="*/ 950392 h 950392"/>
                <a:gd name="connsiteX3" fmla="*/ 0 w 475704"/>
                <a:gd name="connsiteY3" fmla="*/ 950341 h 950392"/>
                <a:gd name="connsiteX4" fmla="*/ 0 w 475704"/>
                <a:gd name="connsiteY4" fmla="*/ 51 h 9503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5704" h="950392">
                  <a:moveTo>
                    <a:pt x="508" y="0"/>
                  </a:moveTo>
                  <a:cubicBezTo>
                    <a:pt x="262952" y="0"/>
                    <a:pt x="475704" y="212752"/>
                    <a:pt x="475704" y="475196"/>
                  </a:cubicBezTo>
                  <a:cubicBezTo>
                    <a:pt x="475704" y="737640"/>
                    <a:pt x="262952" y="950392"/>
                    <a:pt x="508" y="950392"/>
                  </a:cubicBezTo>
                  <a:lnTo>
                    <a:pt x="0" y="950341"/>
                  </a:lnTo>
                  <a:lnTo>
                    <a:pt x="0" y="51"/>
                  </a:lnTo>
                  <a:close/>
                </a:path>
              </a:pathLst>
            </a:cu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14" name="Oval 13">
              <a:extLst>
                <a:ext uri="{FF2B5EF4-FFF2-40B4-BE49-F238E27FC236}">
                  <a16:creationId xmlns:a16="http://schemas.microsoft.com/office/drawing/2014/main" id="{57D0112C-AD5F-F157-6170-5791D778202A}"/>
                </a:ext>
              </a:extLst>
            </p:cNvPr>
            <p:cNvSpPr/>
            <p:nvPr userDrawn="1"/>
          </p:nvSpPr>
          <p:spPr bwMode="gray">
            <a:xfrm>
              <a:off x="11241608" y="1900784"/>
              <a:ext cx="950392" cy="950392"/>
            </a:xfrm>
            <a:prstGeom prst="ellipse">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25" name="Freeform: Shape 24">
              <a:extLst>
                <a:ext uri="{FF2B5EF4-FFF2-40B4-BE49-F238E27FC236}">
                  <a16:creationId xmlns:a16="http://schemas.microsoft.com/office/drawing/2014/main" id="{21C22E0F-8DF4-2E07-F091-9AE29F932B77}"/>
                </a:ext>
              </a:extLst>
            </p:cNvPr>
            <p:cNvSpPr/>
            <p:nvPr userDrawn="1"/>
          </p:nvSpPr>
          <p:spPr bwMode="gray">
            <a:xfrm>
              <a:off x="10678741" y="950392"/>
              <a:ext cx="1513259" cy="950976"/>
            </a:xfrm>
            <a:custGeom>
              <a:avLst/>
              <a:gdLst>
                <a:gd name="connsiteX0" fmla="*/ 475488 w 1513259"/>
                <a:gd name="connsiteY0" fmla="*/ 0 h 950976"/>
                <a:gd name="connsiteX1" fmla="*/ 1503057 w 1513259"/>
                <a:gd name="connsiteY1" fmla="*/ 0 h 950976"/>
                <a:gd name="connsiteX2" fmla="*/ 1513259 w 1513259"/>
                <a:gd name="connsiteY2" fmla="*/ 1029 h 950976"/>
                <a:gd name="connsiteX3" fmla="*/ 1513259 w 1513259"/>
                <a:gd name="connsiteY3" fmla="*/ 949948 h 950976"/>
                <a:gd name="connsiteX4" fmla="*/ 1503057 w 1513259"/>
                <a:gd name="connsiteY4" fmla="*/ 950976 h 950976"/>
                <a:gd name="connsiteX5" fmla="*/ 475488 w 1513259"/>
                <a:gd name="connsiteY5" fmla="*/ 950976 h 950976"/>
                <a:gd name="connsiteX6" fmla="*/ 0 w 1513259"/>
                <a:gd name="connsiteY6" fmla="*/ 475488 h 950976"/>
                <a:gd name="connsiteX7" fmla="*/ 475488 w 1513259"/>
                <a:gd name="connsiteY7" fmla="*/ 0 h 950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13259" h="950976">
                  <a:moveTo>
                    <a:pt x="475488" y="0"/>
                  </a:moveTo>
                  <a:lnTo>
                    <a:pt x="1503057" y="0"/>
                  </a:lnTo>
                  <a:lnTo>
                    <a:pt x="1513259" y="1029"/>
                  </a:lnTo>
                  <a:lnTo>
                    <a:pt x="1513259" y="949948"/>
                  </a:lnTo>
                  <a:lnTo>
                    <a:pt x="1503057" y="950976"/>
                  </a:lnTo>
                  <a:lnTo>
                    <a:pt x="475488" y="950976"/>
                  </a:lnTo>
                  <a:cubicBezTo>
                    <a:pt x="212883" y="950976"/>
                    <a:pt x="0" y="738093"/>
                    <a:pt x="0" y="475488"/>
                  </a:cubicBezTo>
                  <a:cubicBezTo>
                    <a:pt x="0" y="212883"/>
                    <a:pt x="212883" y="0"/>
                    <a:pt x="475488" y="0"/>
                  </a:cubicBezTo>
                  <a:close/>
                </a:path>
              </a:pathLst>
            </a:cu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16" name="Oval 15">
              <a:extLst>
                <a:ext uri="{FF2B5EF4-FFF2-40B4-BE49-F238E27FC236}">
                  <a16:creationId xmlns:a16="http://schemas.microsoft.com/office/drawing/2014/main" id="{E3F54F8B-42DA-A10D-4F48-DAE6DD4BB538}"/>
                </a:ext>
              </a:extLst>
            </p:cNvPr>
            <p:cNvSpPr/>
            <p:nvPr userDrawn="1"/>
          </p:nvSpPr>
          <p:spPr bwMode="gray">
            <a:xfrm>
              <a:off x="9734744" y="950100"/>
              <a:ext cx="950392" cy="950392"/>
            </a:xfrm>
            <a:prstGeom prst="ellipse">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17" name="Oval 16">
              <a:extLst>
                <a:ext uri="{FF2B5EF4-FFF2-40B4-BE49-F238E27FC236}">
                  <a16:creationId xmlns:a16="http://schemas.microsoft.com/office/drawing/2014/main" id="{9925FF2C-98E9-C65D-690D-B217AEC9E1FC}"/>
                </a:ext>
              </a:extLst>
            </p:cNvPr>
            <p:cNvSpPr/>
            <p:nvPr userDrawn="1"/>
          </p:nvSpPr>
          <p:spPr bwMode="gray">
            <a:xfrm>
              <a:off x="10678742" y="0"/>
              <a:ext cx="950392" cy="950392"/>
            </a:xfrm>
            <a:prstGeom prst="ellipse">
              <a:avLst/>
            </a:prstGeom>
            <a:solidFill>
              <a:schemeClr val="tx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29" name="Freeform: Shape 28">
              <a:extLst>
                <a:ext uri="{FF2B5EF4-FFF2-40B4-BE49-F238E27FC236}">
                  <a16:creationId xmlns:a16="http://schemas.microsoft.com/office/drawing/2014/main" id="{9BFA5672-C599-B33C-CF5D-BEEECB00FE0A}"/>
                </a:ext>
              </a:extLst>
            </p:cNvPr>
            <p:cNvSpPr/>
            <p:nvPr userDrawn="1"/>
          </p:nvSpPr>
          <p:spPr bwMode="gray">
            <a:xfrm>
              <a:off x="11629134" y="-292"/>
              <a:ext cx="562866" cy="950976"/>
            </a:xfrm>
            <a:custGeom>
              <a:avLst/>
              <a:gdLst>
                <a:gd name="connsiteX0" fmla="*/ 475488 w 562866"/>
                <a:gd name="connsiteY0" fmla="*/ 0 h 950976"/>
                <a:gd name="connsiteX1" fmla="*/ 562866 w 562866"/>
                <a:gd name="connsiteY1" fmla="*/ 0 h 950976"/>
                <a:gd name="connsiteX2" fmla="*/ 562866 w 562866"/>
                <a:gd name="connsiteY2" fmla="*/ 950976 h 950976"/>
                <a:gd name="connsiteX3" fmla="*/ 475488 w 562866"/>
                <a:gd name="connsiteY3" fmla="*/ 950976 h 950976"/>
                <a:gd name="connsiteX4" fmla="*/ 0 w 562866"/>
                <a:gd name="connsiteY4" fmla="*/ 475488 h 950976"/>
                <a:gd name="connsiteX5" fmla="*/ 475488 w 562866"/>
                <a:gd name="connsiteY5" fmla="*/ 0 h 950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2866" h="950976">
                  <a:moveTo>
                    <a:pt x="475488" y="0"/>
                  </a:moveTo>
                  <a:lnTo>
                    <a:pt x="562866" y="0"/>
                  </a:lnTo>
                  <a:lnTo>
                    <a:pt x="562866" y="950976"/>
                  </a:lnTo>
                  <a:lnTo>
                    <a:pt x="475488" y="950976"/>
                  </a:lnTo>
                  <a:cubicBezTo>
                    <a:pt x="212883" y="950976"/>
                    <a:pt x="0" y="738093"/>
                    <a:pt x="0" y="475488"/>
                  </a:cubicBezTo>
                  <a:cubicBezTo>
                    <a:pt x="0" y="212883"/>
                    <a:pt x="212883" y="0"/>
                    <a:pt x="475488" y="0"/>
                  </a:cubicBezTo>
                  <a:close/>
                </a:path>
              </a:pathLst>
            </a:cu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grpSp>
      <p:sp>
        <p:nvSpPr>
          <p:cNvPr id="2" name="Title">
            <a:extLst>
              <a:ext uri="{FF2B5EF4-FFF2-40B4-BE49-F238E27FC236}">
                <a16:creationId xmlns:a16="http://schemas.microsoft.com/office/drawing/2014/main" id="{8364047E-FA3E-49C2-97F7-5B543041A6B9}"/>
              </a:ext>
            </a:extLst>
          </p:cNvPr>
          <p:cNvSpPr>
            <a:spLocks noGrp="1"/>
          </p:cNvSpPr>
          <p:nvPr>
            <p:ph type="title" hasCustomPrompt="1"/>
          </p:nvPr>
        </p:nvSpPr>
        <p:spPr bwMode="gray">
          <a:xfrm>
            <a:off x="1752600" y="2186355"/>
            <a:ext cx="8686800" cy="1523494"/>
          </a:xfrm>
        </p:spPr>
        <p:txBody>
          <a:bodyPr anchor="b"/>
          <a:lstStyle>
            <a:lvl1pPr algn="ctr">
              <a:defRPr sz="5500" b="0" spc="0" baseline="0">
                <a:solidFill>
                  <a:schemeClr val="tx1"/>
                </a:solidFill>
              </a:defRPr>
            </a:lvl1pPr>
          </a:lstStyle>
          <a:p>
            <a:r>
              <a:rPr lang="en-US" dirty="0"/>
              <a:t>Section title; Georgia Pro 55pt, sentence case</a:t>
            </a:r>
          </a:p>
        </p:txBody>
      </p:sp>
      <p:sp>
        <p:nvSpPr>
          <p:cNvPr id="3" name="Subtitle Placeholder">
            <a:extLst>
              <a:ext uri="{FF2B5EF4-FFF2-40B4-BE49-F238E27FC236}">
                <a16:creationId xmlns:a16="http://schemas.microsoft.com/office/drawing/2014/main" id="{1984467D-8998-4601-8ABC-FDE348E4BFF2}"/>
              </a:ext>
            </a:extLst>
          </p:cNvPr>
          <p:cNvSpPr>
            <a:spLocks noGrp="1"/>
          </p:cNvSpPr>
          <p:nvPr>
            <p:ph type="body" idx="1" hasCustomPrompt="1"/>
          </p:nvPr>
        </p:nvSpPr>
        <p:spPr bwMode="gray">
          <a:xfrm>
            <a:off x="1752600" y="3990820"/>
            <a:ext cx="8686800" cy="332399"/>
          </a:xfrm>
        </p:spPr>
        <p:txBody>
          <a:bodyPr>
            <a:spAutoFit/>
          </a:bodyPr>
          <a:lstStyle>
            <a:lvl1pPr marL="0" indent="0" algn="ctr">
              <a:lnSpc>
                <a:spcPct val="90000"/>
              </a:lnSpc>
              <a:spcBef>
                <a:spcPts val="0"/>
              </a:spcBef>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Section subtitle (optional); Arial 24pt, sentence case</a:t>
            </a:r>
          </a:p>
        </p:txBody>
      </p:sp>
      <p:pic>
        <p:nvPicPr>
          <p:cNvPr id="7" name="Optum Logo" descr="Optum">
            <a:extLst>
              <a:ext uri="{FF2B5EF4-FFF2-40B4-BE49-F238E27FC236}">
                <a16:creationId xmlns:a16="http://schemas.microsoft.com/office/drawing/2014/main" id="{B182F32D-9E08-7913-D9C1-F4408AF9F96A}"/>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343650"/>
            <a:ext cx="773055" cy="223837"/>
          </a:xfrm>
          <a:prstGeom prst="rect">
            <a:avLst/>
          </a:prstGeom>
        </p:spPr>
      </p:pic>
      <p:sp>
        <p:nvSpPr>
          <p:cNvPr id="4" name="Date Placeholder">
            <a:extLst>
              <a:ext uri="{FF2B5EF4-FFF2-40B4-BE49-F238E27FC236}">
                <a16:creationId xmlns:a16="http://schemas.microsoft.com/office/drawing/2014/main" id="{39B679AE-D173-4857-9656-61C15B78E493}"/>
              </a:ext>
            </a:extLst>
          </p:cNvPr>
          <p:cNvSpPr>
            <a:spLocks noGrp="1"/>
          </p:cNvSpPr>
          <p:nvPr>
            <p:ph type="dt" sz="half" idx="10"/>
          </p:nvPr>
        </p:nvSpPr>
        <p:spPr bwMode="gray"/>
        <p:txBody>
          <a:bodyPr/>
          <a:lstStyle/>
          <a:p>
            <a:fld id="{7D63D41C-A5A9-4F2E-BDFA-B96CA58C5EF1}" type="datetime1">
              <a:rPr lang="en-US" smtClean="0"/>
              <a:t>5/5/2026</a:t>
            </a:fld>
            <a:endParaRPr lang="en-US" dirty="0"/>
          </a:p>
        </p:txBody>
      </p:sp>
      <p:sp>
        <p:nvSpPr>
          <p:cNvPr id="5" name="Footer Placeholder">
            <a:extLst>
              <a:ext uri="{FF2B5EF4-FFF2-40B4-BE49-F238E27FC236}">
                <a16:creationId xmlns:a16="http://schemas.microsoft.com/office/drawing/2014/main" id="{D444279A-BCE2-4BB7-8BEE-7A06041140C9}"/>
              </a:ext>
            </a:extLst>
          </p:cNvPr>
          <p:cNvSpPr>
            <a:spLocks noGrp="1"/>
          </p:cNvSpPr>
          <p:nvPr>
            <p:ph type="ftr" sz="quarter" idx="11"/>
          </p:nvPr>
        </p:nvSpPr>
        <p:spPr bwMode="gray"/>
        <p:txBody>
          <a:bodyPr/>
          <a:lstStyle/>
          <a:p>
            <a:r>
              <a:rPr lang="en-US" dirty="0"/>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18C9E9B4-49EA-4882-85A5-CCD50D15CDE0}"/>
              </a:ext>
            </a:extLst>
          </p:cNvPr>
          <p:cNvSpPr>
            <a:spLocks noGrp="1"/>
          </p:cNvSpPr>
          <p:nvPr>
            <p:ph type="sldNum" sz="quarter" idx="12"/>
          </p:nvPr>
        </p:nvSpPr>
        <p:spPr bwMode="gray"/>
        <p:txBody>
          <a:bodyPr/>
          <a:lstStyle/>
          <a:p>
            <a:fld id="{03805D93-7D4B-4CBC-BABC-3A8AC08CB7F4}" type="slidenum">
              <a:rPr lang="en-US" smtClean="0"/>
              <a:t>‹#›</a:t>
            </a:fld>
            <a:endParaRPr lang="en-US" dirty="0"/>
          </a:p>
        </p:txBody>
      </p:sp>
    </p:spTree>
    <p:extLst>
      <p:ext uri="{BB962C8B-B14F-4D97-AF65-F5344CB8AC3E}">
        <p14:creationId xmlns:p14="http://schemas.microsoft.com/office/powerpoint/2010/main" val="69894572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5776">
          <p15:clr>
            <a:srgbClr val="5ACBF0"/>
          </p15:clr>
        </p15:guide>
        <p15:guide id="3" orient="horz" pos="2344">
          <p15:clr>
            <a:srgbClr val="5ACBF0"/>
          </p15:clr>
        </p15:guide>
        <p15:guide id="4" orient="horz" pos="2509">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secHead" preserve="1">
  <p:cSld name="Section Header 04">
    <p:bg>
      <p:bgPr>
        <a:solidFill>
          <a:schemeClr val="bg2"/>
        </a:solidFill>
        <a:effectLst/>
      </p:bgPr>
    </p:bg>
    <p:spTree>
      <p:nvGrpSpPr>
        <p:cNvPr id="1" name=""/>
        <p:cNvGrpSpPr/>
        <p:nvPr/>
      </p:nvGrpSpPr>
      <p:grpSpPr>
        <a:xfrm>
          <a:off x="0" y="0"/>
          <a:ext cx="0" cy="0"/>
          <a:chOff x="0" y="0"/>
          <a:chExt cx="0" cy="0"/>
        </a:xfrm>
      </p:grpSpPr>
      <p:grpSp>
        <p:nvGrpSpPr>
          <p:cNvPr id="31" name="Circle Stadium Pattern">
            <a:extLst>
              <a:ext uri="{FF2B5EF4-FFF2-40B4-BE49-F238E27FC236}">
                <a16:creationId xmlns:a16="http://schemas.microsoft.com/office/drawing/2014/main" id="{16063D44-BBF3-B8D8-F984-896F5796A07E}"/>
              </a:ext>
              <a:ext uri="{C183D7F6-B498-43B3-948B-1728B52AA6E4}">
                <adec:decorative xmlns:adec="http://schemas.microsoft.com/office/drawing/2017/decorative" val="1"/>
              </a:ext>
            </a:extLst>
          </p:cNvPr>
          <p:cNvGrpSpPr/>
          <p:nvPr userDrawn="1"/>
        </p:nvGrpSpPr>
        <p:grpSpPr bwMode="gray">
          <a:xfrm>
            <a:off x="0" y="-292"/>
            <a:ext cx="12192000" cy="6135750"/>
            <a:chOff x="0" y="-292"/>
            <a:chExt cx="12192000" cy="6135750"/>
          </a:xfrm>
          <a:solidFill>
            <a:schemeClr val="bg1"/>
          </a:solidFill>
        </p:grpSpPr>
        <p:sp>
          <p:nvSpPr>
            <p:cNvPr id="10" name="Oval 9">
              <a:extLst>
                <a:ext uri="{FF2B5EF4-FFF2-40B4-BE49-F238E27FC236}">
                  <a16:creationId xmlns:a16="http://schemas.microsoft.com/office/drawing/2014/main" id="{0B26FE32-383F-F5D8-7AB7-3A2B19B2D013}"/>
                </a:ext>
              </a:extLst>
            </p:cNvPr>
            <p:cNvSpPr/>
            <p:nvPr userDrawn="1"/>
          </p:nvSpPr>
          <p:spPr bwMode="gray">
            <a:xfrm>
              <a:off x="1426096" y="5184774"/>
              <a:ext cx="950392" cy="950392"/>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23" name="Freeform: Shape 22">
              <a:extLst>
                <a:ext uri="{FF2B5EF4-FFF2-40B4-BE49-F238E27FC236}">
                  <a16:creationId xmlns:a16="http://schemas.microsoft.com/office/drawing/2014/main" id="{48670F22-94C0-5CBB-E6B8-C53D1DDBF077}"/>
                </a:ext>
              </a:extLst>
            </p:cNvPr>
            <p:cNvSpPr/>
            <p:nvPr userDrawn="1"/>
          </p:nvSpPr>
          <p:spPr bwMode="gray">
            <a:xfrm>
              <a:off x="0" y="5184482"/>
              <a:ext cx="1426097" cy="950976"/>
            </a:xfrm>
            <a:custGeom>
              <a:avLst/>
              <a:gdLst>
                <a:gd name="connsiteX0" fmla="*/ 0 w 1426097"/>
                <a:gd name="connsiteY0" fmla="*/ 0 h 950976"/>
                <a:gd name="connsiteX1" fmla="*/ 950609 w 1426097"/>
                <a:gd name="connsiteY1" fmla="*/ 0 h 950976"/>
                <a:gd name="connsiteX2" fmla="*/ 1426097 w 1426097"/>
                <a:gd name="connsiteY2" fmla="*/ 475488 h 950976"/>
                <a:gd name="connsiteX3" fmla="*/ 950609 w 1426097"/>
                <a:gd name="connsiteY3" fmla="*/ 950976 h 950976"/>
                <a:gd name="connsiteX4" fmla="*/ 0 w 1426097"/>
                <a:gd name="connsiteY4" fmla="*/ 950976 h 9509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6097" h="950976">
                  <a:moveTo>
                    <a:pt x="0" y="0"/>
                  </a:moveTo>
                  <a:lnTo>
                    <a:pt x="950609" y="0"/>
                  </a:lnTo>
                  <a:cubicBezTo>
                    <a:pt x="1213214" y="0"/>
                    <a:pt x="1426097" y="212883"/>
                    <a:pt x="1426097" y="475488"/>
                  </a:cubicBezTo>
                  <a:cubicBezTo>
                    <a:pt x="1426097" y="738093"/>
                    <a:pt x="1213214" y="950976"/>
                    <a:pt x="950609" y="950976"/>
                  </a:cubicBezTo>
                  <a:lnTo>
                    <a:pt x="0" y="950976"/>
                  </a:lnTo>
                  <a:close/>
                </a:path>
              </a:pathLst>
            </a:cu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12" name="Oval 11">
              <a:extLst>
                <a:ext uri="{FF2B5EF4-FFF2-40B4-BE49-F238E27FC236}">
                  <a16:creationId xmlns:a16="http://schemas.microsoft.com/office/drawing/2014/main" id="{07B955C5-E4B3-A3F4-88FB-83ACECDCEAA0}"/>
                </a:ext>
              </a:extLst>
            </p:cNvPr>
            <p:cNvSpPr/>
            <p:nvPr userDrawn="1"/>
          </p:nvSpPr>
          <p:spPr bwMode="gray">
            <a:xfrm>
              <a:off x="475704" y="4233944"/>
              <a:ext cx="950392" cy="950392"/>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20" name="Freeform: Shape 19">
              <a:extLst>
                <a:ext uri="{FF2B5EF4-FFF2-40B4-BE49-F238E27FC236}">
                  <a16:creationId xmlns:a16="http://schemas.microsoft.com/office/drawing/2014/main" id="{A9ACFA7D-DFD2-CB12-E4DE-F657AF3C466E}"/>
                </a:ext>
              </a:extLst>
            </p:cNvPr>
            <p:cNvSpPr/>
            <p:nvPr userDrawn="1"/>
          </p:nvSpPr>
          <p:spPr bwMode="gray">
            <a:xfrm>
              <a:off x="0" y="4233944"/>
              <a:ext cx="475704" cy="950392"/>
            </a:xfrm>
            <a:custGeom>
              <a:avLst/>
              <a:gdLst>
                <a:gd name="connsiteX0" fmla="*/ 508 w 475704"/>
                <a:gd name="connsiteY0" fmla="*/ 0 h 950392"/>
                <a:gd name="connsiteX1" fmla="*/ 475704 w 475704"/>
                <a:gd name="connsiteY1" fmla="*/ 475196 h 950392"/>
                <a:gd name="connsiteX2" fmla="*/ 508 w 475704"/>
                <a:gd name="connsiteY2" fmla="*/ 950392 h 950392"/>
                <a:gd name="connsiteX3" fmla="*/ 0 w 475704"/>
                <a:gd name="connsiteY3" fmla="*/ 950341 h 950392"/>
                <a:gd name="connsiteX4" fmla="*/ 0 w 475704"/>
                <a:gd name="connsiteY4" fmla="*/ 51 h 9503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5704" h="950392">
                  <a:moveTo>
                    <a:pt x="508" y="0"/>
                  </a:moveTo>
                  <a:cubicBezTo>
                    <a:pt x="262952" y="0"/>
                    <a:pt x="475704" y="212752"/>
                    <a:pt x="475704" y="475196"/>
                  </a:cubicBezTo>
                  <a:cubicBezTo>
                    <a:pt x="475704" y="737640"/>
                    <a:pt x="262952" y="950392"/>
                    <a:pt x="508" y="950392"/>
                  </a:cubicBezTo>
                  <a:lnTo>
                    <a:pt x="0" y="950341"/>
                  </a:lnTo>
                  <a:lnTo>
                    <a:pt x="0" y="51"/>
                  </a:lnTo>
                  <a:close/>
                </a:path>
              </a:pathLst>
            </a:cu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14" name="Oval 13">
              <a:extLst>
                <a:ext uri="{FF2B5EF4-FFF2-40B4-BE49-F238E27FC236}">
                  <a16:creationId xmlns:a16="http://schemas.microsoft.com/office/drawing/2014/main" id="{57D0112C-AD5F-F157-6170-5791D778202A}"/>
                </a:ext>
              </a:extLst>
            </p:cNvPr>
            <p:cNvSpPr/>
            <p:nvPr userDrawn="1"/>
          </p:nvSpPr>
          <p:spPr bwMode="gray">
            <a:xfrm>
              <a:off x="11241608" y="1900784"/>
              <a:ext cx="950392" cy="950392"/>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25" name="Freeform: Shape 24">
              <a:extLst>
                <a:ext uri="{FF2B5EF4-FFF2-40B4-BE49-F238E27FC236}">
                  <a16:creationId xmlns:a16="http://schemas.microsoft.com/office/drawing/2014/main" id="{21C22E0F-8DF4-2E07-F091-9AE29F932B77}"/>
                </a:ext>
              </a:extLst>
            </p:cNvPr>
            <p:cNvSpPr/>
            <p:nvPr userDrawn="1"/>
          </p:nvSpPr>
          <p:spPr bwMode="gray">
            <a:xfrm>
              <a:off x="10678741" y="950392"/>
              <a:ext cx="1513259" cy="950976"/>
            </a:xfrm>
            <a:custGeom>
              <a:avLst/>
              <a:gdLst>
                <a:gd name="connsiteX0" fmla="*/ 475488 w 1513259"/>
                <a:gd name="connsiteY0" fmla="*/ 0 h 950976"/>
                <a:gd name="connsiteX1" fmla="*/ 1503057 w 1513259"/>
                <a:gd name="connsiteY1" fmla="*/ 0 h 950976"/>
                <a:gd name="connsiteX2" fmla="*/ 1513259 w 1513259"/>
                <a:gd name="connsiteY2" fmla="*/ 1029 h 950976"/>
                <a:gd name="connsiteX3" fmla="*/ 1513259 w 1513259"/>
                <a:gd name="connsiteY3" fmla="*/ 949948 h 950976"/>
                <a:gd name="connsiteX4" fmla="*/ 1503057 w 1513259"/>
                <a:gd name="connsiteY4" fmla="*/ 950976 h 950976"/>
                <a:gd name="connsiteX5" fmla="*/ 475488 w 1513259"/>
                <a:gd name="connsiteY5" fmla="*/ 950976 h 950976"/>
                <a:gd name="connsiteX6" fmla="*/ 0 w 1513259"/>
                <a:gd name="connsiteY6" fmla="*/ 475488 h 950976"/>
                <a:gd name="connsiteX7" fmla="*/ 475488 w 1513259"/>
                <a:gd name="connsiteY7" fmla="*/ 0 h 950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13259" h="950976">
                  <a:moveTo>
                    <a:pt x="475488" y="0"/>
                  </a:moveTo>
                  <a:lnTo>
                    <a:pt x="1503057" y="0"/>
                  </a:lnTo>
                  <a:lnTo>
                    <a:pt x="1513259" y="1029"/>
                  </a:lnTo>
                  <a:lnTo>
                    <a:pt x="1513259" y="949948"/>
                  </a:lnTo>
                  <a:lnTo>
                    <a:pt x="1503057" y="950976"/>
                  </a:lnTo>
                  <a:lnTo>
                    <a:pt x="475488" y="950976"/>
                  </a:lnTo>
                  <a:cubicBezTo>
                    <a:pt x="212883" y="950976"/>
                    <a:pt x="0" y="738093"/>
                    <a:pt x="0" y="475488"/>
                  </a:cubicBezTo>
                  <a:cubicBezTo>
                    <a:pt x="0" y="212883"/>
                    <a:pt x="212883" y="0"/>
                    <a:pt x="475488" y="0"/>
                  </a:cubicBezTo>
                  <a:close/>
                </a:path>
              </a:pathLst>
            </a:cu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16" name="Oval 15">
              <a:extLst>
                <a:ext uri="{FF2B5EF4-FFF2-40B4-BE49-F238E27FC236}">
                  <a16:creationId xmlns:a16="http://schemas.microsoft.com/office/drawing/2014/main" id="{E3F54F8B-42DA-A10D-4F48-DAE6DD4BB538}"/>
                </a:ext>
              </a:extLst>
            </p:cNvPr>
            <p:cNvSpPr/>
            <p:nvPr userDrawn="1"/>
          </p:nvSpPr>
          <p:spPr bwMode="gray">
            <a:xfrm>
              <a:off x="9734744" y="950100"/>
              <a:ext cx="950392" cy="950392"/>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17" name="Oval 16">
              <a:extLst>
                <a:ext uri="{FF2B5EF4-FFF2-40B4-BE49-F238E27FC236}">
                  <a16:creationId xmlns:a16="http://schemas.microsoft.com/office/drawing/2014/main" id="{9925FF2C-98E9-C65D-690D-B217AEC9E1FC}"/>
                </a:ext>
              </a:extLst>
            </p:cNvPr>
            <p:cNvSpPr/>
            <p:nvPr userDrawn="1"/>
          </p:nvSpPr>
          <p:spPr bwMode="gray">
            <a:xfrm>
              <a:off x="10678742" y="0"/>
              <a:ext cx="950392" cy="950392"/>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29" name="Freeform: Shape 28">
              <a:extLst>
                <a:ext uri="{FF2B5EF4-FFF2-40B4-BE49-F238E27FC236}">
                  <a16:creationId xmlns:a16="http://schemas.microsoft.com/office/drawing/2014/main" id="{9BFA5672-C599-B33C-CF5D-BEEECB00FE0A}"/>
                </a:ext>
              </a:extLst>
            </p:cNvPr>
            <p:cNvSpPr/>
            <p:nvPr userDrawn="1"/>
          </p:nvSpPr>
          <p:spPr bwMode="gray">
            <a:xfrm>
              <a:off x="11629134" y="-292"/>
              <a:ext cx="562866" cy="950976"/>
            </a:xfrm>
            <a:custGeom>
              <a:avLst/>
              <a:gdLst>
                <a:gd name="connsiteX0" fmla="*/ 475488 w 562866"/>
                <a:gd name="connsiteY0" fmla="*/ 0 h 950976"/>
                <a:gd name="connsiteX1" fmla="*/ 562866 w 562866"/>
                <a:gd name="connsiteY1" fmla="*/ 0 h 950976"/>
                <a:gd name="connsiteX2" fmla="*/ 562866 w 562866"/>
                <a:gd name="connsiteY2" fmla="*/ 950976 h 950976"/>
                <a:gd name="connsiteX3" fmla="*/ 475488 w 562866"/>
                <a:gd name="connsiteY3" fmla="*/ 950976 h 950976"/>
                <a:gd name="connsiteX4" fmla="*/ 0 w 562866"/>
                <a:gd name="connsiteY4" fmla="*/ 475488 h 950976"/>
                <a:gd name="connsiteX5" fmla="*/ 475488 w 562866"/>
                <a:gd name="connsiteY5" fmla="*/ 0 h 950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2866" h="950976">
                  <a:moveTo>
                    <a:pt x="475488" y="0"/>
                  </a:moveTo>
                  <a:lnTo>
                    <a:pt x="562866" y="0"/>
                  </a:lnTo>
                  <a:lnTo>
                    <a:pt x="562866" y="950976"/>
                  </a:lnTo>
                  <a:lnTo>
                    <a:pt x="475488" y="950976"/>
                  </a:lnTo>
                  <a:cubicBezTo>
                    <a:pt x="212883" y="950976"/>
                    <a:pt x="0" y="738093"/>
                    <a:pt x="0" y="475488"/>
                  </a:cubicBezTo>
                  <a:cubicBezTo>
                    <a:pt x="0" y="212883"/>
                    <a:pt x="212883" y="0"/>
                    <a:pt x="475488" y="0"/>
                  </a:cubicBezTo>
                  <a:close/>
                </a:path>
              </a:pathLst>
            </a:cu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grpSp>
      <p:sp>
        <p:nvSpPr>
          <p:cNvPr id="2" name="Title">
            <a:extLst>
              <a:ext uri="{FF2B5EF4-FFF2-40B4-BE49-F238E27FC236}">
                <a16:creationId xmlns:a16="http://schemas.microsoft.com/office/drawing/2014/main" id="{8364047E-FA3E-49C2-97F7-5B543041A6B9}"/>
              </a:ext>
            </a:extLst>
          </p:cNvPr>
          <p:cNvSpPr>
            <a:spLocks noGrp="1"/>
          </p:cNvSpPr>
          <p:nvPr>
            <p:ph type="title" hasCustomPrompt="1"/>
          </p:nvPr>
        </p:nvSpPr>
        <p:spPr bwMode="gray">
          <a:xfrm>
            <a:off x="1752600" y="2186355"/>
            <a:ext cx="8686800" cy="1523494"/>
          </a:xfrm>
        </p:spPr>
        <p:txBody>
          <a:bodyPr anchor="b"/>
          <a:lstStyle>
            <a:lvl1pPr algn="ctr">
              <a:defRPr sz="5500" b="0" spc="0" baseline="0">
                <a:solidFill>
                  <a:schemeClr val="tx1"/>
                </a:solidFill>
              </a:defRPr>
            </a:lvl1pPr>
          </a:lstStyle>
          <a:p>
            <a:r>
              <a:rPr lang="en-US" dirty="0"/>
              <a:t>Section title; Georgia Pro 55pt, sentence case</a:t>
            </a:r>
          </a:p>
        </p:txBody>
      </p:sp>
      <p:sp>
        <p:nvSpPr>
          <p:cNvPr id="3" name="Subtitle Placeholder">
            <a:extLst>
              <a:ext uri="{FF2B5EF4-FFF2-40B4-BE49-F238E27FC236}">
                <a16:creationId xmlns:a16="http://schemas.microsoft.com/office/drawing/2014/main" id="{1984467D-8998-4601-8ABC-FDE348E4BFF2}"/>
              </a:ext>
            </a:extLst>
          </p:cNvPr>
          <p:cNvSpPr>
            <a:spLocks noGrp="1"/>
          </p:cNvSpPr>
          <p:nvPr>
            <p:ph type="body" idx="1" hasCustomPrompt="1"/>
          </p:nvPr>
        </p:nvSpPr>
        <p:spPr bwMode="gray">
          <a:xfrm>
            <a:off x="1752600" y="3990820"/>
            <a:ext cx="8686800" cy="332399"/>
          </a:xfrm>
        </p:spPr>
        <p:txBody>
          <a:bodyPr>
            <a:spAutoFit/>
          </a:bodyPr>
          <a:lstStyle>
            <a:lvl1pPr marL="0" indent="0" algn="ctr">
              <a:lnSpc>
                <a:spcPct val="90000"/>
              </a:lnSpc>
              <a:spcBef>
                <a:spcPts val="0"/>
              </a:spcBef>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Section subtitle (optional); Arial 24pt, sentence case</a:t>
            </a:r>
          </a:p>
        </p:txBody>
      </p:sp>
      <p:pic>
        <p:nvPicPr>
          <p:cNvPr id="7" name="Optum Logo" descr="Optum">
            <a:extLst>
              <a:ext uri="{FF2B5EF4-FFF2-40B4-BE49-F238E27FC236}">
                <a16:creationId xmlns:a16="http://schemas.microsoft.com/office/drawing/2014/main" id="{7D20C80F-10C6-380F-767C-5DE5099AFED8}"/>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343650"/>
            <a:ext cx="773055" cy="223837"/>
          </a:xfrm>
          <a:prstGeom prst="rect">
            <a:avLst/>
          </a:prstGeom>
        </p:spPr>
      </p:pic>
      <p:sp>
        <p:nvSpPr>
          <p:cNvPr id="4" name="Date Placeholder">
            <a:extLst>
              <a:ext uri="{FF2B5EF4-FFF2-40B4-BE49-F238E27FC236}">
                <a16:creationId xmlns:a16="http://schemas.microsoft.com/office/drawing/2014/main" id="{39B679AE-D173-4857-9656-61C15B78E493}"/>
              </a:ext>
            </a:extLst>
          </p:cNvPr>
          <p:cNvSpPr>
            <a:spLocks noGrp="1"/>
          </p:cNvSpPr>
          <p:nvPr>
            <p:ph type="dt" sz="half" idx="10"/>
          </p:nvPr>
        </p:nvSpPr>
        <p:spPr bwMode="gray"/>
        <p:txBody>
          <a:bodyPr/>
          <a:lstStyle/>
          <a:p>
            <a:fld id="{7D63D41C-A5A9-4F2E-BDFA-B96CA58C5EF1}" type="datetime1">
              <a:rPr lang="en-US" smtClean="0"/>
              <a:t>5/5/2026</a:t>
            </a:fld>
            <a:endParaRPr lang="en-US" dirty="0"/>
          </a:p>
        </p:txBody>
      </p:sp>
      <p:sp>
        <p:nvSpPr>
          <p:cNvPr id="5" name="Footer Placeholder">
            <a:extLst>
              <a:ext uri="{FF2B5EF4-FFF2-40B4-BE49-F238E27FC236}">
                <a16:creationId xmlns:a16="http://schemas.microsoft.com/office/drawing/2014/main" id="{D444279A-BCE2-4BB7-8BEE-7A06041140C9}"/>
              </a:ext>
            </a:extLst>
          </p:cNvPr>
          <p:cNvSpPr>
            <a:spLocks noGrp="1"/>
          </p:cNvSpPr>
          <p:nvPr>
            <p:ph type="ftr" sz="quarter" idx="11"/>
          </p:nvPr>
        </p:nvSpPr>
        <p:spPr bwMode="gray"/>
        <p:txBody>
          <a:bodyPr/>
          <a:lstStyle/>
          <a:p>
            <a:r>
              <a:rPr lang="en-US" dirty="0"/>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18C9E9B4-49EA-4882-85A5-CCD50D15CDE0}"/>
              </a:ext>
            </a:extLst>
          </p:cNvPr>
          <p:cNvSpPr>
            <a:spLocks noGrp="1"/>
          </p:cNvSpPr>
          <p:nvPr>
            <p:ph type="sldNum" sz="quarter" idx="12"/>
          </p:nvPr>
        </p:nvSpPr>
        <p:spPr bwMode="gray"/>
        <p:txBody>
          <a:bodyPr/>
          <a:lstStyle/>
          <a:p>
            <a:fld id="{03805D93-7D4B-4CBC-BABC-3A8AC08CB7F4}" type="slidenum">
              <a:rPr lang="en-US" smtClean="0"/>
              <a:t>‹#›</a:t>
            </a:fld>
            <a:endParaRPr lang="en-US" dirty="0"/>
          </a:p>
        </p:txBody>
      </p:sp>
    </p:spTree>
    <p:extLst>
      <p:ext uri="{BB962C8B-B14F-4D97-AF65-F5344CB8AC3E}">
        <p14:creationId xmlns:p14="http://schemas.microsoft.com/office/powerpoint/2010/main" val="100568132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5776">
          <p15:clr>
            <a:srgbClr val="5ACBF0"/>
          </p15:clr>
        </p15:guide>
        <p15:guide id="3" orient="horz" pos="2344">
          <p15:clr>
            <a:srgbClr val="5ACBF0"/>
          </p15:clr>
        </p15:guide>
        <p15:guide id="4" orient="horz" pos="2509">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Section Header 05">
    <p:bg>
      <p:bgPr>
        <a:solidFill>
          <a:schemeClr val="bg2"/>
        </a:solidFill>
        <a:effectLst/>
      </p:bgPr>
    </p:bg>
    <p:spTree>
      <p:nvGrpSpPr>
        <p:cNvPr id="1" name=""/>
        <p:cNvGrpSpPr/>
        <p:nvPr/>
      </p:nvGrpSpPr>
      <p:grpSpPr>
        <a:xfrm>
          <a:off x="0" y="0"/>
          <a:ext cx="0" cy="0"/>
          <a:chOff x="0" y="0"/>
          <a:chExt cx="0" cy="0"/>
        </a:xfrm>
      </p:grpSpPr>
      <p:sp>
        <p:nvSpPr>
          <p:cNvPr id="13" name="Orange Title Block">
            <a:extLst>
              <a:ext uri="{FF2B5EF4-FFF2-40B4-BE49-F238E27FC236}">
                <a16:creationId xmlns:a16="http://schemas.microsoft.com/office/drawing/2014/main" id="{28BF8FD6-F40C-8C7C-FF94-4DA25C3DA2C3}"/>
              </a:ext>
              <a:ext uri="{C183D7F6-B498-43B3-948B-1728B52AA6E4}">
                <adec:decorative xmlns:adec="http://schemas.microsoft.com/office/drawing/2017/decorative" val="1"/>
              </a:ext>
            </a:extLst>
          </p:cNvPr>
          <p:cNvSpPr/>
          <p:nvPr userDrawn="1"/>
        </p:nvSpPr>
        <p:spPr bwMode="gray">
          <a:xfrm>
            <a:off x="0" y="2456160"/>
            <a:ext cx="140027" cy="1377898"/>
          </a:xfrm>
          <a:prstGeom prst="rect">
            <a:avLst/>
          </a:prstGeom>
          <a:solidFill>
            <a:schemeClr val="tx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Title">
            <a:extLst>
              <a:ext uri="{FF2B5EF4-FFF2-40B4-BE49-F238E27FC236}">
                <a16:creationId xmlns:a16="http://schemas.microsoft.com/office/drawing/2014/main" id="{8364047E-FA3E-49C2-97F7-5B543041A6B9}"/>
              </a:ext>
            </a:extLst>
          </p:cNvPr>
          <p:cNvSpPr>
            <a:spLocks noGrp="1"/>
          </p:cNvSpPr>
          <p:nvPr>
            <p:ph type="title" hasCustomPrompt="1"/>
          </p:nvPr>
        </p:nvSpPr>
        <p:spPr bwMode="gray">
          <a:xfrm>
            <a:off x="1044043" y="2397212"/>
            <a:ext cx="4114800" cy="1495794"/>
          </a:xfrm>
        </p:spPr>
        <p:txBody>
          <a:bodyPr anchor="ctr" anchorCtr="0"/>
          <a:lstStyle>
            <a:lvl1pPr algn="l">
              <a:defRPr sz="3600" b="0" spc="0" baseline="0">
                <a:solidFill>
                  <a:schemeClr val="tx1"/>
                </a:solidFill>
              </a:defRPr>
            </a:lvl1pPr>
          </a:lstStyle>
          <a:p>
            <a:r>
              <a:rPr lang="en-US" dirty="0"/>
              <a:t>Section title; Georgia Pro 36pt, sentence case</a:t>
            </a:r>
          </a:p>
        </p:txBody>
      </p:sp>
      <p:sp>
        <p:nvSpPr>
          <p:cNvPr id="21" name="Picture Placeholder">
            <a:extLst>
              <a:ext uri="{FF2B5EF4-FFF2-40B4-BE49-F238E27FC236}">
                <a16:creationId xmlns:a16="http://schemas.microsoft.com/office/drawing/2014/main" id="{5B0D8A8D-61BB-BEFA-26EE-778BA0AB9DFF}"/>
              </a:ext>
            </a:extLst>
          </p:cNvPr>
          <p:cNvSpPr>
            <a:spLocks noGrp="1"/>
          </p:cNvSpPr>
          <p:nvPr>
            <p:ph type="pic" sz="quarter" idx="13" hasCustomPrompt="1"/>
          </p:nvPr>
        </p:nvSpPr>
        <p:spPr bwMode="gray">
          <a:xfrm>
            <a:off x="6020525" y="800100"/>
            <a:ext cx="5257800" cy="5257800"/>
          </a:xfrm>
        </p:spPr>
        <p:txBody>
          <a:bodyPr/>
          <a:lstStyle>
            <a:lvl1pPr algn="ctr">
              <a:defRPr sz="1400"/>
            </a:lvl1pPr>
          </a:lstStyle>
          <a:p>
            <a:br>
              <a:rPr lang="en-US" dirty="0"/>
            </a:br>
            <a:r>
              <a:rPr lang="en-US" dirty="0"/>
              <a:t>Photography should be inserted into this placeholder with unchanged dimensions (5.75” H x 5.75” W). </a:t>
            </a:r>
            <a:br>
              <a:rPr lang="en-US" dirty="0"/>
            </a:br>
            <a:br>
              <a:rPr lang="en-US" dirty="0"/>
            </a:br>
            <a:r>
              <a:rPr lang="en-US" dirty="0"/>
              <a:t>To access brand approved photography, visit: brand.optum.com/content/photography-new.</a:t>
            </a:r>
            <a:br>
              <a:rPr lang="en-US" dirty="0"/>
            </a:br>
            <a:br>
              <a:rPr lang="en-US" dirty="0"/>
            </a:br>
            <a:br>
              <a:rPr lang="en-US" dirty="0"/>
            </a:br>
            <a:r>
              <a:rPr lang="en-US" dirty="0"/>
              <a:t>DO NOT use Copilot inserted imagery.</a:t>
            </a:r>
          </a:p>
          <a:p>
            <a:endParaRPr lang="en-US" dirty="0"/>
          </a:p>
          <a:p>
            <a:endParaRPr lang="en-US" dirty="0"/>
          </a:p>
        </p:txBody>
      </p:sp>
      <p:pic>
        <p:nvPicPr>
          <p:cNvPr id="18" name="Optum Logo" descr="Optum">
            <a:extLst>
              <a:ext uri="{FF2B5EF4-FFF2-40B4-BE49-F238E27FC236}">
                <a16:creationId xmlns:a16="http://schemas.microsoft.com/office/drawing/2014/main" id="{65820913-C73D-103B-2ED4-F1FDB8E71477}"/>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343650"/>
            <a:ext cx="773055" cy="223837"/>
          </a:xfrm>
          <a:prstGeom prst="rect">
            <a:avLst/>
          </a:prstGeom>
        </p:spPr>
      </p:pic>
      <p:sp>
        <p:nvSpPr>
          <p:cNvPr id="4" name="Date Placeholder">
            <a:extLst>
              <a:ext uri="{FF2B5EF4-FFF2-40B4-BE49-F238E27FC236}">
                <a16:creationId xmlns:a16="http://schemas.microsoft.com/office/drawing/2014/main" id="{39B679AE-D173-4857-9656-61C15B78E493}"/>
              </a:ext>
            </a:extLst>
          </p:cNvPr>
          <p:cNvSpPr>
            <a:spLocks noGrp="1"/>
          </p:cNvSpPr>
          <p:nvPr>
            <p:ph type="dt" sz="half" idx="10"/>
          </p:nvPr>
        </p:nvSpPr>
        <p:spPr bwMode="gray"/>
        <p:txBody>
          <a:bodyPr/>
          <a:lstStyle/>
          <a:p>
            <a:fld id="{7D63D41C-A5A9-4F2E-BDFA-B96CA58C5EF1}" type="datetime1">
              <a:rPr lang="en-US" smtClean="0"/>
              <a:t>5/5/2026</a:t>
            </a:fld>
            <a:endParaRPr lang="en-US" dirty="0"/>
          </a:p>
        </p:txBody>
      </p:sp>
      <p:sp>
        <p:nvSpPr>
          <p:cNvPr id="5" name="Footer Placeholder">
            <a:extLst>
              <a:ext uri="{FF2B5EF4-FFF2-40B4-BE49-F238E27FC236}">
                <a16:creationId xmlns:a16="http://schemas.microsoft.com/office/drawing/2014/main" id="{D444279A-BCE2-4BB7-8BEE-7A06041140C9}"/>
              </a:ext>
            </a:extLst>
          </p:cNvPr>
          <p:cNvSpPr>
            <a:spLocks noGrp="1"/>
          </p:cNvSpPr>
          <p:nvPr>
            <p:ph type="ftr" sz="quarter" idx="11"/>
          </p:nvPr>
        </p:nvSpPr>
        <p:spPr bwMode="gray"/>
        <p:txBody>
          <a:bodyPr/>
          <a:lstStyle/>
          <a:p>
            <a:r>
              <a:rPr lang="en-US" dirty="0"/>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18C9E9B4-49EA-4882-85A5-CCD50D15CDE0}"/>
              </a:ext>
            </a:extLst>
          </p:cNvPr>
          <p:cNvSpPr>
            <a:spLocks noGrp="1"/>
          </p:cNvSpPr>
          <p:nvPr>
            <p:ph type="sldNum" sz="quarter" idx="12"/>
          </p:nvPr>
        </p:nvSpPr>
        <p:spPr bwMode="gray"/>
        <p:txBody>
          <a:bodyPr/>
          <a:lstStyle/>
          <a:p>
            <a:fld id="{03805D93-7D4B-4CBC-BABC-3A8AC08CB7F4}" type="slidenum">
              <a:rPr lang="en-US" smtClean="0"/>
              <a:t>‹#›</a:t>
            </a:fld>
            <a:endParaRPr lang="en-US" dirty="0"/>
          </a:p>
        </p:txBody>
      </p:sp>
    </p:spTree>
    <p:extLst>
      <p:ext uri="{BB962C8B-B14F-4D97-AF65-F5344CB8AC3E}">
        <p14:creationId xmlns:p14="http://schemas.microsoft.com/office/powerpoint/2010/main" val="131725987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3252">
          <p15:clr>
            <a:srgbClr val="5ACBF0"/>
          </p15:clr>
        </p15:guide>
        <p15:guide id="3" orient="horz" pos="1500">
          <p15:clr>
            <a:srgbClr val="5ACBF0"/>
          </p15:clr>
        </p15:guide>
        <p15:guide id="4" orient="horz" pos="2460">
          <p15:clr>
            <a:srgbClr val="5ACBF0"/>
          </p15:clr>
        </p15:guide>
        <p15:guide id="5" pos="648">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Section Header 06">
    <p:bg>
      <p:bgPr>
        <a:solidFill>
          <a:schemeClr val="bg2"/>
        </a:solidFill>
        <a:effectLst/>
      </p:bgPr>
    </p:bg>
    <p:spTree>
      <p:nvGrpSpPr>
        <p:cNvPr id="1" name=""/>
        <p:cNvGrpSpPr/>
        <p:nvPr/>
      </p:nvGrpSpPr>
      <p:grpSpPr>
        <a:xfrm>
          <a:off x="0" y="0"/>
          <a:ext cx="0" cy="0"/>
          <a:chOff x="0" y="0"/>
          <a:chExt cx="0" cy="0"/>
        </a:xfrm>
      </p:grpSpPr>
      <p:sp>
        <p:nvSpPr>
          <p:cNvPr id="11" name="Dynamic O">
            <a:extLst>
              <a:ext uri="{FF2B5EF4-FFF2-40B4-BE49-F238E27FC236}">
                <a16:creationId xmlns:a16="http://schemas.microsoft.com/office/drawing/2014/main" id="{FA219C5D-76EB-3271-5225-511B46D0905B}"/>
              </a:ext>
              <a:ext uri="{C183D7F6-B498-43B3-948B-1728B52AA6E4}">
                <adec:decorative xmlns:adec="http://schemas.microsoft.com/office/drawing/2017/decorative" val="1"/>
              </a:ext>
            </a:extLst>
          </p:cNvPr>
          <p:cNvSpPr/>
          <p:nvPr userDrawn="1"/>
        </p:nvSpPr>
        <p:spPr bwMode="gray">
          <a:xfrm>
            <a:off x="0" y="1814381"/>
            <a:ext cx="1105958" cy="2661455"/>
          </a:xfrm>
          <a:custGeom>
            <a:avLst/>
            <a:gdLst>
              <a:gd name="connsiteX0" fmla="*/ 0 w 1105958"/>
              <a:gd name="connsiteY0" fmla="*/ 0 h 2661455"/>
              <a:gd name="connsiteX1" fmla="*/ 24371 w 1105958"/>
              <a:gd name="connsiteY1" fmla="*/ 3721 h 2661455"/>
              <a:gd name="connsiteX2" fmla="*/ 1105958 w 1105958"/>
              <a:gd name="connsiteY2" fmla="*/ 1330728 h 2661455"/>
              <a:gd name="connsiteX3" fmla="*/ 24371 w 1105958"/>
              <a:gd name="connsiteY3" fmla="*/ 2657734 h 2661455"/>
              <a:gd name="connsiteX4" fmla="*/ 0 w 1105958"/>
              <a:gd name="connsiteY4" fmla="*/ 2661455 h 2661455"/>
              <a:gd name="connsiteX5" fmla="*/ 0 w 1105958"/>
              <a:gd name="connsiteY5" fmla="*/ 1981014 h 2661455"/>
              <a:gd name="connsiteX6" fmla="*/ 23235 w 1105958"/>
              <a:gd name="connsiteY6" fmla="*/ 1973802 h 2661455"/>
              <a:gd name="connsiteX7" fmla="*/ 449371 w 1105958"/>
              <a:gd name="connsiteY7" fmla="*/ 1330728 h 2661455"/>
              <a:gd name="connsiteX8" fmla="*/ 23235 w 1105958"/>
              <a:gd name="connsiteY8" fmla="*/ 687655 h 2661455"/>
              <a:gd name="connsiteX9" fmla="*/ 0 w 1105958"/>
              <a:gd name="connsiteY9" fmla="*/ 680442 h 2661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05958" h="2661455">
                <a:moveTo>
                  <a:pt x="0" y="0"/>
                </a:moveTo>
                <a:lnTo>
                  <a:pt x="24371" y="3721"/>
                </a:lnTo>
                <a:cubicBezTo>
                  <a:pt x="641527" y="130055"/>
                  <a:pt x="1105958" y="676295"/>
                  <a:pt x="1105958" y="1330728"/>
                </a:cubicBezTo>
                <a:cubicBezTo>
                  <a:pt x="1105958" y="1985162"/>
                  <a:pt x="641527" y="2531400"/>
                  <a:pt x="24371" y="2657734"/>
                </a:cubicBezTo>
                <a:lnTo>
                  <a:pt x="0" y="2661455"/>
                </a:lnTo>
                <a:lnTo>
                  <a:pt x="0" y="1981014"/>
                </a:lnTo>
                <a:lnTo>
                  <a:pt x="23235" y="1973802"/>
                </a:lnTo>
                <a:cubicBezTo>
                  <a:pt x="273779" y="1867815"/>
                  <a:pt x="449371" y="1619719"/>
                  <a:pt x="449371" y="1330728"/>
                </a:cubicBezTo>
                <a:cubicBezTo>
                  <a:pt x="449371" y="1041737"/>
                  <a:pt x="273779" y="793641"/>
                  <a:pt x="23235" y="687655"/>
                </a:cubicBezTo>
                <a:lnTo>
                  <a:pt x="0" y="680442"/>
                </a:lnTo>
                <a:close/>
              </a:path>
            </a:pathLst>
          </a:custGeom>
          <a:solidFill>
            <a:schemeClr val="tx2"/>
          </a:solidFill>
          <a:ln w="1842" cap="flat">
            <a:noFill/>
            <a:prstDash val="solid"/>
            <a:miter/>
          </a:ln>
        </p:spPr>
        <p:txBody>
          <a:bodyPr rtlCol="0" anchor="ctr"/>
          <a:lstStyle/>
          <a:p>
            <a:endParaRPr lang="en-US"/>
          </a:p>
        </p:txBody>
      </p:sp>
      <p:sp>
        <p:nvSpPr>
          <p:cNvPr id="2" name="Title">
            <a:extLst>
              <a:ext uri="{FF2B5EF4-FFF2-40B4-BE49-F238E27FC236}">
                <a16:creationId xmlns:a16="http://schemas.microsoft.com/office/drawing/2014/main" id="{8364047E-FA3E-49C2-97F7-5B543041A6B9}"/>
              </a:ext>
            </a:extLst>
          </p:cNvPr>
          <p:cNvSpPr>
            <a:spLocks noGrp="1"/>
          </p:cNvSpPr>
          <p:nvPr>
            <p:ph type="title" hasCustomPrompt="1"/>
          </p:nvPr>
        </p:nvSpPr>
        <p:spPr bwMode="gray">
          <a:xfrm>
            <a:off x="1551912" y="2397212"/>
            <a:ext cx="3610638" cy="1495794"/>
          </a:xfrm>
        </p:spPr>
        <p:txBody>
          <a:bodyPr anchor="ctr" anchorCtr="0"/>
          <a:lstStyle>
            <a:lvl1pPr algn="l">
              <a:defRPr sz="3600" b="0" spc="0" baseline="0">
                <a:solidFill>
                  <a:schemeClr val="tx1"/>
                </a:solidFill>
              </a:defRPr>
            </a:lvl1pPr>
          </a:lstStyle>
          <a:p>
            <a:r>
              <a:rPr lang="en-US" dirty="0"/>
              <a:t>Section title; Georgia Pro 36pt, sentence case</a:t>
            </a:r>
          </a:p>
        </p:txBody>
      </p:sp>
      <p:sp>
        <p:nvSpPr>
          <p:cNvPr id="21" name="Picture Placeholder">
            <a:extLst>
              <a:ext uri="{FF2B5EF4-FFF2-40B4-BE49-F238E27FC236}">
                <a16:creationId xmlns:a16="http://schemas.microsoft.com/office/drawing/2014/main" id="{5B0D8A8D-61BB-BEFA-26EE-778BA0AB9DFF}"/>
              </a:ext>
            </a:extLst>
          </p:cNvPr>
          <p:cNvSpPr>
            <a:spLocks noGrp="1"/>
          </p:cNvSpPr>
          <p:nvPr>
            <p:ph type="pic" sz="quarter" idx="13" hasCustomPrompt="1"/>
          </p:nvPr>
        </p:nvSpPr>
        <p:spPr bwMode="gray">
          <a:xfrm>
            <a:off x="6020525" y="800100"/>
            <a:ext cx="5257800" cy="5257800"/>
          </a:xfrm>
        </p:spPr>
        <p:txBody>
          <a:bodyPr/>
          <a:lstStyle>
            <a:lvl1pPr algn="ctr">
              <a:defRPr sz="1400"/>
            </a:lvl1pPr>
          </a:lstStyle>
          <a:p>
            <a:br>
              <a:rPr lang="en-US" dirty="0"/>
            </a:br>
            <a:r>
              <a:rPr lang="en-US" dirty="0"/>
              <a:t>Photography should be inserted into this placeholder with unchanged dimensions (5.75” H x 5.75” W). </a:t>
            </a:r>
            <a:br>
              <a:rPr lang="en-US" dirty="0"/>
            </a:br>
            <a:br>
              <a:rPr lang="en-US" dirty="0"/>
            </a:br>
            <a:r>
              <a:rPr lang="en-US" dirty="0"/>
              <a:t>To access brand approved photography, visit: brand.optum.com/content/photography-new.</a:t>
            </a:r>
            <a:br>
              <a:rPr lang="en-US" dirty="0"/>
            </a:br>
            <a:br>
              <a:rPr lang="en-US" dirty="0"/>
            </a:br>
            <a:br>
              <a:rPr lang="en-US" dirty="0"/>
            </a:br>
            <a:r>
              <a:rPr lang="en-US" dirty="0"/>
              <a:t>DO NOT use Copilot inserted imagery.</a:t>
            </a:r>
          </a:p>
          <a:p>
            <a:endParaRPr lang="en-US" dirty="0"/>
          </a:p>
          <a:p>
            <a:endParaRPr lang="en-US" dirty="0"/>
          </a:p>
        </p:txBody>
      </p:sp>
      <p:pic>
        <p:nvPicPr>
          <p:cNvPr id="18" name="Optum Logo" descr="Optum">
            <a:extLst>
              <a:ext uri="{FF2B5EF4-FFF2-40B4-BE49-F238E27FC236}">
                <a16:creationId xmlns:a16="http://schemas.microsoft.com/office/drawing/2014/main" id="{65820913-C73D-103B-2ED4-F1FDB8E71477}"/>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343650"/>
            <a:ext cx="773055" cy="223837"/>
          </a:xfrm>
          <a:prstGeom prst="rect">
            <a:avLst/>
          </a:prstGeom>
        </p:spPr>
      </p:pic>
      <p:sp>
        <p:nvSpPr>
          <p:cNvPr id="4" name="Date Placeholder">
            <a:extLst>
              <a:ext uri="{FF2B5EF4-FFF2-40B4-BE49-F238E27FC236}">
                <a16:creationId xmlns:a16="http://schemas.microsoft.com/office/drawing/2014/main" id="{39B679AE-D173-4857-9656-61C15B78E493}"/>
              </a:ext>
            </a:extLst>
          </p:cNvPr>
          <p:cNvSpPr>
            <a:spLocks noGrp="1"/>
          </p:cNvSpPr>
          <p:nvPr>
            <p:ph type="dt" sz="half" idx="10"/>
          </p:nvPr>
        </p:nvSpPr>
        <p:spPr bwMode="gray"/>
        <p:txBody>
          <a:bodyPr/>
          <a:lstStyle/>
          <a:p>
            <a:fld id="{7D63D41C-A5A9-4F2E-BDFA-B96CA58C5EF1}" type="datetime1">
              <a:rPr lang="en-US" smtClean="0"/>
              <a:t>5/5/2026</a:t>
            </a:fld>
            <a:endParaRPr lang="en-US" dirty="0"/>
          </a:p>
        </p:txBody>
      </p:sp>
      <p:sp>
        <p:nvSpPr>
          <p:cNvPr id="5" name="Footer Placeholder">
            <a:extLst>
              <a:ext uri="{FF2B5EF4-FFF2-40B4-BE49-F238E27FC236}">
                <a16:creationId xmlns:a16="http://schemas.microsoft.com/office/drawing/2014/main" id="{D444279A-BCE2-4BB7-8BEE-7A06041140C9}"/>
              </a:ext>
            </a:extLst>
          </p:cNvPr>
          <p:cNvSpPr>
            <a:spLocks noGrp="1"/>
          </p:cNvSpPr>
          <p:nvPr>
            <p:ph type="ftr" sz="quarter" idx="11"/>
          </p:nvPr>
        </p:nvSpPr>
        <p:spPr bwMode="gray"/>
        <p:txBody>
          <a:bodyPr/>
          <a:lstStyle/>
          <a:p>
            <a:r>
              <a:rPr lang="en-US" dirty="0"/>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18C9E9B4-49EA-4882-85A5-CCD50D15CDE0}"/>
              </a:ext>
            </a:extLst>
          </p:cNvPr>
          <p:cNvSpPr>
            <a:spLocks noGrp="1"/>
          </p:cNvSpPr>
          <p:nvPr>
            <p:ph type="sldNum" sz="quarter" idx="12"/>
          </p:nvPr>
        </p:nvSpPr>
        <p:spPr bwMode="gray"/>
        <p:txBody>
          <a:bodyPr/>
          <a:lstStyle/>
          <a:p>
            <a:fld id="{03805D93-7D4B-4CBC-BABC-3A8AC08CB7F4}" type="slidenum">
              <a:rPr lang="en-US" smtClean="0"/>
              <a:t>‹#›</a:t>
            </a:fld>
            <a:endParaRPr lang="en-US" dirty="0"/>
          </a:p>
        </p:txBody>
      </p:sp>
    </p:spTree>
    <p:extLst>
      <p:ext uri="{BB962C8B-B14F-4D97-AF65-F5344CB8AC3E}">
        <p14:creationId xmlns:p14="http://schemas.microsoft.com/office/powerpoint/2010/main" val="229686716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3252">
          <p15:clr>
            <a:srgbClr val="5ACBF0"/>
          </p15:clr>
        </p15:guide>
        <p15:guide id="3" orient="horz" pos="1500">
          <p15:clr>
            <a:srgbClr val="5ACBF0"/>
          </p15:clr>
        </p15:guide>
        <p15:guide id="4" orient="horz" pos="2460">
          <p15:clr>
            <a:srgbClr val="5ACBF0"/>
          </p15:clr>
        </p15:guide>
        <p15:guide id="5" pos="968">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ection Header 07">
    <p:bg>
      <p:bgPr>
        <a:solidFill>
          <a:schemeClr val="bg2"/>
        </a:solidFill>
        <a:effectLst/>
      </p:bgPr>
    </p:bg>
    <p:spTree>
      <p:nvGrpSpPr>
        <p:cNvPr id="1" name=""/>
        <p:cNvGrpSpPr/>
        <p:nvPr/>
      </p:nvGrpSpPr>
      <p:grpSpPr>
        <a:xfrm>
          <a:off x="0" y="0"/>
          <a:ext cx="0" cy="0"/>
          <a:chOff x="0" y="0"/>
          <a:chExt cx="0" cy="0"/>
        </a:xfrm>
      </p:grpSpPr>
      <p:sp>
        <p:nvSpPr>
          <p:cNvPr id="9" name="Dynamic O">
            <a:extLst>
              <a:ext uri="{FF2B5EF4-FFF2-40B4-BE49-F238E27FC236}">
                <a16:creationId xmlns:a16="http://schemas.microsoft.com/office/drawing/2014/main" id="{AD676019-CFD3-FD0A-81AC-A6D13354F759}"/>
              </a:ext>
              <a:ext uri="{C183D7F6-B498-43B3-948B-1728B52AA6E4}">
                <adec:decorative xmlns:adec="http://schemas.microsoft.com/office/drawing/2017/decorative" val="1"/>
              </a:ext>
            </a:extLst>
          </p:cNvPr>
          <p:cNvSpPr/>
          <p:nvPr/>
        </p:nvSpPr>
        <p:spPr bwMode="gray">
          <a:xfrm>
            <a:off x="10272839" y="0"/>
            <a:ext cx="1919161" cy="1848256"/>
          </a:xfrm>
          <a:custGeom>
            <a:avLst/>
            <a:gdLst>
              <a:gd name="connsiteX0" fmla="*/ 0 w 1919161"/>
              <a:gd name="connsiteY0" fmla="*/ 0 h 1848256"/>
              <a:gd name="connsiteX1" fmla="*/ 928773 w 1919161"/>
              <a:gd name="connsiteY1" fmla="*/ 0 h 1848256"/>
              <a:gd name="connsiteX2" fmla="*/ 930451 w 1919161"/>
              <a:gd name="connsiteY2" fmla="*/ 33244 h 1848256"/>
              <a:gd name="connsiteX3" fmla="*/ 1912618 w 1919161"/>
              <a:gd name="connsiteY3" fmla="*/ 919488 h 1848256"/>
              <a:gd name="connsiteX4" fmla="*/ 1919161 w 1919161"/>
              <a:gd name="connsiteY4" fmla="*/ 919158 h 1848256"/>
              <a:gd name="connsiteX5" fmla="*/ 1919161 w 1919161"/>
              <a:gd name="connsiteY5" fmla="*/ 1847926 h 1848256"/>
              <a:gd name="connsiteX6" fmla="*/ 1912618 w 1919161"/>
              <a:gd name="connsiteY6" fmla="*/ 1848256 h 1848256"/>
              <a:gd name="connsiteX7" fmla="*/ 6471 w 1919161"/>
              <a:gd name="connsiteY7" fmla="*/ 128094 h 1848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19161" h="1848256">
                <a:moveTo>
                  <a:pt x="0" y="0"/>
                </a:moveTo>
                <a:lnTo>
                  <a:pt x="928773" y="0"/>
                </a:lnTo>
                <a:lnTo>
                  <a:pt x="930451" y="33244"/>
                </a:lnTo>
                <a:cubicBezTo>
                  <a:pt x="981030" y="531392"/>
                  <a:pt x="1401631" y="919488"/>
                  <a:pt x="1912618" y="919488"/>
                </a:cubicBezTo>
                <a:lnTo>
                  <a:pt x="1919161" y="919158"/>
                </a:lnTo>
                <a:lnTo>
                  <a:pt x="1919161" y="1847926"/>
                </a:lnTo>
                <a:lnTo>
                  <a:pt x="1912618" y="1848256"/>
                </a:lnTo>
                <a:cubicBezTo>
                  <a:pt x="920772" y="1848256"/>
                  <a:pt x="104616" y="1094097"/>
                  <a:pt x="6471" y="128094"/>
                </a:cubicBezTo>
                <a:close/>
              </a:path>
            </a:pathLst>
          </a:custGeom>
          <a:solidFill>
            <a:schemeClr val="tx2"/>
          </a:solidFill>
          <a:ln w="3191" cap="flat">
            <a:noFill/>
            <a:prstDash val="solid"/>
            <a:miter/>
          </a:ln>
        </p:spPr>
        <p:txBody>
          <a:bodyPr rtlCol="0" anchor="ctr"/>
          <a:lstStyle/>
          <a:p>
            <a:endParaRPr lang="en-US"/>
          </a:p>
        </p:txBody>
      </p:sp>
      <p:sp>
        <p:nvSpPr>
          <p:cNvPr id="2" name="Title">
            <a:extLst>
              <a:ext uri="{FF2B5EF4-FFF2-40B4-BE49-F238E27FC236}">
                <a16:creationId xmlns:a16="http://schemas.microsoft.com/office/drawing/2014/main" id="{8364047E-FA3E-49C2-97F7-5B543041A6B9}"/>
              </a:ext>
            </a:extLst>
          </p:cNvPr>
          <p:cNvSpPr>
            <a:spLocks noGrp="1"/>
          </p:cNvSpPr>
          <p:nvPr>
            <p:ph type="title" hasCustomPrompt="1"/>
          </p:nvPr>
        </p:nvSpPr>
        <p:spPr bwMode="gray">
          <a:xfrm>
            <a:off x="6866021" y="2397212"/>
            <a:ext cx="4114800" cy="1495794"/>
          </a:xfrm>
        </p:spPr>
        <p:txBody>
          <a:bodyPr anchor="ctr" anchorCtr="0"/>
          <a:lstStyle>
            <a:lvl1pPr algn="l">
              <a:defRPr sz="3600" b="0" spc="0" baseline="0">
                <a:solidFill>
                  <a:schemeClr val="tx1"/>
                </a:solidFill>
              </a:defRPr>
            </a:lvl1pPr>
          </a:lstStyle>
          <a:p>
            <a:r>
              <a:rPr lang="en-US" dirty="0"/>
              <a:t>Section title; Georgia Pro 36pt, sentence case</a:t>
            </a:r>
          </a:p>
        </p:txBody>
      </p:sp>
      <p:sp>
        <p:nvSpPr>
          <p:cNvPr id="21" name="Picture Placeholder">
            <a:extLst>
              <a:ext uri="{FF2B5EF4-FFF2-40B4-BE49-F238E27FC236}">
                <a16:creationId xmlns:a16="http://schemas.microsoft.com/office/drawing/2014/main" id="{5B0D8A8D-61BB-BEFA-26EE-778BA0AB9DFF}"/>
              </a:ext>
            </a:extLst>
          </p:cNvPr>
          <p:cNvSpPr>
            <a:spLocks noGrp="1"/>
          </p:cNvSpPr>
          <p:nvPr>
            <p:ph type="pic" sz="quarter" idx="13" hasCustomPrompt="1"/>
          </p:nvPr>
        </p:nvSpPr>
        <p:spPr bwMode="gray">
          <a:xfrm>
            <a:off x="906051" y="800100"/>
            <a:ext cx="5257800" cy="5257800"/>
          </a:xfrm>
        </p:spPr>
        <p:txBody>
          <a:bodyPr/>
          <a:lstStyle>
            <a:lvl1pPr algn="ctr">
              <a:defRPr sz="1400"/>
            </a:lvl1pPr>
          </a:lstStyle>
          <a:p>
            <a:br>
              <a:rPr lang="en-US" dirty="0"/>
            </a:br>
            <a:r>
              <a:rPr lang="en-US" dirty="0"/>
              <a:t>Photography should be inserted into this placeholder with unchanged dimensions (5.75” H x 5.75” W). </a:t>
            </a:r>
            <a:br>
              <a:rPr lang="en-US" dirty="0"/>
            </a:br>
            <a:br>
              <a:rPr lang="en-US" dirty="0"/>
            </a:br>
            <a:r>
              <a:rPr lang="en-US" dirty="0"/>
              <a:t>To access brand approved photography, visit: brand.optum.com/content/photography-new.</a:t>
            </a:r>
            <a:br>
              <a:rPr lang="en-US" dirty="0"/>
            </a:br>
            <a:br>
              <a:rPr lang="en-US" dirty="0"/>
            </a:br>
            <a:br>
              <a:rPr lang="en-US" dirty="0"/>
            </a:br>
            <a:r>
              <a:rPr lang="en-US" dirty="0"/>
              <a:t>DO NOT use Copilot inserted imagery.</a:t>
            </a:r>
          </a:p>
          <a:p>
            <a:endParaRPr lang="en-US" dirty="0"/>
          </a:p>
          <a:p>
            <a:endParaRPr lang="en-US" dirty="0"/>
          </a:p>
        </p:txBody>
      </p:sp>
      <p:pic>
        <p:nvPicPr>
          <p:cNvPr id="18" name="Optum Logo" descr="Optum">
            <a:extLst>
              <a:ext uri="{FF2B5EF4-FFF2-40B4-BE49-F238E27FC236}">
                <a16:creationId xmlns:a16="http://schemas.microsoft.com/office/drawing/2014/main" id="{65820913-C73D-103B-2ED4-F1FDB8E71477}"/>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343650"/>
            <a:ext cx="773055" cy="223837"/>
          </a:xfrm>
          <a:prstGeom prst="rect">
            <a:avLst/>
          </a:prstGeom>
        </p:spPr>
      </p:pic>
      <p:sp>
        <p:nvSpPr>
          <p:cNvPr id="4" name="Date Placeholder">
            <a:extLst>
              <a:ext uri="{FF2B5EF4-FFF2-40B4-BE49-F238E27FC236}">
                <a16:creationId xmlns:a16="http://schemas.microsoft.com/office/drawing/2014/main" id="{39B679AE-D173-4857-9656-61C15B78E493}"/>
              </a:ext>
            </a:extLst>
          </p:cNvPr>
          <p:cNvSpPr>
            <a:spLocks noGrp="1"/>
          </p:cNvSpPr>
          <p:nvPr>
            <p:ph type="dt" sz="half" idx="10"/>
          </p:nvPr>
        </p:nvSpPr>
        <p:spPr bwMode="gray"/>
        <p:txBody>
          <a:bodyPr/>
          <a:lstStyle/>
          <a:p>
            <a:fld id="{7D63D41C-A5A9-4F2E-BDFA-B96CA58C5EF1}" type="datetime1">
              <a:rPr lang="en-US" smtClean="0"/>
              <a:t>5/5/2026</a:t>
            </a:fld>
            <a:endParaRPr lang="en-US" dirty="0"/>
          </a:p>
        </p:txBody>
      </p:sp>
      <p:sp>
        <p:nvSpPr>
          <p:cNvPr id="5" name="Footer Placeholder">
            <a:extLst>
              <a:ext uri="{FF2B5EF4-FFF2-40B4-BE49-F238E27FC236}">
                <a16:creationId xmlns:a16="http://schemas.microsoft.com/office/drawing/2014/main" id="{D444279A-BCE2-4BB7-8BEE-7A06041140C9}"/>
              </a:ext>
            </a:extLst>
          </p:cNvPr>
          <p:cNvSpPr>
            <a:spLocks noGrp="1"/>
          </p:cNvSpPr>
          <p:nvPr>
            <p:ph type="ftr" sz="quarter" idx="11"/>
          </p:nvPr>
        </p:nvSpPr>
        <p:spPr bwMode="gray"/>
        <p:txBody>
          <a:bodyPr/>
          <a:lstStyle/>
          <a:p>
            <a:r>
              <a:rPr lang="en-US" dirty="0"/>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18C9E9B4-49EA-4882-85A5-CCD50D15CDE0}"/>
              </a:ext>
            </a:extLst>
          </p:cNvPr>
          <p:cNvSpPr>
            <a:spLocks noGrp="1"/>
          </p:cNvSpPr>
          <p:nvPr>
            <p:ph type="sldNum" sz="quarter" idx="12"/>
          </p:nvPr>
        </p:nvSpPr>
        <p:spPr bwMode="gray"/>
        <p:txBody>
          <a:bodyPr/>
          <a:lstStyle/>
          <a:p>
            <a:fld id="{03805D93-7D4B-4CBC-BABC-3A8AC08CB7F4}" type="slidenum">
              <a:rPr lang="en-US" smtClean="0"/>
              <a:t>‹#›</a:t>
            </a:fld>
            <a:endParaRPr lang="en-US" dirty="0"/>
          </a:p>
        </p:txBody>
      </p:sp>
    </p:spTree>
    <p:extLst>
      <p:ext uri="{BB962C8B-B14F-4D97-AF65-F5344CB8AC3E}">
        <p14:creationId xmlns:p14="http://schemas.microsoft.com/office/powerpoint/2010/main" val="220380147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4316">
          <p15:clr>
            <a:srgbClr val="5ACBF0"/>
          </p15:clr>
        </p15:guide>
        <p15:guide id="3" orient="horz" pos="1500">
          <p15:clr>
            <a:srgbClr val="5ACBF0"/>
          </p15:clr>
        </p15:guide>
        <p15:guide id="4" orient="horz" pos="2460">
          <p15:clr>
            <a:srgbClr val="5ACBF0"/>
          </p15:clr>
        </p15:guide>
        <p15:guide id="5" pos="6924">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Section Header 08">
    <p:bg>
      <p:bgPr>
        <a:solidFill>
          <a:schemeClr val="bg2"/>
        </a:solidFill>
        <a:effectLst/>
      </p:bgPr>
    </p:bg>
    <p:spTree>
      <p:nvGrpSpPr>
        <p:cNvPr id="1" name=""/>
        <p:cNvGrpSpPr/>
        <p:nvPr/>
      </p:nvGrpSpPr>
      <p:grpSpPr>
        <a:xfrm>
          <a:off x="0" y="0"/>
          <a:ext cx="0" cy="0"/>
          <a:chOff x="0" y="0"/>
          <a:chExt cx="0" cy="0"/>
        </a:xfrm>
      </p:grpSpPr>
      <p:sp>
        <p:nvSpPr>
          <p:cNvPr id="9" name="Dynamic O">
            <a:extLst>
              <a:ext uri="{FF2B5EF4-FFF2-40B4-BE49-F238E27FC236}">
                <a16:creationId xmlns:a16="http://schemas.microsoft.com/office/drawing/2014/main" id="{A454858E-F681-1D4B-86DB-CAC8E494A65D}"/>
              </a:ext>
              <a:ext uri="{C183D7F6-B498-43B3-948B-1728B52AA6E4}">
                <adec:decorative xmlns:adec="http://schemas.microsoft.com/office/drawing/2017/decorative" val="1"/>
              </a:ext>
            </a:extLst>
          </p:cNvPr>
          <p:cNvSpPr/>
          <p:nvPr/>
        </p:nvSpPr>
        <p:spPr bwMode="gray">
          <a:xfrm>
            <a:off x="0" y="0"/>
            <a:ext cx="1930778" cy="2001453"/>
          </a:xfrm>
          <a:custGeom>
            <a:avLst/>
            <a:gdLst>
              <a:gd name="connsiteX0" fmla="*/ 997352 w 1930778"/>
              <a:gd name="connsiteY0" fmla="*/ 0 h 2001453"/>
              <a:gd name="connsiteX1" fmla="*/ 1926502 w 1930778"/>
              <a:gd name="connsiteY1" fmla="*/ 0 h 2001453"/>
              <a:gd name="connsiteX2" fmla="*/ 1930778 w 1930778"/>
              <a:gd name="connsiteY2" fmla="*/ 84635 h 2001453"/>
              <a:gd name="connsiteX3" fmla="*/ 13954 w 1930778"/>
              <a:gd name="connsiteY3" fmla="*/ 2001453 h 2001453"/>
              <a:gd name="connsiteX4" fmla="*/ 0 w 1930778"/>
              <a:gd name="connsiteY4" fmla="*/ 2000748 h 2001453"/>
              <a:gd name="connsiteX5" fmla="*/ 0 w 1930778"/>
              <a:gd name="connsiteY5" fmla="*/ 1071597 h 2001453"/>
              <a:gd name="connsiteX6" fmla="*/ 13954 w 1930778"/>
              <a:gd name="connsiteY6" fmla="*/ 1072301 h 2001453"/>
              <a:gd name="connsiteX7" fmla="*/ 1001623 w 1930778"/>
              <a:gd name="connsiteY7" fmla="*/ 84635 h 2001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30778" h="2001453">
                <a:moveTo>
                  <a:pt x="997352" y="0"/>
                </a:moveTo>
                <a:lnTo>
                  <a:pt x="1926502" y="0"/>
                </a:lnTo>
                <a:lnTo>
                  <a:pt x="1930778" y="84635"/>
                </a:lnTo>
                <a:cubicBezTo>
                  <a:pt x="1930778" y="1143032"/>
                  <a:pt x="1072355" y="2001453"/>
                  <a:pt x="13954" y="2001453"/>
                </a:cubicBezTo>
                <a:lnTo>
                  <a:pt x="0" y="2000748"/>
                </a:lnTo>
                <a:lnTo>
                  <a:pt x="0" y="1071597"/>
                </a:lnTo>
                <a:lnTo>
                  <a:pt x="13954" y="1072301"/>
                </a:lnTo>
                <a:cubicBezTo>
                  <a:pt x="559873" y="1072301"/>
                  <a:pt x="1001623" y="629909"/>
                  <a:pt x="1001623" y="84635"/>
                </a:cubicBezTo>
                <a:close/>
              </a:path>
            </a:pathLst>
          </a:custGeom>
          <a:solidFill>
            <a:schemeClr val="tx2"/>
          </a:solidFill>
          <a:ln w="3207" cap="flat">
            <a:noFill/>
            <a:prstDash val="solid"/>
            <a:miter/>
          </a:ln>
        </p:spPr>
        <p:txBody>
          <a:bodyPr rtlCol="0" anchor="ctr"/>
          <a:lstStyle/>
          <a:p>
            <a:endParaRPr lang="en-US"/>
          </a:p>
        </p:txBody>
      </p:sp>
      <p:sp>
        <p:nvSpPr>
          <p:cNvPr id="2" name="Title">
            <a:extLst>
              <a:ext uri="{FF2B5EF4-FFF2-40B4-BE49-F238E27FC236}">
                <a16:creationId xmlns:a16="http://schemas.microsoft.com/office/drawing/2014/main" id="{8364047E-FA3E-49C2-97F7-5B543041A6B9}"/>
              </a:ext>
            </a:extLst>
          </p:cNvPr>
          <p:cNvSpPr>
            <a:spLocks noGrp="1"/>
          </p:cNvSpPr>
          <p:nvPr>
            <p:ph type="title" hasCustomPrompt="1"/>
          </p:nvPr>
        </p:nvSpPr>
        <p:spPr bwMode="gray">
          <a:xfrm>
            <a:off x="1050758" y="2397212"/>
            <a:ext cx="4114800" cy="1495794"/>
          </a:xfrm>
        </p:spPr>
        <p:txBody>
          <a:bodyPr anchor="ctr" anchorCtr="0"/>
          <a:lstStyle>
            <a:lvl1pPr algn="l">
              <a:defRPr sz="3600" b="0" spc="0" baseline="0">
                <a:solidFill>
                  <a:schemeClr val="tx1"/>
                </a:solidFill>
              </a:defRPr>
            </a:lvl1pPr>
          </a:lstStyle>
          <a:p>
            <a:r>
              <a:rPr lang="en-US" dirty="0"/>
              <a:t>Section title; Georgia Pro 36pt, sentence case</a:t>
            </a:r>
          </a:p>
        </p:txBody>
      </p:sp>
      <p:sp>
        <p:nvSpPr>
          <p:cNvPr id="21" name="Picture Placeholder">
            <a:extLst>
              <a:ext uri="{FF2B5EF4-FFF2-40B4-BE49-F238E27FC236}">
                <a16:creationId xmlns:a16="http://schemas.microsoft.com/office/drawing/2014/main" id="{5B0D8A8D-61BB-BEFA-26EE-778BA0AB9DFF}"/>
              </a:ext>
            </a:extLst>
          </p:cNvPr>
          <p:cNvSpPr>
            <a:spLocks noGrp="1"/>
          </p:cNvSpPr>
          <p:nvPr>
            <p:ph type="pic" sz="quarter" idx="13" hasCustomPrompt="1"/>
          </p:nvPr>
        </p:nvSpPr>
        <p:spPr bwMode="gray">
          <a:xfrm>
            <a:off x="6020525" y="800100"/>
            <a:ext cx="5257800" cy="5257800"/>
          </a:xfrm>
        </p:spPr>
        <p:txBody>
          <a:bodyPr/>
          <a:lstStyle>
            <a:lvl1pPr algn="ctr">
              <a:defRPr sz="1400"/>
            </a:lvl1pPr>
          </a:lstStyle>
          <a:p>
            <a:br>
              <a:rPr lang="en-US" dirty="0"/>
            </a:br>
            <a:r>
              <a:rPr lang="en-US" dirty="0"/>
              <a:t>Photography should be inserted into this placeholder with unchanged dimensions (5.75” H x 5.75” W). </a:t>
            </a:r>
            <a:br>
              <a:rPr lang="en-US" dirty="0"/>
            </a:br>
            <a:br>
              <a:rPr lang="en-US" dirty="0"/>
            </a:br>
            <a:r>
              <a:rPr lang="en-US" dirty="0"/>
              <a:t>To access brand approved photography, visit: brand.optum.com/content/photography-new.</a:t>
            </a:r>
            <a:br>
              <a:rPr lang="en-US" dirty="0"/>
            </a:br>
            <a:br>
              <a:rPr lang="en-US" dirty="0"/>
            </a:br>
            <a:br>
              <a:rPr lang="en-US" dirty="0"/>
            </a:br>
            <a:r>
              <a:rPr lang="en-US" dirty="0"/>
              <a:t>DO NOT use Copilot inserted imagery.</a:t>
            </a:r>
          </a:p>
          <a:p>
            <a:endParaRPr lang="en-US" dirty="0"/>
          </a:p>
          <a:p>
            <a:endParaRPr lang="en-US" dirty="0"/>
          </a:p>
        </p:txBody>
      </p:sp>
      <p:pic>
        <p:nvPicPr>
          <p:cNvPr id="18" name="Optum Logo" descr="Optum">
            <a:extLst>
              <a:ext uri="{FF2B5EF4-FFF2-40B4-BE49-F238E27FC236}">
                <a16:creationId xmlns:a16="http://schemas.microsoft.com/office/drawing/2014/main" id="{65820913-C73D-103B-2ED4-F1FDB8E71477}"/>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343650"/>
            <a:ext cx="773055" cy="223837"/>
          </a:xfrm>
          <a:prstGeom prst="rect">
            <a:avLst/>
          </a:prstGeom>
        </p:spPr>
      </p:pic>
      <p:sp>
        <p:nvSpPr>
          <p:cNvPr id="4" name="Date Placeholder">
            <a:extLst>
              <a:ext uri="{FF2B5EF4-FFF2-40B4-BE49-F238E27FC236}">
                <a16:creationId xmlns:a16="http://schemas.microsoft.com/office/drawing/2014/main" id="{39B679AE-D173-4857-9656-61C15B78E493}"/>
              </a:ext>
            </a:extLst>
          </p:cNvPr>
          <p:cNvSpPr>
            <a:spLocks noGrp="1"/>
          </p:cNvSpPr>
          <p:nvPr>
            <p:ph type="dt" sz="half" idx="10"/>
          </p:nvPr>
        </p:nvSpPr>
        <p:spPr bwMode="gray"/>
        <p:txBody>
          <a:bodyPr/>
          <a:lstStyle/>
          <a:p>
            <a:fld id="{7D63D41C-A5A9-4F2E-BDFA-B96CA58C5EF1}" type="datetime1">
              <a:rPr lang="en-US" smtClean="0"/>
              <a:t>5/5/2026</a:t>
            </a:fld>
            <a:endParaRPr lang="en-US" dirty="0"/>
          </a:p>
        </p:txBody>
      </p:sp>
      <p:sp>
        <p:nvSpPr>
          <p:cNvPr id="5" name="Footer Placeholder">
            <a:extLst>
              <a:ext uri="{FF2B5EF4-FFF2-40B4-BE49-F238E27FC236}">
                <a16:creationId xmlns:a16="http://schemas.microsoft.com/office/drawing/2014/main" id="{D444279A-BCE2-4BB7-8BEE-7A06041140C9}"/>
              </a:ext>
            </a:extLst>
          </p:cNvPr>
          <p:cNvSpPr>
            <a:spLocks noGrp="1"/>
          </p:cNvSpPr>
          <p:nvPr>
            <p:ph type="ftr" sz="quarter" idx="11"/>
          </p:nvPr>
        </p:nvSpPr>
        <p:spPr bwMode="gray"/>
        <p:txBody>
          <a:bodyPr/>
          <a:lstStyle/>
          <a:p>
            <a:r>
              <a:rPr lang="en-US" dirty="0"/>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18C9E9B4-49EA-4882-85A5-CCD50D15CDE0}"/>
              </a:ext>
            </a:extLst>
          </p:cNvPr>
          <p:cNvSpPr>
            <a:spLocks noGrp="1"/>
          </p:cNvSpPr>
          <p:nvPr>
            <p:ph type="sldNum" sz="quarter" idx="12"/>
          </p:nvPr>
        </p:nvSpPr>
        <p:spPr bwMode="gray"/>
        <p:txBody>
          <a:bodyPr/>
          <a:lstStyle/>
          <a:p>
            <a:fld id="{03805D93-7D4B-4CBC-BABC-3A8AC08CB7F4}" type="slidenum">
              <a:rPr lang="en-US" smtClean="0"/>
              <a:t>‹#›</a:t>
            </a:fld>
            <a:endParaRPr lang="en-US" dirty="0"/>
          </a:p>
        </p:txBody>
      </p:sp>
    </p:spTree>
    <p:extLst>
      <p:ext uri="{BB962C8B-B14F-4D97-AF65-F5344CB8AC3E}">
        <p14:creationId xmlns:p14="http://schemas.microsoft.com/office/powerpoint/2010/main" val="226411699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3252">
          <p15:clr>
            <a:srgbClr val="5ACBF0"/>
          </p15:clr>
        </p15:guide>
        <p15:guide id="3" orient="horz" pos="1500">
          <p15:clr>
            <a:srgbClr val="5ACBF0"/>
          </p15:clr>
        </p15:guide>
        <p15:guide id="4" orient="horz" pos="2460">
          <p15:clr>
            <a:srgbClr val="5ACBF0"/>
          </p15:clr>
        </p15:guide>
        <p15:guide id="5" pos="652">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Section Header 09">
    <p:bg>
      <p:bgPr>
        <a:solidFill>
          <a:schemeClr val="bg2"/>
        </a:solidFill>
        <a:effectLst/>
      </p:bgPr>
    </p:bg>
    <p:spTree>
      <p:nvGrpSpPr>
        <p:cNvPr id="1" name=""/>
        <p:cNvGrpSpPr/>
        <p:nvPr/>
      </p:nvGrpSpPr>
      <p:grpSpPr>
        <a:xfrm>
          <a:off x="0" y="0"/>
          <a:ext cx="0" cy="0"/>
          <a:chOff x="0" y="0"/>
          <a:chExt cx="0" cy="0"/>
        </a:xfrm>
      </p:grpSpPr>
      <p:sp>
        <p:nvSpPr>
          <p:cNvPr id="10" name="Dynamic O">
            <a:extLst>
              <a:ext uri="{FF2B5EF4-FFF2-40B4-BE49-F238E27FC236}">
                <a16:creationId xmlns:a16="http://schemas.microsoft.com/office/drawing/2014/main" id="{F55B9041-0F47-9F80-6CDD-3B89753F446F}"/>
              </a:ext>
              <a:ext uri="{C183D7F6-B498-43B3-948B-1728B52AA6E4}">
                <adec:decorative xmlns:adec="http://schemas.microsoft.com/office/drawing/2017/decorative" val="1"/>
              </a:ext>
            </a:extLst>
          </p:cNvPr>
          <p:cNvSpPr/>
          <p:nvPr/>
        </p:nvSpPr>
        <p:spPr bwMode="gray">
          <a:xfrm>
            <a:off x="9839286" y="4542218"/>
            <a:ext cx="2352714" cy="2315782"/>
          </a:xfrm>
          <a:custGeom>
            <a:avLst/>
            <a:gdLst>
              <a:gd name="connsiteX0" fmla="*/ 1920302 w 2352714"/>
              <a:gd name="connsiteY0" fmla="*/ 0 h 2315782"/>
              <a:gd name="connsiteX1" fmla="*/ 2307243 w 2352714"/>
              <a:gd name="connsiteY1" fmla="*/ 39023 h 2315782"/>
              <a:gd name="connsiteX2" fmla="*/ 2352714 w 2352714"/>
              <a:gd name="connsiteY2" fmla="*/ 50719 h 2315782"/>
              <a:gd name="connsiteX3" fmla="*/ 2352714 w 2352714"/>
              <a:gd name="connsiteY3" fmla="*/ 1031302 h 2315782"/>
              <a:gd name="connsiteX4" fmla="*/ 2305633 w 2352714"/>
              <a:gd name="connsiteY4" fmla="*/ 1008617 h 2315782"/>
              <a:gd name="connsiteX5" fmla="*/ 1920302 w 2352714"/>
              <a:gd name="connsiteY5" fmla="*/ 930833 h 2315782"/>
              <a:gd name="connsiteX6" fmla="*/ 930841 w 2352714"/>
              <a:gd name="connsiteY6" fmla="*/ 1920285 h 2315782"/>
              <a:gd name="connsiteX7" fmla="*/ 1008626 w 2352714"/>
              <a:gd name="connsiteY7" fmla="*/ 2305613 h 2315782"/>
              <a:gd name="connsiteX8" fmla="*/ 1013526 w 2352714"/>
              <a:gd name="connsiteY8" fmla="*/ 2315782 h 2315782"/>
              <a:gd name="connsiteX9" fmla="*/ 41225 w 2352714"/>
              <a:gd name="connsiteY9" fmla="*/ 2315782 h 2315782"/>
              <a:gd name="connsiteX10" fmla="*/ 39023 w 2352714"/>
              <a:gd name="connsiteY10" fmla="*/ 2307223 h 2315782"/>
              <a:gd name="connsiteX11" fmla="*/ 0 w 2352714"/>
              <a:gd name="connsiteY11" fmla="*/ 1920285 h 2315782"/>
              <a:gd name="connsiteX12" fmla="*/ 1920302 w 2352714"/>
              <a:gd name="connsiteY12" fmla="*/ 0 h 2315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52714" h="2315782">
                <a:moveTo>
                  <a:pt x="1920302" y="0"/>
                </a:moveTo>
                <a:cubicBezTo>
                  <a:pt x="2052842" y="0"/>
                  <a:pt x="2182252" y="13437"/>
                  <a:pt x="2307243" y="39023"/>
                </a:cubicBezTo>
                <a:lnTo>
                  <a:pt x="2352714" y="50719"/>
                </a:lnTo>
                <a:lnTo>
                  <a:pt x="2352714" y="1031302"/>
                </a:lnTo>
                <a:lnTo>
                  <a:pt x="2305633" y="1008617"/>
                </a:lnTo>
                <a:cubicBezTo>
                  <a:pt x="2187234" y="958533"/>
                  <a:pt x="2057029" y="930833"/>
                  <a:pt x="1920302" y="930833"/>
                </a:cubicBezTo>
                <a:cubicBezTo>
                  <a:pt x="1373393" y="930833"/>
                  <a:pt x="930841" y="1373381"/>
                  <a:pt x="930841" y="1920285"/>
                </a:cubicBezTo>
                <a:cubicBezTo>
                  <a:pt x="930841" y="2057011"/>
                  <a:pt x="958541" y="2187215"/>
                  <a:pt x="1008626" y="2305613"/>
                </a:cubicBezTo>
                <a:lnTo>
                  <a:pt x="1013526" y="2315782"/>
                </a:lnTo>
                <a:lnTo>
                  <a:pt x="41225" y="2315782"/>
                </a:lnTo>
                <a:lnTo>
                  <a:pt x="39023" y="2307223"/>
                </a:lnTo>
                <a:cubicBezTo>
                  <a:pt x="13437" y="2182233"/>
                  <a:pt x="0" y="2052824"/>
                  <a:pt x="0" y="1920285"/>
                </a:cubicBezTo>
                <a:cubicBezTo>
                  <a:pt x="0" y="859973"/>
                  <a:pt x="859981" y="0"/>
                  <a:pt x="1920302" y="0"/>
                </a:cubicBezTo>
                <a:close/>
              </a:path>
            </a:pathLst>
          </a:custGeom>
          <a:solidFill>
            <a:schemeClr val="tx2"/>
          </a:solidFill>
          <a:ln w="3921" cap="flat">
            <a:noFill/>
            <a:prstDash val="solid"/>
            <a:miter/>
          </a:ln>
        </p:spPr>
        <p:txBody>
          <a:bodyPr rtlCol="0" anchor="ctr"/>
          <a:lstStyle/>
          <a:p>
            <a:endParaRPr lang="en-US"/>
          </a:p>
        </p:txBody>
      </p:sp>
      <p:sp>
        <p:nvSpPr>
          <p:cNvPr id="2" name="Title">
            <a:extLst>
              <a:ext uri="{FF2B5EF4-FFF2-40B4-BE49-F238E27FC236}">
                <a16:creationId xmlns:a16="http://schemas.microsoft.com/office/drawing/2014/main" id="{8364047E-FA3E-49C2-97F7-5B543041A6B9}"/>
              </a:ext>
            </a:extLst>
          </p:cNvPr>
          <p:cNvSpPr>
            <a:spLocks noGrp="1"/>
          </p:cNvSpPr>
          <p:nvPr>
            <p:ph type="title" hasCustomPrompt="1"/>
          </p:nvPr>
        </p:nvSpPr>
        <p:spPr bwMode="gray">
          <a:xfrm>
            <a:off x="1050758" y="2397212"/>
            <a:ext cx="4114800" cy="1495794"/>
          </a:xfrm>
        </p:spPr>
        <p:txBody>
          <a:bodyPr anchor="ctr" anchorCtr="0"/>
          <a:lstStyle>
            <a:lvl1pPr algn="l">
              <a:defRPr sz="3600" b="0" spc="0" baseline="0">
                <a:solidFill>
                  <a:schemeClr val="tx1"/>
                </a:solidFill>
              </a:defRPr>
            </a:lvl1pPr>
          </a:lstStyle>
          <a:p>
            <a:r>
              <a:rPr lang="en-US" dirty="0"/>
              <a:t>Section title; Georgia Pro 36pt, sentence case</a:t>
            </a:r>
          </a:p>
        </p:txBody>
      </p:sp>
      <p:sp>
        <p:nvSpPr>
          <p:cNvPr id="21" name="Picture Placeholder">
            <a:extLst>
              <a:ext uri="{FF2B5EF4-FFF2-40B4-BE49-F238E27FC236}">
                <a16:creationId xmlns:a16="http://schemas.microsoft.com/office/drawing/2014/main" id="{5B0D8A8D-61BB-BEFA-26EE-778BA0AB9DFF}"/>
              </a:ext>
            </a:extLst>
          </p:cNvPr>
          <p:cNvSpPr>
            <a:spLocks noGrp="1"/>
          </p:cNvSpPr>
          <p:nvPr>
            <p:ph type="pic" sz="quarter" idx="13" hasCustomPrompt="1"/>
          </p:nvPr>
        </p:nvSpPr>
        <p:spPr bwMode="gray">
          <a:xfrm>
            <a:off x="6020525" y="800100"/>
            <a:ext cx="5257800" cy="5257800"/>
          </a:xfrm>
        </p:spPr>
        <p:txBody>
          <a:bodyPr/>
          <a:lstStyle>
            <a:lvl1pPr algn="ctr">
              <a:defRPr sz="1400"/>
            </a:lvl1pPr>
          </a:lstStyle>
          <a:p>
            <a:br>
              <a:rPr lang="en-US" dirty="0"/>
            </a:br>
            <a:r>
              <a:rPr lang="en-US" dirty="0"/>
              <a:t>Photography should be inserted into this placeholder with unchanged dimensions (5.75” H x 5.75” W). </a:t>
            </a:r>
            <a:br>
              <a:rPr lang="en-US" dirty="0"/>
            </a:br>
            <a:br>
              <a:rPr lang="en-US" dirty="0"/>
            </a:br>
            <a:r>
              <a:rPr lang="en-US" dirty="0"/>
              <a:t>To access brand approved photography, visit: brand.optum.com/content/photography-new.</a:t>
            </a:r>
            <a:br>
              <a:rPr lang="en-US" dirty="0"/>
            </a:br>
            <a:br>
              <a:rPr lang="en-US" dirty="0"/>
            </a:br>
            <a:br>
              <a:rPr lang="en-US" dirty="0"/>
            </a:br>
            <a:r>
              <a:rPr lang="en-US" dirty="0"/>
              <a:t>DO NOT use Copilot inserted imagery.</a:t>
            </a:r>
          </a:p>
          <a:p>
            <a:endParaRPr lang="en-US" dirty="0"/>
          </a:p>
          <a:p>
            <a:endParaRPr lang="en-US" dirty="0"/>
          </a:p>
        </p:txBody>
      </p:sp>
      <p:pic>
        <p:nvPicPr>
          <p:cNvPr id="18" name="Optum Logo" descr="Optum">
            <a:extLst>
              <a:ext uri="{FF2B5EF4-FFF2-40B4-BE49-F238E27FC236}">
                <a16:creationId xmlns:a16="http://schemas.microsoft.com/office/drawing/2014/main" id="{65820913-C73D-103B-2ED4-F1FDB8E71477}"/>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343650"/>
            <a:ext cx="773055" cy="223837"/>
          </a:xfrm>
          <a:prstGeom prst="rect">
            <a:avLst/>
          </a:prstGeom>
        </p:spPr>
      </p:pic>
      <p:sp>
        <p:nvSpPr>
          <p:cNvPr id="4" name="Date Placeholder">
            <a:extLst>
              <a:ext uri="{FF2B5EF4-FFF2-40B4-BE49-F238E27FC236}">
                <a16:creationId xmlns:a16="http://schemas.microsoft.com/office/drawing/2014/main" id="{39B679AE-D173-4857-9656-61C15B78E493}"/>
              </a:ext>
            </a:extLst>
          </p:cNvPr>
          <p:cNvSpPr>
            <a:spLocks noGrp="1"/>
          </p:cNvSpPr>
          <p:nvPr>
            <p:ph type="dt" sz="half" idx="10"/>
          </p:nvPr>
        </p:nvSpPr>
        <p:spPr bwMode="gray"/>
        <p:txBody>
          <a:bodyPr/>
          <a:lstStyle/>
          <a:p>
            <a:fld id="{7D63D41C-A5A9-4F2E-BDFA-B96CA58C5EF1}" type="datetime1">
              <a:rPr lang="en-US" smtClean="0"/>
              <a:t>5/5/2026</a:t>
            </a:fld>
            <a:endParaRPr lang="en-US" dirty="0"/>
          </a:p>
        </p:txBody>
      </p:sp>
      <p:sp>
        <p:nvSpPr>
          <p:cNvPr id="5" name="Footer Placeholder">
            <a:extLst>
              <a:ext uri="{FF2B5EF4-FFF2-40B4-BE49-F238E27FC236}">
                <a16:creationId xmlns:a16="http://schemas.microsoft.com/office/drawing/2014/main" id="{D444279A-BCE2-4BB7-8BEE-7A06041140C9}"/>
              </a:ext>
            </a:extLst>
          </p:cNvPr>
          <p:cNvSpPr>
            <a:spLocks noGrp="1"/>
          </p:cNvSpPr>
          <p:nvPr>
            <p:ph type="ftr" sz="quarter" idx="11"/>
          </p:nvPr>
        </p:nvSpPr>
        <p:spPr bwMode="gray"/>
        <p:txBody>
          <a:bodyPr/>
          <a:lstStyle/>
          <a:p>
            <a:r>
              <a:rPr lang="en-US" dirty="0"/>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18C9E9B4-49EA-4882-85A5-CCD50D15CDE0}"/>
              </a:ext>
            </a:extLst>
          </p:cNvPr>
          <p:cNvSpPr>
            <a:spLocks noGrp="1"/>
          </p:cNvSpPr>
          <p:nvPr>
            <p:ph type="sldNum" sz="quarter" idx="12"/>
          </p:nvPr>
        </p:nvSpPr>
        <p:spPr bwMode="gray"/>
        <p:txBody>
          <a:bodyPr/>
          <a:lstStyle/>
          <a:p>
            <a:fld id="{03805D93-7D4B-4CBC-BABC-3A8AC08CB7F4}" type="slidenum">
              <a:rPr lang="en-US" smtClean="0"/>
              <a:t>‹#›</a:t>
            </a:fld>
            <a:endParaRPr lang="en-US" dirty="0"/>
          </a:p>
        </p:txBody>
      </p:sp>
    </p:spTree>
    <p:extLst>
      <p:ext uri="{BB962C8B-B14F-4D97-AF65-F5344CB8AC3E}">
        <p14:creationId xmlns:p14="http://schemas.microsoft.com/office/powerpoint/2010/main" val="341811601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3252">
          <p15:clr>
            <a:srgbClr val="5ACBF0"/>
          </p15:clr>
        </p15:guide>
        <p15:guide id="3" orient="horz" pos="1500">
          <p15:clr>
            <a:srgbClr val="5ACBF0"/>
          </p15:clr>
        </p15:guide>
        <p15:guide id="4" orient="horz" pos="2464">
          <p15:clr>
            <a:srgbClr val="5ACBF0"/>
          </p15:clr>
        </p15:guide>
        <p15:guide id="5" pos="652">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Section Header 10">
    <p:bg>
      <p:bgPr>
        <a:solidFill>
          <a:schemeClr val="bg2"/>
        </a:solidFill>
        <a:effectLst/>
      </p:bgPr>
    </p:bg>
    <p:spTree>
      <p:nvGrpSpPr>
        <p:cNvPr id="1" name=""/>
        <p:cNvGrpSpPr/>
        <p:nvPr/>
      </p:nvGrpSpPr>
      <p:grpSpPr>
        <a:xfrm>
          <a:off x="0" y="0"/>
          <a:ext cx="0" cy="0"/>
          <a:chOff x="0" y="0"/>
          <a:chExt cx="0" cy="0"/>
        </a:xfrm>
      </p:grpSpPr>
      <p:sp>
        <p:nvSpPr>
          <p:cNvPr id="10" name="Dynamic O">
            <a:extLst>
              <a:ext uri="{FF2B5EF4-FFF2-40B4-BE49-F238E27FC236}">
                <a16:creationId xmlns:a16="http://schemas.microsoft.com/office/drawing/2014/main" id="{D04B8F56-963D-7D87-B3A4-F13FC8B0B209}"/>
              </a:ext>
              <a:ext uri="{C183D7F6-B498-43B3-948B-1728B52AA6E4}">
                <adec:decorative xmlns:adec="http://schemas.microsoft.com/office/drawing/2017/decorative" val="1"/>
              </a:ext>
            </a:extLst>
          </p:cNvPr>
          <p:cNvSpPr/>
          <p:nvPr/>
        </p:nvSpPr>
        <p:spPr bwMode="gray">
          <a:xfrm>
            <a:off x="0" y="0"/>
            <a:ext cx="1930778" cy="2001453"/>
          </a:xfrm>
          <a:custGeom>
            <a:avLst/>
            <a:gdLst>
              <a:gd name="connsiteX0" fmla="*/ 997352 w 1930778"/>
              <a:gd name="connsiteY0" fmla="*/ 0 h 2001453"/>
              <a:gd name="connsiteX1" fmla="*/ 1926502 w 1930778"/>
              <a:gd name="connsiteY1" fmla="*/ 0 h 2001453"/>
              <a:gd name="connsiteX2" fmla="*/ 1930778 w 1930778"/>
              <a:gd name="connsiteY2" fmla="*/ 84635 h 2001453"/>
              <a:gd name="connsiteX3" fmla="*/ 13954 w 1930778"/>
              <a:gd name="connsiteY3" fmla="*/ 2001453 h 2001453"/>
              <a:gd name="connsiteX4" fmla="*/ 0 w 1930778"/>
              <a:gd name="connsiteY4" fmla="*/ 2000748 h 2001453"/>
              <a:gd name="connsiteX5" fmla="*/ 0 w 1930778"/>
              <a:gd name="connsiteY5" fmla="*/ 1071597 h 2001453"/>
              <a:gd name="connsiteX6" fmla="*/ 13954 w 1930778"/>
              <a:gd name="connsiteY6" fmla="*/ 1072301 h 2001453"/>
              <a:gd name="connsiteX7" fmla="*/ 1001623 w 1930778"/>
              <a:gd name="connsiteY7" fmla="*/ 84635 h 2001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30778" h="2001453">
                <a:moveTo>
                  <a:pt x="997352" y="0"/>
                </a:moveTo>
                <a:lnTo>
                  <a:pt x="1926502" y="0"/>
                </a:lnTo>
                <a:lnTo>
                  <a:pt x="1930778" y="84635"/>
                </a:lnTo>
                <a:cubicBezTo>
                  <a:pt x="1930778" y="1143032"/>
                  <a:pt x="1072355" y="2001453"/>
                  <a:pt x="13954" y="2001453"/>
                </a:cubicBezTo>
                <a:lnTo>
                  <a:pt x="0" y="2000748"/>
                </a:lnTo>
                <a:lnTo>
                  <a:pt x="0" y="1071597"/>
                </a:lnTo>
                <a:lnTo>
                  <a:pt x="13954" y="1072301"/>
                </a:lnTo>
                <a:cubicBezTo>
                  <a:pt x="559873" y="1072301"/>
                  <a:pt x="1001623" y="629909"/>
                  <a:pt x="1001623" y="84635"/>
                </a:cubicBezTo>
                <a:close/>
              </a:path>
            </a:pathLst>
          </a:custGeom>
          <a:solidFill>
            <a:schemeClr val="tx2"/>
          </a:solidFill>
          <a:ln w="3207" cap="flat">
            <a:noFill/>
            <a:prstDash val="solid"/>
            <a:miter/>
          </a:ln>
        </p:spPr>
        <p:txBody>
          <a:bodyPr rtlCol="0" anchor="ctr"/>
          <a:lstStyle/>
          <a:p>
            <a:endParaRPr lang="en-US"/>
          </a:p>
        </p:txBody>
      </p:sp>
      <p:sp>
        <p:nvSpPr>
          <p:cNvPr id="2" name="Title">
            <a:extLst>
              <a:ext uri="{FF2B5EF4-FFF2-40B4-BE49-F238E27FC236}">
                <a16:creationId xmlns:a16="http://schemas.microsoft.com/office/drawing/2014/main" id="{8364047E-FA3E-49C2-97F7-5B543041A6B9}"/>
              </a:ext>
            </a:extLst>
          </p:cNvPr>
          <p:cNvSpPr>
            <a:spLocks noGrp="1"/>
          </p:cNvSpPr>
          <p:nvPr>
            <p:ph type="title" hasCustomPrompt="1"/>
          </p:nvPr>
        </p:nvSpPr>
        <p:spPr bwMode="gray">
          <a:xfrm>
            <a:off x="6866021" y="2397212"/>
            <a:ext cx="4114800" cy="1495794"/>
          </a:xfrm>
        </p:spPr>
        <p:txBody>
          <a:bodyPr anchor="ctr" anchorCtr="0"/>
          <a:lstStyle>
            <a:lvl1pPr algn="l">
              <a:defRPr sz="3600" b="0" spc="0" baseline="0">
                <a:solidFill>
                  <a:schemeClr val="tx1"/>
                </a:solidFill>
              </a:defRPr>
            </a:lvl1pPr>
          </a:lstStyle>
          <a:p>
            <a:r>
              <a:rPr lang="en-US" dirty="0"/>
              <a:t>Section title; Georgia Pro 36pt, sentence case</a:t>
            </a:r>
          </a:p>
        </p:txBody>
      </p:sp>
      <p:sp>
        <p:nvSpPr>
          <p:cNvPr id="9" name="Picture Placeholder">
            <a:extLst>
              <a:ext uri="{FF2B5EF4-FFF2-40B4-BE49-F238E27FC236}">
                <a16:creationId xmlns:a16="http://schemas.microsoft.com/office/drawing/2014/main" id="{12375231-D91B-0897-471C-42A4E82A50C8}"/>
              </a:ext>
            </a:extLst>
          </p:cNvPr>
          <p:cNvSpPr>
            <a:spLocks noGrp="1" noRot="1" noMove="1" noResize="1" noEditPoints="1" noAdjustHandles="1" noChangeArrowheads="1" noChangeShapeType="1"/>
          </p:cNvSpPr>
          <p:nvPr>
            <p:ph type="pic" sz="quarter" idx="13" hasCustomPrompt="1"/>
          </p:nvPr>
        </p:nvSpPr>
        <p:spPr bwMode="gray">
          <a:xfrm>
            <a:off x="906051" y="800100"/>
            <a:ext cx="5257800" cy="5257800"/>
          </a:xfrm>
          <a:custGeom>
            <a:avLst/>
            <a:gdLst>
              <a:gd name="connsiteX0" fmla="*/ 885245 w 5257800"/>
              <a:gd name="connsiteY0" fmla="*/ 0 h 5257800"/>
              <a:gd name="connsiteX1" fmla="*/ 5257800 w 5257800"/>
              <a:gd name="connsiteY1" fmla="*/ 0 h 5257800"/>
              <a:gd name="connsiteX2" fmla="*/ 5257800 w 5257800"/>
              <a:gd name="connsiteY2" fmla="*/ 5257800 h 5257800"/>
              <a:gd name="connsiteX3" fmla="*/ 0 w 5257800"/>
              <a:gd name="connsiteY3" fmla="*/ 5257800 h 5257800"/>
              <a:gd name="connsiteX4" fmla="*/ 0 w 5257800"/>
              <a:gd name="connsiteY4" fmla="*/ 980303 h 5257800"/>
              <a:gd name="connsiteX5" fmla="*/ 21473 w 5257800"/>
              <a:gd name="connsiteY5" fmla="*/ 969957 h 5257800"/>
              <a:gd name="connsiteX6" fmla="*/ 874061 w 5257800"/>
              <a:gd name="connsiteY6" fmla="*/ 30549 h 5257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57800" h="5257800">
                <a:moveTo>
                  <a:pt x="885245" y="0"/>
                </a:moveTo>
                <a:lnTo>
                  <a:pt x="5257800" y="0"/>
                </a:lnTo>
                <a:lnTo>
                  <a:pt x="5257800" y="5257800"/>
                </a:lnTo>
                <a:lnTo>
                  <a:pt x="0" y="5257800"/>
                </a:lnTo>
                <a:lnTo>
                  <a:pt x="0" y="980303"/>
                </a:lnTo>
                <a:lnTo>
                  <a:pt x="21473" y="969957"/>
                </a:lnTo>
                <a:cubicBezTo>
                  <a:pt x="401710" y="763364"/>
                  <a:pt x="704285" y="431849"/>
                  <a:pt x="874061" y="30549"/>
                </a:cubicBezTo>
                <a:close/>
              </a:path>
            </a:pathLst>
          </a:custGeom>
        </p:spPr>
        <p:txBody>
          <a:bodyPr wrap="square" lIns="0" rIns="0">
            <a:noAutofit/>
          </a:bodyPr>
          <a:lstStyle>
            <a:lvl1pPr algn="ctr">
              <a:defRPr sz="1400"/>
            </a:lvl1pPr>
          </a:lstStyle>
          <a:p>
            <a:br>
              <a:rPr lang="en-US" dirty="0"/>
            </a:br>
            <a:br>
              <a:rPr lang="en-US" dirty="0"/>
            </a:br>
            <a:br>
              <a:rPr lang="en-US" dirty="0"/>
            </a:br>
            <a:r>
              <a:rPr lang="en-US" dirty="0"/>
              <a:t>Photography should be inserted into this placeholder with unchanged dimensions (5.75” H x 5.75” W). </a:t>
            </a:r>
            <a:br>
              <a:rPr lang="en-US" dirty="0"/>
            </a:br>
            <a:br>
              <a:rPr lang="en-US" dirty="0"/>
            </a:br>
            <a:r>
              <a:rPr lang="en-US" dirty="0"/>
              <a:t>To access brand approved photography, visit: brand.optum.com/content/photography-new.</a:t>
            </a:r>
            <a:br>
              <a:rPr lang="en-US" dirty="0"/>
            </a:br>
            <a:br>
              <a:rPr lang="en-US" dirty="0"/>
            </a:br>
            <a:br>
              <a:rPr lang="en-US" dirty="0"/>
            </a:br>
            <a:br>
              <a:rPr lang="en-US" dirty="0"/>
            </a:br>
            <a:r>
              <a:rPr lang="en-US" dirty="0"/>
              <a:t>DO NOT use Copilot inserted imagery.</a:t>
            </a:r>
          </a:p>
          <a:p>
            <a:endParaRPr lang="en-US" dirty="0"/>
          </a:p>
          <a:p>
            <a:endParaRPr lang="en-US" dirty="0"/>
          </a:p>
        </p:txBody>
      </p:sp>
      <p:pic>
        <p:nvPicPr>
          <p:cNvPr id="18" name="Optum Logo" descr="Optum">
            <a:extLst>
              <a:ext uri="{FF2B5EF4-FFF2-40B4-BE49-F238E27FC236}">
                <a16:creationId xmlns:a16="http://schemas.microsoft.com/office/drawing/2014/main" id="{65820913-C73D-103B-2ED4-F1FDB8E71477}"/>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343650"/>
            <a:ext cx="773055" cy="223837"/>
          </a:xfrm>
          <a:prstGeom prst="rect">
            <a:avLst/>
          </a:prstGeom>
        </p:spPr>
      </p:pic>
      <p:sp>
        <p:nvSpPr>
          <p:cNvPr id="4" name="Date Placeholder">
            <a:extLst>
              <a:ext uri="{FF2B5EF4-FFF2-40B4-BE49-F238E27FC236}">
                <a16:creationId xmlns:a16="http://schemas.microsoft.com/office/drawing/2014/main" id="{39B679AE-D173-4857-9656-61C15B78E493}"/>
              </a:ext>
            </a:extLst>
          </p:cNvPr>
          <p:cNvSpPr>
            <a:spLocks noGrp="1"/>
          </p:cNvSpPr>
          <p:nvPr>
            <p:ph type="dt" sz="half" idx="10"/>
          </p:nvPr>
        </p:nvSpPr>
        <p:spPr bwMode="gray"/>
        <p:txBody>
          <a:bodyPr/>
          <a:lstStyle/>
          <a:p>
            <a:fld id="{7D63D41C-A5A9-4F2E-BDFA-B96CA58C5EF1}" type="datetime1">
              <a:rPr lang="en-US" smtClean="0"/>
              <a:t>5/5/2026</a:t>
            </a:fld>
            <a:endParaRPr lang="en-US" dirty="0"/>
          </a:p>
        </p:txBody>
      </p:sp>
      <p:sp>
        <p:nvSpPr>
          <p:cNvPr id="5" name="Footer Placeholder">
            <a:extLst>
              <a:ext uri="{FF2B5EF4-FFF2-40B4-BE49-F238E27FC236}">
                <a16:creationId xmlns:a16="http://schemas.microsoft.com/office/drawing/2014/main" id="{D444279A-BCE2-4BB7-8BEE-7A06041140C9}"/>
              </a:ext>
            </a:extLst>
          </p:cNvPr>
          <p:cNvSpPr>
            <a:spLocks noGrp="1"/>
          </p:cNvSpPr>
          <p:nvPr>
            <p:ph type="ftr" sz="quarter" idx="11"/>
          </p:nvPr>
        </p:nvSpPr>
        <p:spPr bwMode="gray"/>
        <p:txBody>
          <a:bodyPr/>
          <a:lstStyle/>
          <a:p>
            <a:r>
              <a:rPr lang="en-US" dirty="0"/>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18C9E9B4-49EA-4882-85A5-CCD50D15CDE0}"/>
              </a:ext>
            </a:extLst>
          </p:cNvPr>
          <p:cNvSpPr>
            <a:spLocks noGrp="1"/>
          </p:cNvSpPr>
          <p:nvPr>
            <p:ph type="sldNum" sz="quarter" idx="12"/>
          </p:nvPr>
        </p:nvSpPr>
        <p:spPr bwMode="gray"/>
        <p:txBody>
          <a:bodyPr/>
          <a:lstStyle/>
          <a:p>
            <a:fld id="{03805D93-7D4B-4CBC-BABC-3A8AC08CB7F4}" type="slidenum">
              <a:rPr lang="en-US" smtClean="0"/>
              <a:t>‹#›</a:t>
            </a:fld>
            <a:endParaRPr lang="en-US" dirty="0"/>
          </a:p>
        </p:txBody>
      </p:sp>
    </p:spTree>
    <p:extLst>
      <p:ext uri="{BB962C8B-B14F-4D97-AF65-F5344CB8AC3E}">
        <p14:creationId xmlns:p14="http://schemas.microsoft.com/office/powerpoint/2010/main" val="411270100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4316">
          <p15:clr>
            <a:srgbClr val="5ACBF0"/>
          </p15:clr>
        </p15:guide>
        <p15:guide id="3" orient="horz" pos="1500">
          <p15:clr>
            <a:srgbClr val="5ACBF0"/>
          </p15:clr>
        </p15:guide>
        <p15:guide id="4" orient="horz" pos="2460">
          <p15:clr>
            <a:srgbClr val="5ACBF0"/>
          </p15:clr>
        </p15:guide>
        <p15:guide id="5" pos="6924">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Section Header 11">
    <p:bg>
      <p:bgPr>
        <a:solidFill>
          <a:schemeClr val="bg2"/>
        </a:solidFill>
        <a:effectLst/>
      </p:bgPr>
    </p:bg>
    <p:spTree>
      <p:nvGrpSpPr>
        <p:cNvPr id="1" name=""/>
        <p:cNvGrpSpPr/>
        <p:nvPr/>
      </p:nvGrpSpPr>
      <p:grpSpPr>
        <a:xfrm>
          <a:off x="0" y="0"/>
          <a:ext cx="0" cy="0"/>
          <a:chOff x="0" y="0"/>
          <a:chExt cx="0" cy="0"/>
        </a:xfrm>
      </p:grpSpPr>
      <p:sp>
        <p:nvSpPr>
          <p:cNvPr id="10" name="Dynamic O">
            <a:extLst>
              <a:ext uri="{FF2B5EF4-FFF2-40B4-BE49-F238E27FC236}">
                <a16:creationId xmlns:a16="http://schemas.microsoft.com/office/drawing/2014/main" id="{017E2C4C-635A-5655-9467-072CF55397B5}"/>
              </a:ext>
              <a:ext uri="{C183D7F6-B498-43B3-948B-1728B52AA6E4}">
                <adec:decorative xmlns:adec="http://schemas.microsoft.com/office/drawing/2017/decorative" val="1"/>
              </a:ext>
            </a:extLst>
          </p:cNvPr>
          <p:cNvSpPr/>
          <p:nvPr/>
        </p:nvSpPr>
        <p:spPr bwMode="gray">
          <a:xfrm>
            <a:off x="9839286" y="4542218"/>
            <a:ext cx="2352714" cy="2315782"/>
          </a:xfrm>
          <a:custGeom>
            <a:avLst/>
            <a:gdLst>
              <a:gd name="connsiteX0" fmla="*/ 1920302 w 2352714"/>
              <a:gd name="connsiteY0" fmla="*/ 0 h 2315782"/>
              <a:gd name="connsiteX1" fmla="*/ 2307243 w 2352714"/>
              <a:gd name="connsiteY1" fmla="*/ 39023 h 2315782"/>
              <a:gd name="connsiteX2" fmla="*/ 2352714 w 2352714"/>
              <a:gd name="connsiteY2" fmla="*/ 50719 h 2315782"/>
              <a:gd name="connsiteX3" fmla="*/ 2352714 w 2352714"/>
              <a:gd name="connsiteY3" fmla="*/ 1031302 h 2315782"/>
              <a:gd name="connsiteX4" fmla="*/ 2305633 w 2352714"/>
              <a:gd name="connsiteY4" fmla="*/ 1008617 h 2315782"/>
              <a:gd name="connsiteX5" fmla="*/ 1920302 w 2352714"/>
              <a:gd name="connsiteY5" fmla="*/ 930833 h 2315782"/>
              <a:gd name="connsiteX6" fmla="*/ 930841 w 2352714"/>
              <a:gd name="connsiteY6" fmla="*/ 1920285 h 2315782"/>
              <a:gd name="connsiteX7" fmla="*/ 1008626 w 2352714"/>
              <a:gd name="connsiteY7" fmla="*/ 2305613 h 2315782"/>
              <a:gd name="connsiteX8" fmla="*/ 1013526 w 2352714"/>
              <a:gd name="connsiteY8" fmla="*/ 2315782 h 2315782"/>
              <a:gd name="connsiteX9" fmla="*/ 41225 w 2352714"/>
              <a:gd name="connsiteY9" fmla="*/ 2315782 h 2315782"/>
              <a:gd name="connsiteX10" fmla="*/ 39023 w 2352714"/>
              <a:gd name="connsiteY10" fmla="*/ 2307223 h 2315782"/>
              <a:gd name="connsiteX11" fmla="*/ 0 w 2352714"/>
              <a:gd name="connsiteY11" fmla="*/ 1920285 h 2315782"/>
              <a:gd name="connsiteX12" fmla="*/ 1920302 w 2352714"/>
              <a:gd name="connsiteY12" fmla="*/ 0 h 2315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52714" h="2315782">
                <a:moveTo>
                  <a:pt x="1920302" y="0"/>
                </a:moveTo>
                <a:cubicBezTo>
                  <a:pt x="2052842" y="0"/>
                  <a:pt x="2182252" y="13437"/>
                  <a:pt x="2307243" y="39023"/>
                </a:cubicBezTo>
                <a:lnTo>
                  <a:pt x="2352714" y="50719"/>
                </a:lnTo>
                <a:lnTo>
                  <a:pt x="2352714" y="1031302"/>
                </a:lnTo>
                <a:lnTo>
                  <a:pt x="2305633" y="1008617"/>
                </a:lnTo>
                <a:cubicBezTo>
                  <a:pt x="2187234" y="958533"/>
                  <a:pt x="2057029" y="930833"/>
                  <a:pt x="1920302" y="930833"/>
                </a:cubicBezTo>
                <a:cubicBezTo>
                  <a:pt x="1373393" y="930833"/>
                  <a:pt x="930841" y="1373381"/>
                  <a:pt x="930841" y="1920285"/>
                </a:cubicBezTo>
                <a:cubicBezTo>
                  <a:pt x="930841" y="2057011"/>
                  <a:pt x="958541" y="2187215"/>
                  <a:pt x="1008626" y="2305613"/>
                </a:cubicBezTo>
                <a:lnTo>
                  <a:pt x="1013526" y="2315782"/>
                </a:lnTo>
                <a:lnTo>
                  <a:pt x="41225" y="2315782"/>
                </a:lnTo>
                <a:lnTo>
                  <a:pt x="39023" y="2307223"/>
                </a:lnTo>
                <a:cubicBezTo>
                  <a:pt x="13437" y="2182233"/>
                  <a:pt x="0" y="2052824"/>
                  <a:pt x="0" y="1920285"/>
                </a:cubicBezTo>
                <a:cubicBezTo>
                  <a:pt x="0" y="859973"/>
                  <a:pt x="859981" y="0"/>
                  <a:pt x="1920302" y="0"/>
                </a:cubicBezTo>
                <a:close/>
              </a:path>
            </a:pathLst>
          </a:custGeom>
          <a:solidFill>
            <a:schemeClr val="tx2"/>
          </a:solidFill>
          <a:ln w="3921" cap="flat">
            <a:noFill/>
            <a:prstDash val="solid"/>
            <a:miter/>
          </a:ln>
        </p:spPr>
        <p:txBody>
          <a:bodyPr rtlCol="0" anchor="ctr"/>
          <a:lstStyle/>
          <a:p>
            <a:endParaRPr lang="en-US"/>
          </a:p>
        </p:txBody>
      </p:sp>
      <p:sp>
        <p:nvSpPr>
          <p:cNvPr id="2" name="Title">
            <a:extLst>
              <a:ext uri="{FF2B5EF4-FFF2-40B4-BE49-F238E27FC236}">
                <a16:creationId xmlns:a16="http://schemas.microsoft.com/office/drawing/2014/main" id="{8364047E-FA3E-49C2-97F7-5B543041A6B9}"/>
              </a:ext>
            </a:extLst>
          </p:cNvPr>
          <p:cNvSpPr>
            <a:spLocks noGrp="1"/>
          </p:cNvSpPr>
          <p:nvPr>
            <p:ph type="title" hasCustomPrompt="1"/>
          </p:nvPr>
        </p:nvSpPr>
        <p:spPr bwMode="gray">
          <a:xfrm>
            <a:off x="6866021" y="2397212"/>
            <a:ext cx="4114800" cy="1495794"/>
          </a:xfrm>
        </p:spPr>
        <p:txBody>
          <a:bodyPr anchor="ctr" anchorCtr="0"/>
          <a:lstStyle>
            <a:lvl1pPr algn="l">
              <a:defRPr sz="3600" b="0" spc="0" baseline="0">
                <a:solidFill>
                  <a:schemeClr val="tx1"/>
                </a:solidFill>
              </a:defRPr>
            </a:lvl1pPr>
          </a:lstStyle>
          <a:p>
            <a:r>
              <a:rPr lang="en-US" dirty="0"/>
              <a:t>Section title; Georgia Pro 36pt, sentence case</a:t>
            </a:r>
          </a:p>
        </p:txBody>
      </p:sp>
      <p:sp>
        <p:nvSpPr>
          <p:cNvPr id="21" name="Picture Placeholder">
            <a:extLst>
              <a:ext uri="{FF2B5EF4-FFF2-40B4-BE49-F238E27FC236}">
                <a16:creationId xmlns:a16="http://schemas.microsoft.com/office/drawing/2014/main" id="{5B0D8A8D-61BB-BEFA-26EE-778BA0AB9DFF}"/>
              </a:ext>
            </a:extLst>
          </p:cNvPr>
          <p:cNvSpPr>
            <a:spLocks noGrp="1"/>
          </p:cNvSpPr>
          <p:nvPr>
            <p:ph type="pic" sz="quarter" idx="13" hasCustomPrompt="1"/>
          </p:nvPr>
        </p:nvSpPr>
        <p:spPr bwMode="gray">
          <a:xfrm>
            <a:off x="906051" y="800100"/>
            <a:ext cx="5257800" cy="5257800"/>
          </a:xfrm>
        </p:spPr>
        <p:txBody>
          <a:bodyPr/>
          <a:lstStyle>
            <a:lvl1pPr algn="ctr">
              <a:defRPr sz="1400"/>
            </a:lvl1pPr>
          </a:lstStyle>
          <a:p>
            <a:br>
              <a:rPr lang="en-US" dirty="0"/>
            </a:br>
            <a:r>
              <a:rPr lang="en-US" dirty="0"/>
              <a:t>Photography should be inserted into this placeholder with unchanged dimensions (5.75” H x 5.75” W). </a:t>
            </a:r>
            <a:br>
              <a:rPr lang="en-US" dirty="0"/>
            </a:br>
            <a:br>
              <a:rPr lang="en-US" dirty="0"/>
            </a:br>
            <a:r>
              <a:rPr lang="en-US" dirty="0"/>
              <a:t>To access brand approved photography, visit: brand.optum.com/content/photography-new.</a:t>
            </a:r>
            <a:br>
              <a:rPr lang="en-US" dirty="0"/>
            </a:br>
            <a:br>
              <a:rPr lang="en-US" dirty="0"/>
            </a:br>
            <a:br>
              <a:rPr lang="en-US" dirty="0"/>
            </a:br>
            <a:r>
              <a:rPr lang="en-US" dirty="0"/>
              <a:t>DO NOT use Copilot inserted imagery.</a:t>
            </a:r>
          </a:p>
          <a:p>
            <a:endParaRPr lang="en-US" dirty="0"/>
          </a:p>
          <a:p>
            <a:endParaRPr lang="en-US" dirty="0"/>
          </a:p>
        </p:txBody>
      </p:sp>
      <p:pic>
        <p:nvPicPr>
          <p:cNvPr id="18" name="Optum Logo" descr="Optum">
            <a:extLst>
              <a:ext uri="{FF2B5EF4-FFF2-40B4-BE49-F238E27FC236}">
                <a16:creationId xmlns:a16="http://schemas.microsoft.com/office/drawing/2014/main" id="{65820913-C73D-103B-2ED4-F1FDB8E71477}"/>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343650"/>
            <a:ext cx="773055" cy="223837"/>
          </a:xfrm>
          <a:prstGeom prst="rect">
            <a:avLst/>
          </a:prstGeom>
        </p:spPr>
      </p:pic>
      <p:sp>
        <p:nvSpPr>
          <p:cNvPr id="4" name="Date Placeholder">
            <a:extLst>
              <a:ext uri="{FF2B5EF4-FFF2-40B4-BE49-F238E27FC236}">
                <a16:creationId xmlns:a16="http://schemas.microsoft.com/office/drawing/2014/main" id="{39B679AE-D173-4857-9656-61C15B78E493}"/>
              </a:ext>
            </a:extLst>
          </p:cNvPr>
          <p:cNvSpPr>
            <a:spLocks noGrp="1"/>
          </p:cNvSpPr>
          <p:nvPr>
            <p:ph type="dt" sz="half" idx="10"/>
          </p:nvPr>
        </p:nvSpPr>
        <p:spPr bwMode="gray"/>
        <p:txBody>
          <a:bodyPr/>
          <a:lstStyle/>
          <a:p>
            <a:fld id="{7D63D41C-A5A9-4F2E-BDFA-B96CA58C5EF1}" type="datetime1">
              <a:rPr lang="en-US" smtClean="0"/>
              <a:t>5/5/2026</a:t>
            </a:fld>
            <a:endParaRPr lang="en-US" dirty="0"/>
          </a:p>
        </p:txBody>
      </p:sp>
      <p:sp>
        <p:nvSpPr>
          <p:cNvPr id="5" name="Footer Placeholder">
            <a:extLst>
              <a:ext uri="{FF2B5EF4-FFF2-40B4-BE49-F238E27FC236}">
                <a16:creationId xmlns:a16="http://schemas.microsoft.com/office/drawing/2014/main" id="{D444279A-BCE2-4BB7-8BEE-7A06041140C9}"/>
              </a:ext>
            </a:extLst>
          </p:cNvPr>
          <p:cNvSpPr>
            <a:spLocks noGrp="1"/>
          </p:cNvSpPr>
          <p:nvPr>
            <p:ph type="ftr" sz="quarter" idx="11"/>
          </p:nvPr>
        </p:nvSpPr>
        <p:spPr bwMode="gray"/>
        <p:txBody>
          <a:bodyPr/>
          <a:lstStyle/>
          <a:p>
            <a:r>
              <a:rPr lang="en-US" dirty="0"/>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18C9E9B4-49EA-4882-85A5-CCD50D15CDE0}"/>
              </a:ext>
            </a:extLst>
          </p:cNvPr>
          <p:cNvSpPr>
            <a:spLocks noGrp="1"/>
          </p:cNvSpPr>
          <p:nvPr>
            <p:ph type="sldNum" sz="quarter" idx="12"/>
          </p:nvPr>
        </p:nvSpPr>
        <p:spPr bwMode="gray"/>
        <p:txBody>
          <a:bodyPr/>
          <a:lstStyle/>
          <a:p>
            <a:fld id="{03805D93-7D4B-4CBC-BABC-3A8AC08CB7F4}" type="slidenum">
              <a:rPr lang="en-US" smtClean="0"/>
              <a:t>‹#›</a:t>
            </a:fld>
            <a:endParaRPr lang="en-US" dirty="0"/>
          </a:p>
        </p:txBody>
      </p:sp>
    </p:spTree>
    <p:extLst>
      <p:ext uri="{BB962C8B-B14F-4D97-AF65-F5344CB8AC3E}">
        <p14:creationId xmlns:p14="http://schemas.microsoft.com/office/powerpoint/2010/main" val="416647526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4316">
          <p15:clr>
            <a:srgbClr val="5ACBF0"/>
          </p15:clr>
        </p15:guide>
        <p15:guide id="3" orient="horz" pos="1500">
          <p15:clr>
            <a:srgbClr val="5ACBF0"/>
          </p15:clr>
        </p15:guide>
        <p15:guide id="4" orient="horz" pos="2460">
          <p15:clr>
            <a:srgbClr val="5ACBF0"/>
          </p15:clr>
        </p15:guide>
        <p15:guide id="5" pos="6924">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Section Header 12">
    <p:bg>
      <p:bgPr>
        <a:solidFill>
          <a:schemeClr val="bg2"/>
        </a:solidFill>
        <a:effectLst/>
      </p:bgPr>
    </p:bg>
    <p:spTree>
      <p:nvGrpSpPr>
        <p:cNvPr id="1" name=""/>
        <p:cNvGrpSpPr/>
        <p:nvPr/>
      </p:nvGrpSpPr>
      <p:grpSpPr>
        <a:xfrm>
          <a:off x="0" y="0"/>
          <a:ext cx="0" cy="0"/>
          <a:chOff x="0" y="0"/>
          <a:chExt cx="0" cy="0"/>
        </a:xfrm>
      </p:grpSpPr>
      <p:sp>
        <p:nvSpPr>
          <p:cNvPr id="13" name="Dynamic O">
            <a:extLst>
              <a:ext uri="{FF2B5EF4-FFF2-40B4-BE49-F238E27FC236}">
                <a16:creationId xmlns:a16="http://schemas.microsoft.com/office/drawing/2014/main" id="{AC0728B4-2591-9F3C-2330-363212598641}"/>
              </a:ext>
              <a:ext uri="{C183D7F6-B498-43B3-948B-1728B52AA6E4}">
                <adec:decorative xmlns:adec="http://schemas.microsoft.com/office/drawing/2017/decorative" val="1"/>
              </a:ext>
            </a:extLst>
          </p:cNvPr>
          <p:cNvSpPr/>
          <p:nvPr/>
        </p:nvSpPr>
        <p:spPr bwMode="gray">
          <a:xfrm>
            <a:off x="9473142" y="0"/>
            <a:ext cx="2718859" cy="6858000"/>
          </a:xfrm>
          <a:custGeom>
            <a:avLst/>
            <a:gdLst>
              <a:gd name="connsiteX0" fmla="*/ 2069828 w 2718859"/>
              <a:gd name="connsiteY0" fmla="*/ 0 h 6858000"/>
              <a:gd name="connsiteX1" fmla="*/ 2718859 w 2718859"/>
              <a:gd name="connsiteY1" fmla="*/ 0 h 6858000"/>
              <a:gd name="connsiteX2" fmla="*/ 2718859 w 2718859"/>
              <a:gd name="connsiteY2" fmla="*/ 1762101 h 6858000"/>
              <a:gd name="connsiteX3" fmla="*/ 2718398 w 2718859"/>
              <a:gd name="connsiteY3" fmla="*/ 1762381 h 6858000"/>
              <a:gd name="connsiteX4" fmla="*/ 1851208 w 2718859"/>
              <a:gd name="connsiteY4" fmla="*/ 3394335 h 6858000"/>
              <a:gd name="connsiteX5" fmla="*/ 2567465 w 2718859"/>
              <a:gd name="connsiteY5" fmla="*/ 4913063 h 6858000"/>
              <a:gd name="connsiteX6" fmla="*/ 2718859 w 2718859"/>
              <a:gd name="connsiteY6" fmla="*/ 5026214 h 6858000"/>
              <a:gd name="connsiteX7" fmla="*/ 2718859 w 2718859"/>
              <a:gd name="connsiteY7" fmla="*/ 6858000 h 6858000"/>
              <a:gd name="connsiteX8" fmla="*/ 2210701 w 2718859"/>
              <a:gd name="connsiteY8" fmla="*/ 6858000 h 6858000"/>
              <a:gd name="connsiteX9" fmla="*/ 2163505 w 2718859"/>
              <a:gd name="connsiteY9" fmla="*/ 6836659 h 6858000"/>
              <a:gd name="connsiteX10" fmla="*/ 0 w 2718859"/>
              <a:gd name="connsiteY10" fmla="*/ 3394335 h 6858000"/>
              <a:gd name="connsiteX11" fmla="*/ 1998841 w 2718859"/>
              <a:gd name="connsiteY11" fmla="*/ 3636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18859" h="6858000">
                <a:moveTo>
                  <a:pt x="2069828" y="0"/>
                </a:moveTo>
                <a:lnTo>
                  <a:pt x="2718859" y="0"/>
                </a:lnTo>
                <a:lnTo>
                  <a:pt x="2718859" y="1762101"/>
                </a:lnTo>
                <a:lnTo>
                  <a:pt x="2718398" y="1762381"/>
                </a:lnTo>
                <a:cubicBezTo>
                  <a:pt x="2195007" y="2115826"/>
                  <a:pt x="1851208" y="2714545"/>
                  <a:pt x="1851208" y="3394335"/>
                </a:cubicBezTo>
                <a:cubicBezTo>
                  <a:pt x="1851208" y="4006147"/>
                  <a:pt x="2130090" y="4552291"/>
                  <a:pt x="2567465" y="4913063"/>
                </a:cubicBezTo>
                <a:lnTo>
                  <a:pt x="2718859" y="5026214"/>
                </a:lnTo>
                <a:lnTo>
                  <a:pt x="2718859" y="6858000"/>
                </a:lnTo>
                <a:lnTo>
                  <a:pt x="2210701" y="6858000"/>
                </a:lnTo>
                <a:lnTo>
                  <a:pt x="2163505" y="6836659"/>
                </a:lnTo>
                <a:cubicBezTo>
                  <a:pt x="883536" y="6219781"/>
                  <a:pt x="0" y="4909972"/>
                  <a:pt x="0" y="3394335"/>
                </a:cubicBezTo>
                <a:cubicBezTo>
                  <a:pt x="0" y="1944596"/>
                  <a:pt x="808377" y="683176"/>
                  <a:pt x="1998841" y="36364"/>
                </a:cubicBezTo>
                <a:close/>
              </a:path>
            </a:pathLst>
          </a:custGeom>
          <a:solidFill>
            <a:schemeClr val="tx2"/>
          </a:solidFill>
          <a:ln w="12811" cap="flat">
            <a:noFill/>
            <a:prstDash val="solid"/>
            <a:miter/>
          </a:ln>
        </p:spPr>
        <p:txBody>
          <a:bodyPr rtlCol="0" anchor="ctr"/>
          <a:lstStyle/>
          <a:p>
            <a:endParaRPr lang="en-US"/>
          </a:p>
        </p:txBody>
      </p:sp>
      <p:sp>
        <p:nvSpPr>
          <p:cNvPr id="2" name="Title">
            <a:extLst>
              <a:ext uri="{FF2B5EF4-FFF2-40B4-BE49-F238E27FC236}">
                <a16:creationId xmlns:a16="http://schemas.microsoft.com/office/drawing/2014/main" id="{8364047E-FA3E-49C2-97F7-5B543041A6B9}"/>
              </a:ext>
            </a:extLst>
          </p:cNvPr>
          <p:cNvSpPr>
            <a:spLocks noGrp="1"/>
          </p:cNvSpPr>
          <p:nvPr>
            <p:ph type="title" hasCustomPrompt="1"/>
          </p:nvPr>
        </p:nvSpPr>
        <p:spPr bwMode="gray">
          <a:xfrm>
            <a:off x="465667" y="2418277"/>
            <a:ext cx="5630333" cy="1218795"/>
          </a:xfrm>
        </p:spPr>
        <p:txBody>
          <a:bodyPr anchor="ctr" anchorCtr="0"/>
          <a:lstStyle>
            <a:lvl1pPr algn="l">
              <a:defRPr sz="4400" b="0" spc="0" baseline="0">
                <a:solidFill>
                  <a:schemeClr val="tx1"/>
                </a:solidFill>
              </a:defRPr>
            </a:lvl1pPr>
          </a:lstStyle>
          <a:p>
            <a:r>
              <a:rPr lang="en-US" dirty="0"/>
              <a:t>Section title; Georgia Pro 44pt, sent. case</a:t>
            </a:r>
          </a:p>
        </p:txBody>
      </p:sp>
      <p:pic>
        <p:nvPicPr>
          <p:cNvPr id="3" name="Optum Logo" descr="Optum">
            <a:extLst>
              <a:ext uri="{FF2B5EF4-FFF2-40B4-BE49-F238E27FC236}">
                <a16:creationId xmlns:a16="http://schemas.microsoft.com/office/drawing/2014/main" id="{CB4EB4D9-021E-309E-E9AB-13969D402717}"/>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343650"/>
            <a:ext cx="773055" cy="223837"/>
          </a:xfrm>
          <a:prstGeom prst="rect">
            <a:avLst/>
          </a:prstGeom>
        </p:spPr>
      </p:pic>
      <p:sp>
        <p:nvSpPr>
          <p:cNvPr id="4" name="Date Placeholder">
            <a:extLst>
              <a:ext uri="{FF2B5EF4-FFF2-40B4-BE49-F238E27FC236}">
                <a16:creationId xmlns:a16="http://schemas.microsoft.com/office/drawing/2014/main" id="{39B679AE-D173-4857-9656-61C15B78E493}"/>
              </a:ext>
            </a:extLst>
          </p:cNvPr>
          <p:cNvSpPr>
            <a:spLocks noGrp="1"/>
          </p:cNvSpPr>
          <p:nvPr>
            <p:ph type="dt" sz="half" idx="10"/>
          </p:nvPr>
        </p:nvSpPr>
        <p:spPr bwMode="gray"/>
        <p:txBody>
          <a:bodyPr/>
          <a:lstStyle/>
          <a:p>
            <a:fld id="{3C5249AD-DFC4-43F6-A441-B6ACBDBDEF63}" type="datetime1">
              <a:rPr lang="en-US" smtClean="0"/>
              <a:t>5/5/2026</a:t>
            </a:fld>
            <a:endParaRPr lang="en-US" dirty="0"/>
          </a:p>
        </p:txBody>
      </p:sp>
      <p:sp>
        <p:nvSpPr>
          <p:cNvPr id="5" name="Footer Placeholder">
            <a:extLst>
              <a:ext uri="{FF2B5EF4-FFF2-40B4-BE49-F238E27FC236}">
                <a16:creationId xmlns:a16="http://schemas.microsoft.com/office/drawing/2014/main" id="{D444279A-BCE2-4BB7-8BEE-7A06041140C9}"/>
              </a:ext>
            </a:extLst>
          </p:cNvPr>
          <p:cNvSpPr>
            <a:spLocks noGrp="1"/>
          </p:cNvSpPr>
          <p:nvPr>
            <p:ph type="ftr" sz="quarter" idx="11"/>
          </p:nvPr>
        </p:nvSpPr>
        <p:spPr bwMode="gray"/>
        <p:txBody>
          <a:bodyPr/>
          <a:lstStyle/>
          <a:p>
            <a:r>
              <a:rPr lang="en-US" dirty="0"/>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18C9E9B4-49EA-4882-85A5-CCD50D15CDE0}"/>
              </a:ext>
            </a:extLst>
          </p:cNvPr>
          <p:cNvSpPr>
            <a:spLocks noGrp="1"/>
          </p:cNvSpPr>
          <p:nvPr>
            <p:ph type="sldNum" sz="quarter" idx="12"/>
          </p:nvPr>
        </p:nvSpPr>
        <p:spPr bwMode="gray"/>
        <p:txBody>
          <a:bodyPr/>
          <a:lstStyle/>
          <a:p>
            <a:fld id="{03805D93-7D4B-4CBC-BABC-3A8AC08CB7F4}" type="slidenum">
              <a:rPr lang="en-US" smtClean="0"/>
              <a:t>‹#›</a:t>
            </a:fld>
            <a:endParaRPr lang="en-US" dirty="0"/>
          </a:p>
        </p:txBody>
      </p:sp>
    </p:spTree>
    <p:extLst>
      <p:ext uri="{BB962C8B-B14F-4D97-AF65-F5344CB8AC3E}">
        <p14:creationId xmlns:p14="http://schemas.microsoft.com/office/powerpoint/2010/main" val="93370146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844">
          <p15:clr>
            <a:srgbClr val="5ACBF0"/>
          </p15:clr>
        </p15:guide>
        <p15:guide id="2" pos="6576">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Section Header 13">
    <p:bg>
      <p:bgPr>
        <a:solidFill>
          <a:schemeClr val="bg2"/>
        </a:solidFill>
        <a:effectLst/>
      </p:bgPr>
    </p:bg>
    <p:spTree>
      <p:nvGrpSpPr>
        <p:cNvPr id="1" name=""/>
        <p:cNvGrpSpPr/>
        <p:nvPr/>
      </p:nvGrpSpPr>
      <p:grpSpPr>
        <a:xfrm>
          <a:off x="0" y="0"/>
          <a:ext cx="0" cy="0"/>
          <a:chOff x="0" y="0"/>
          <a:chExt cx="0" cy="0"/>
        </a:xfrm>
      </p:grpSpPr>
      <p:sp>
        <p:nvSpPr>
          <p:cNvPr id="13" name="Dynamic O">
            <a:extLst>
              <a:ext uri="{FF2B5EF4-FFF2-40B4-BE49-F238E27FC236}">
                <a16:creationId xmlns:a16="http://schemas.microsoft.com/office/drawing/2014/main" id="{AC0728B4-2591-9F3C-2330-363212598641}"/>
              </a:ext>
              <a:ext uri="{C183D7F6-B498-43B3-948B-1728B52AA6E4}">
                <adec:decorative xmlns:adec="http://schemas.microsoft.com/office/drawing/2017/decorative" val="1"/>
              </a:ext>
            </a:extLst>
          </p:cNvPr>
          <p:cNvSpPr/>
          <p:nvPr/>
        </p:nvSpPr>
        <p:spPr bwMode="gray">
          <a:xfrm>
            <a:off x="9473142" y="0"/>
            <a:ext cx="2718859" cy="6858000"/>
          </a:xfrm>
          <a:custGeom>
            <a:avLst/>
            <a:gdLst>
              <a:gd name="connsiteX0" fmla="*/ 2069828 w 2718859"/>
              <a:gd name="connsiteY0" fmla="*/ 0 h 6858000"/>
              <a:gd name="connsiteX1" fmla="*/ 2718859 w 2718859"/>
              <a:gd name="connsiteY1" fmla="*/ 0 h 6858000"/>
              <a:gd name="connsiteX2" fmla="*/ 2718859 w 2718859"/>
              <a:gd name="connsiteY2" fmla="*/ 1762101 h 6858000"/>
              <a:gd name="connsiteX3" fmla="*/ 2718398 w 2718859"/>
              <a:gd name="connsiteY3" fmla="*/ 1762381 h 6858000"/>
              <a:gd name="connsiteX4" fmla="*/ 1851208 w 2718859"/>
              <a:gd name="connsiteY4" fmla="*/ 3394335 h 6858000"/>
              <a:gd name="connsiteX5" fmla="*/ 2567465 w 2718859"/>
              <a:gd name="connsiteY5" fmla="*/ 4913063 h 6858000"/>
              <a:gd name="connsiteX6" fmla="*/ 2718859 w 2718859"/>
              <a:gd name="connsiteY6" fmla="*/ 5026214 h 6858000"/>
              <a:gd name="connsiteX7" fmla="*/ 2718859 w 2718859"/>
              <a:gd name="connsiteY7" fmla="*/ 6858000 h 6858000"/>
              <a:gd name="connsiteX8" fmla="*/ 2210701 w 2718859"/>
              <a:gd name="connsiteY8" fmla="*/ 6858000 h 6858000"/>
              <a:gd name="connsiteX9" fmla="*/ 2163505 w 2718859"/>
              <a:gd name="connsiteY9" fmla="*/ 6836659 h 6858000"/>
              <a:gd name="connsiteX10" fmla="*/ 0 w 2718859"/>
              <a:gd name="connsiteY10" fmla="*/ 3394335 h 6858000"/>
              <a:gd name="connsiteX11" fmla="*/ 1998841 w 2718859"/>
              <a:gd name="connsiteY11" fmla="*/ 3636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18859" h="6858000">
                <a:moveTo>
                  <a:pt x="2069828" y="0"/>
                </a:moveTo>
                <a:lnTo>
                  <a:pt x="2718859" y="0"/>
                </a:lnTo>
                <a:lnTo>
                  <a:pt x="2718859" y="1762101"/>
                </a:lnTo>
                <a:lnTo>
                  <a:pt x="2718398" y="1762381"/>
                </a:lnTo>
                <a:cubicBezTo>
                  <a:pt x="2195007" y="2115826"/>
                  <a:pt x="1851208" y="2714545"/>
                  <a:pt x="1851208" y="3394335"/>
                </a:cubicBezTo>
                <a:cubicBezTo>
                  <a:pt x="1851208" y="4006147"/>
                  <a:pt x="2130090" y="4552291"/>
                  <a:pt x="2567465" y="4913063"/>
                </a:cubicBezTo>
                <a:lnTo>
                  <a:pt x="2718859" y="5026214"/>
                </a:lnTo>
                <a:lnTo>
                  <a:pt x="2718859" y="6858000"/>
                </a:lnTo>
                <a:lnTo>
                  <a:pt x="2210701" y="6858000"/>
                </a:lnTo>
                <a:lnTo>
                  <a:pt x="2163505" y="6836659"/>
                </a:lnTo>
                <a:cubicBezTo>
                  <a:pt x="883536" y="6219781"/>
                  <a:pt x="0" y="4909972"/>
                  <a:pt x="0" y="3394335"/>
                </a:cubicBezTo>
                <a:cubicBezTo>
                  <a:pt x="0" y="1944596"/>
                  <a:pt x="808377" y="683176"/>
                  <a:pt x="1998841" y="36364"/>
                </a:cubicBezTo>
                <a:close/>
              </a:path>
            </a:pathLst>
          </a:custGeom>
          <a:solidFill>
            <a:schemeClr val="tx2"/>
          </a:solidFill>
          <a:ln w="12811" cap="flat">
            <a:noFill/>
            <a:prstDash val="solid"/>
            <a:miter/>
          </a:ln>
        </p:spPr>
        <p:txBody>
          <a:bodyPr rtlCol="0" anchor="ctr"/>
          <a:lstStyle/>
          <a:p>
            <a:endParaRPr lang="en-US"/>
          </a:p>
        </p:txBody>
      </p:sp>
      <p:sp>
        <p:nvSpPr>
          <p:cNvPr id="2" name="Title">
            <a:extLst>
              <a:ext uri="{FF2B5EF4-FFF2-40B4-BE49-F238E27FC236}">
                <a16:creationId xmlns:a16="http://schemas.microsoft.com/office/drawing/2014/main" id="{8364047E-FA3E-49C2-97F7-5B543041A6B9}"/>
              </a:ext>
            </a:extLst>
          </p:cNvPr>
          <p:cNvSpPr>
            <a:spLocks noGrp="1"/>
          </p:cNvSpPr>
          <p:nvPr>
            <p:ph type="title" hasCustomPrompt="1"/>
          </p:nvPr>
        </p:nvSpPr>
        <p:spPr bwMode="gray">
          <a:xfrm>
            <a:off x="465667" y="2418277"/>
            <a:ext cx="5630333" cy="1218795"/>
          </a:xfrm>
        </p:spPr>
        <p:txBody>
          <a:bodyPr anchor="ctr" anchorCtr="0"/>
          <a:lstStyle>
            <a:lvl1pPr algn="l">
              <a:defRPr sz="4400" b="0" spc="0" baseline="0">
                <a:solidFill>
                  <a:schemeClr val="tx1"/>
                </a:solidFill>
              </a:defRPr>
            </a:lvl1pPr>
          </a:lstStyle>
          <a:p>
            <a:r>
              <a:rPr lang="en-US" dirty="0"/>
              <a:t>Section title; Georgia Pro 44pt, sent. case</a:t>
            </a:r>
          </a:p>
        </p:txBody>
      </p:sp>
      <p:sp>
        <p:nvSpPr>
          <p:cNvPr id="8" name="Picture Placeholder">
            <a:extLst>
              <a:ext uri="{FF2B5EF4-FFF2-40B4-BE49-F238E27FC236}">
                <a16:creationId xmlns:a16="http://schemas.microsoft.com/office/drawing/2014/main" id="{FE81ABCA-5D37-ECA2-D05A-2E2C8ECB6EBE}"/>
              </a:ext>
            </a:extLst>
          </p:cNvPr>
          <p:cNvSpPr>
            <a:spLocks noGrp="1"/>
          </p:cNvSpPr>
          <p:nvPr>
            <p:ph type="pic" sz="quarter" idx="13" hasCustomPrompt="1"/>
          </p:nvPr>
        </p:nvSpPr>
        <p:spPr bwMode="gray">
          <a:xfrm>
            <a:off x="6419850" y="274320"/>
            <a:ext cx="5486400" cy="6583680"/>
          </a:xfrm>
        </p:spPr>
        <p:txBody>
          <a:bodyPr lIns="457200" rIns="457200"/>
          <a:lstStyle>
            <a:lvl1pPr algn="ctr">
              <a:defRPr sz="1400"/>
            </a:lvl1pPr>
          </a:lstStyle>
          <a:p>
            <a:br>
              <a:rPr lang="en-US" dirty="0"/>
            </a:br>
            <a:r>
              <a:rPr lang="en-US" dirty="0"/>
              <a:t>Traditional, grayscale portraiture with removed background to be inserted into this placeholder with unchanged dimensions (7.2” H x 6.0” W). </a:t>
            </a:r>
            <a:br>
              <a:rPr lang="en-US" dirty="0"/>
            </a:br>
            <a:br>
              <a:rPr lang="en-US" dirty="0"/>
            </a:br>
            <a:r>
              <a:rPr lang="en-US" dirty="0"/>
              <a:t>To access brand approved photography, visit: brand.optum.com/content/photography-new.</a:t>
            </a:r>
            <a:br>
              <a:rPr lang="en-US" dirty="0"/>
            </a:br>
            <a:br>
              <a:rPr lang="en-US" dirty="0"/>
            </a:br>
            <a:br>
              <a:rPr lang="en-US" dirty="0"/>
            </a:br>
            <a:r>
              <a:rPr lang="en-US" dirty="0"/>
              <a:t>DO NOT use Copilot inserted imagery.</a:t>
            </a:r>
          </a:p>
          <a:p>
            <a:endParaRPr lang="en-US" dirty="0"/>
          </a:p>
          <a:p>
            <a:endParaRPr lang="en-US" dirty="0"/>
          </a:p>
        </p:txBody>
      </p:sp>
      <p:pic>
        <p:nvPicPr>
          <p:cNvPr id="9" name="Optum Logo" descr="Optum">
            <a:extLst>
              <a:ext uri="{FF2B5EF4-FFF2-40B4-BE49-F238E27FC236}">
                <a16:creationId xmlns:a16="http://schemas.microsoft.com/office/drawing/2014/main" id="{E26ADF6D-5767-1CA6-A7AA-4DF77A8D44B2}"/>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343650"/>
            <a:ext cx="773055" cy="223837"/>
          </a:xfrm>
          <a:prstGeom prst="rect">
            <a:avLst/>
          </a:prstGeom>
        </p:spPr>
      </p:pic>
      <p:sp>
        <p:nvSpPr>
          <p:cNvPr id="4" name="Date Placeholder">
            <a:extLst>
              <a:ext uri="{FF2B5EF4-FFF2-40B4-BE49-F238E27FC236}">
                <a16:creationId xmlns:a16="http://schemas.microsoft.com/office/drawing/2014/main" id="{39B679AE-D173-4857-9656-61C15B78E493}"/>
              </a:ext>
            </a:extLst>
          </p:cNvPr>
          <p:cNvSpPr>
            <a:spLocks noGrp="1"/>
          </p:cNvSpPr>
          <p:nvPr>
            <p:ph type="dt" sz="half" idx="10"/>
          </p:nvPr>
        </p:nvSpPr>
        <p:spPr bwMode="gray"/>
        <p:txBody>
          <a:bodyPr/>
          <a:lstStyle/>
          <a:p>
            <a:fld id="{3C5249AD-DFC4-43F6-A441-B6ACBDBDEF63}" type="datetime1">
              <a:rPr lang="en-US" smtClean="0"/>
              <a:t>5/5/2026</a:t>
            </a:fld>
            <a:endParaRPr lang="en-US" dirty="0"/>
          </a:p>
        </p:txBody>
      </p:sp>
      <p:sp>
        <p:nvSpPr>
          <p:cNvPr id="5" name="Footer Placeholder">
            <a:extLst>
              <a:ext uri="{FF2B5EF4-FFF2-40B4-BE49-F238E27FC236}">
                <a16:creationId xmlns:a16="http://schemas.microsoft.com/office/drawing/2014/main" id="{D444279A-BCE2-4BB7-8BEE-7A06041140C9}"/>
              </a:ext>
            </a:extLst>
          </p:cNvPr>
          <p:cNvSpPr>
            <a:spLocks noGrp="1"/>
          </p:cNvSpPr>
          <p:nvPr>
            <p:ph type="ftr" sz="quarter" idx="11"/>
          </p:nvPr>
        </p:nvSpPr>
        <p:spPr bwMode="gray"/>
        <p:txBody>
          <a:bodyPr/>
          <a:lstStyle/>
          <a:p>
            <a:r>
              <a:rPr lang="en-US" dirty="0"/>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18C9E9B4-49EA-4882-85A5-CCD50D15CDE0}"/>
              </a:ext>
            </a:extLst>
          </p:cNvPr>
          <p:cNvSpPr>
            <a:spLocks noGrp="1"/>
          </p:cNvSpPr>
          <p:nvPr>
            <p:ph type="sldNum" sz="quarter" idx="12"/>
          </p:nvPr>
        </p:nvSpPr>
        <p:spPr bwMode="gray"/>
        <p:txBody>
          <a:bodyPr/>
          <a:lstStyle/>
          <a:p>
            <a:fld id="{03805D93-7D4B-4CBC-BABC-3A8AC08CB7F4}" type="slidenum">
              <a:rPr lang="en-US" smtClean="0"/>
              <a:t>‹#›</a:t>
            </a:fld>
            <a:endParaRPr lang="en-US" dirty="0"/>
          </a:p>
        </p:txBody>
      </p:sp>
    </p:spTree>
    <p:extLst>
      <p:ext uri="{BB962C8B-B14F-4D97-AF65-F5344CB8AC3E}">
        <p14:creationId xmlns:p14="http://schemas.microsoft.com/office/powerpoint/2010/main" val="200766427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844">
          <p15:clr>
            <a:srgbClr val="5ACBF0"/>
          </p15:clr>
        </p15:guide>
        <p15:guide id="2" pos="6576">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   ___   ">
    <p:bg bwMode="gray">
      <p:bgPr>
        <a:solidFill>
          <a:srgbClr val="7030A0"/>
        </a:solidFill>
        <a:effectLst/>
      </p:bgPr>
    </p:bg>
    <p:spTree>
      <p:nvGrpSpPr>
        <p:cNvPr id="1" name=""/>
        <p:cNvGrpSpPr/>
        <p:nvPr/>
      </p:nvGrpSpPr>
      <p:grpSpPr>
        <a:xfrm>
          <a:off x="0" y="0"/>
          <a:ext cx="0" cy="0"/>
          <a:chOff x="0" y="0"/>
          <a:chExt cx="0" cy="0"/>
        </a:xfrm>
      </p:grpSpPr>
      <p:sp>
        <p:nvSpPr>
          <p:cNvPr id="5" name="TextBox 1">
            <a:extLst>
              <a:ext uri="{FF2B5EF4-FFF2-40B4-BE49-F238E27FC236}">
                <a16:creationId xmlns:a16="http://schemas.microsoft.com/office/drawing/2014/main" id="{3A455D22-8446-4F14-AA52-97E668DEC836}"/>
              </a:ext>
            </a:extLst>
          </p:cNvPr>
          <p:cNvSpPr txBox="1"/>
          <p:nvPr userDrawn="1"/>
        </p:nvSpPr>
        <p:spPr bwMode="gray">
          <a:xfrm>
            <a:off x="742998" y="1351508"/>
            <a:ext cx="9891327" cy="4154984"/>
          </a:xfrm>
          <a:prstGeom prst="rect">
            <a:avLst/>
          </a:prstGeom>
          <a:noFill/>
        </p:spPr>
        <p:txBody>
          <a:bodyPr wrap="square" lIns="0" tIns="0" rIns="0" bIns="0" rtlCol="0">
            <a:spAutoFit/>
          </a:bodyPr>
          <a:lstStyle/>
          <a:p>
            <a:pPr>
              <a:lnSpc>
                <a:spcPct val="90000"/>
              </a:lnSpc>
              <a:spcBef>
                <a:spcPts val="0"/>
              </a:spcBef>
            </a:pPr>
            <a:r>
              <a:rPr lang="en-US" sz="15000" b="1" dirty="0">
                <a:solidFill>
                  <a:schemeClr val="bg1"/>
                </a:solidFill>
              </a:rPr>
              <a:t>Layouts </a:t>
            </a:r>
            <a:r>
              <a:rPr lang="en-US" sz="15000" b="0" dirty="0">
                <a:solidFill>
                  <a:schemeClr val="bg1"/>
                </a:solidFill>
              </a:rPr>
              <a:t>(Themes)</a:t>
            </a:r>
            <a:endParaRPr lang="en-US" sz="15000" b="1" dirty="0">
              <a:solidFill>
                <a:schemeClr val="bg1"/>
              </a:solidFill>
            </a:endParaRPr>
          </a:p>
        </p:txBody>
      </p:sp>
      <p:cxnSp>
        <p:nvCxnSpPr>
          <p:cNvPr id="4" name="Arrow">
            <a:extLst>
              <a:ext uri="{FF2B5EF4-FFF2-40B4-BE49-F238E27FC236}">
                <a16:creationId xmlns:a16="http://schemas.microsoft.com/office/drawing/2014/main" id="{9FFBF798-5E41-4C4C-8019-BFB1C5FBD16F}"/>
              </a:ext>
              <a:ext uri="{C183D7F6-B498-43B3-948B-1728B52AA6E4}">
                <adec:decorative xmlns:adec="http://schemas.microsoft.com/office/drawing/2017/decorative" val="1"/>
              </a:ext>
            </a:extLst>
          </p:cNvPr>
          <p:cNvCxnSpPr>
            <a:cxnSpLocks/>
          </p:cNvCxnSpPr>
          <p:nvPr userDrawn="1"/>
        </p:nvCxnSpPr>
        <p:spPr bwMode="gray">
          <a:xfrm>
            <a:off x="9497148" y="3429000"/>
            <a:ext cx="1951854" cy="0"/>
          </a:xfrm>
          <a:prstGeom prst="line">
            <a:avLst/>
          </a:prstGeom>
          <a:ln w="317500" cap="rnd">
            <a:solidFill>
              <a:schemeClr val="bg1"/>
            </a:solidFill>
            <a:round/>
            <a:tailEnd type="arrow" w="lg"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842377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cxnSp>
        <p:nvCxnSpPr>
          <p:cNvPr id="6" name="Stroke">
            <a:extLst>
              <a:ext uri="{FF2B5EF4-FFF2-40B4-BE49-F238E27FC236}">
                <a16:creationId xmlns:a16="http://schemas.microsoft.com/office/drawing/2014/main" id="{BD9CD311-D0CD-8EE2-3CD8-1761BC046561}"/>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CB1C8E8B-99F0-45A8-BCAB-DBB719616F12}"/>
              </a:ext>
            </a:extLst>
          </p:cNvPr>
          <p:cNvSpPr>
            <a:spLocks noGrp="1"/>
          </p:cNvSpPr>
          <p:nvPr>
            <p:ph type="title" hasCustomPrompt="1"/>
          </p:nvPr>
        </p:nvSpPr>
        <p:spPr bwMode="gray">
          <a:xfrm>
            <a:off x="467926" y="555639"/>
            <a:ext cx="9601200" cy="304699"/>
          </a:xfrm>
        </p:spPr>
        <p:txBody>
          <a:bodyPr/>
          <a:lstStyle>
            <a:lvl1pPr>
              <a:defRPr b="0">
                <a:solidFill>
                  <a:schemeClr val="tx1"/>
                </a:solidFill>
                <a:latin typeface="+mj-lt"/>
              </a:defRPr>
            </a:lvl1pPr>
          </a:lstStyle>
          <a:p>
            <a:r>
              <a:rPr lang="en-US" dirty="0"/>
              <a:t>Slide title; Georgia Pro 22pt, sent. case (1 line)</a:t>
            </a:r>
          </a:p>
        </p:txBody>
      </p:sp>
      <p:sp>
        <p:nvSpPr>
          <p:cNvPr id="3" name="Date Placeholder">
            <a:extLst>
              <a:ext uri="{FF2B5EF4-FFF2-40B4-BE49-F238E27FC236}">
                <a16:creationId xmlns:a16="http://schemas.microsoft.com/office/drawing/2014/main" id="{8A49B71C-EE28-4F4C-994D-7E3486111388}"/>
              </a:ext>
            </a:extLst>
          </p:cNvPr>
          <p:cNvSpPr>
            <a:spLocks noGrp="1"/>
          </p:cNvSpPr>
          <p:nvPr>
            <p:ph type="dt" sz="half" idx="10"/>
          </p:nvPr>
        </p:nvSpPr>
        <p:spPr bwMode="gray"/>
        <p:txBody>
          <a:bodyPr/>
          <a:lstStyle/>
          <a:p>
            <a:fld id="{3230BBAE-C76A-4CE6-8EE2-113DEECEF41D}" type="datetime1">
              <a:rPr lang="en-US" smtClean="0"/>
              <a:t>5/5/2026</a:t>
            </a:fld>
            <a:endParaRPr lang="en-US" dirty="0"/>
          </a:p>
        </p:txBody>
      </p:sp>
      <p:sp>
        <p:nvSpPr>
          <p:cNvPr id="4" name="Footer Placeholder">
            <a:extLst>
              <a:ext uri="{FF2B5EF4-FFF2-40B4-BE49-F238E27FC236}">
                <a16:creationId xmlns:a16="http://schemas.microsoft.com/office/drawing/2014/main" id="{F7BFA8CA-0947-4A58-87AE-004F617F47B1}"/>
              </a:ext>
            </a:extLst>
          </p:cNvPr>
          <p:cNvSpPr>
            <a:spLocks noGrp="1"/>
          </p:cNvSpPr>
          <p:nvPr>
            <p:ph type="ftr" sz="quarter" idx="11"/>
          </p:nvPr>
        </p:nvSpPr>
        <p:spPr bwMode="gray"/>
        <p:txBody>
          <a:bodyPr/>
          <a:lstStyle/>
          <a:p>
            <a:r>
              <a:rPr lang="en-US" dirty="0"/>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C408F62C-9090-4EA7-BBD2-481410405BBE}"/>
              </a:ext>
            </a:extLst>
          </p:cNvPr>
          <p:cNvSpPr>
            <a:spLocks noGrp="1"/>
          </p:cNvSpPr>
          <p:nvPr>
            <p:ph type="sldNum" sz="quarter" idx="12"/>
          </p:nvPr>
        </p:nvSpPr>
        <p:spPr bwMode="gray"/>
        <p:txBody>
          <a:bodyPr/>
          <a:lstStyle/>
          <a:p>
            <a:fld id="{03805D93-7D4B-4CBC-BABC-3A8AC08CB7F4}" type="slidenum">
              <a:rPr lang="en-US" smtClean="0"/>
              <a:t>‹#›</a:t>
            </a:fld>
            <a:endParaRPr lang="en-US" dirty="0"/>
          </a:p>
        </p:txBody>
      </p:sp>
    </p:spTree>
    <p:extLst>
      <p:ext uri="{BB962C8B-B14F-4D97-AF65-F5344CB8AC3E}">
        <p14:creationId xmlns:p14="http://schemas.microsoft.com/office/powerpoint/2010/main" val="3921952818"/>
      </p:ext>
    </p:extLst>
  </p:cSld>
  <p:clrMapOvr>
    <a:masterClrMapping/>
  </p:clrMapOvr>
  <p:extLst>
    <p:ext uri="{DCECCB84-F9BA-43D5-87BE-67443E8EF086}">
      <p15:sldGuideLst xmlns:p15="http://schemas.microsoft.com/office/powerpoint/2012/main">
        <p15:guide id="1" orient="horz" pos="3776">
          <p15:clr>
            <a:srgbClr val="5ACBF0"/>
          </p15:clr>
        </p15:guide>
        <p15:guide id="2" orient="horz" pos="792">
          <p15:clr>
            <a:srgbClr val="5ACBF0"/>
          </p15:clr>
        </p15:guide>
        <p15:guide id="3" orient="horz" pos="344">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Only, Photo">
    <p:spTree>
      <p:nvGrpSpPr>
        <p:cNvPr id="1" name=""/>
        <p:cNvGrpSpPr/>
        <p:nvPr/>
      </p:nvGrpSpPr>
      <p:grpSpPr>
        <a:xfrm>
          <a:off x="0" y="0"/>
          <a:ext cx="0" cy="0"/>
          <a:chOff x="0" y="0"/>
          <a:chExt cx="0" cy="0"/>
        </a:xfrm>
      </p:grpSpPr>
      <p:cxnSp>
        <p:nvCxnSpPr>
          <p:cNvPr id="6" name="Stroke">
            <a:extLst>
              <a:ext uri="{FF2B5EF4-FFF2-40B4-BE49-F238E27FC236}">
                <a16:creationId xmlns:a16="http://schemas.microsoft.com/office/drawing/2014/main" id="{BD9CD311-D0CD-8EE2-3CD8-1761BC046561}"/>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CB1C8E8B-99F0-45A8-BCAB-DBB719616F12}"/>
              </a:ext>
            </a:extLst>
          </p:cNvPr>
          <p:cNvSpPr>
            <a:spLocks noGrp="1"/>
          </p:cNvSpPr>
          <p:nvPr>
            <p:ph type="title" hasCustomPrompt="1"/>
          </p:nvPr>
        </p:nvSpPr>
        <p:spPr bwMode="gray">
          <a:xfrm>
            <a:off x="467926" y="555639"/>
            <a:ext cx="6726624" cy="304699"/>
          </a:xfrm>
        </p:spPr>
        <p:txBody>
          <a:bodyPr/>
          <a:lstStyle>
            <a:lvl1pPr>
              <a:defRPr b="0">
                <a:solidFill>
                  <a:schemeClr val="tx1"/>
                </a:solidFill>
                <a:latin typeface="+mj-lt"/>
              </a:defRPr>
            </a:lvl1pPr>
          </a:lstStyle>
          <a:p>
            <a:r>
              <a:rPr lang="en-US" dirty="0"/>
              <a:t>Slide title; Georgia Pro 22pt, sent. case (1 line)</a:t>
            </a:r>
          </a:p>
        </p:txBody>
      </p:sp>
      <p:sp>
        <p:nvSpPr>
          <p:cNvPr id="9" name="Picture Placeholder">
            <a:extLst>
              <a:ext uri="{FF2B5EF4-FFF2-40B4-BE49-F238E27FC236}">
                <a16:creationId xmlns:a16="http://schemas.microsoft.com/office/drawing/2014/main" id="{8FD5E99F-A0CE-C07B-347B-4E35F401E345}"/>
              </a:ext>
            </a:extLst>
          </p:cNvPr>
          <p:cNvSpPr>
            <a:spLocks noGrp="1"/>
          </p:cNvSpPr>
          <p:nvPr>
            <p:ph type="pic" sz="quarter" idx="13" hasCustomPrompt="1"/>
          </p:nvPr>
        </p:nvSpPr>
        <p:spPr bwMode="gray">
          <a:xfrm>
            <a:off x="7528560" y="0"/>
            <a:ext cx="4663440" cy="6858000"/>
          </a:xfrm>
        </p:spPr>
        <p:txBody>
          <a:bodyPr lIns="457200" rIns="457200"/>
          <a:lstStyle>
            <a:lvl1pPr algn="ctr">
              <a:defRPr sz="1400"/>
            </a:lvl1pPr>
          </a:lstStyle>
          <a:p>
            <a:br>
              <a:rPr lang="en-US" dirty="0"/>
            </a:br>
            <a:r>
              <a:rPr lang="en-US" dirty="0"/>
              <a:t>Photography should be inserted into this placeholder with unchanged dimensions (7.5” H x 5.1” W). </a:t>
            </a:r>
            <a:br>
              <a:rPr lang="en-US" dirty="0"/>
            </a:br>
            <a:br>
              <a:rPr lang="en-US" dirty="0"/>
            </a:br>
            <a:r>
              <a:rPr lang="en-US" dirty="0"/>
              <a:t>To access brand approved photography, visit: brand.optum.com/content/photography-new.</a:t>
            </a:r>
            <a:br>
              <a:rPr lang="en-US" dirty="0"/>
            </a:br>
            <a:br>
              <a:rPr lang="en-US" dirty="0"/>
            </a:br>
            <a:br>
              <a:rPr lang="en-US" dirty="0"/>
            </a:br>
            <a:r>
              <a:rPr lang="en-US" dirty="0"/>
              <a:t>DO NOT use Copilot inserted imagery.</a:t>
            </a:r>
          </a:p>
          <a:p>
            <a:endParaRPr lang="en-US" dirty="0"/>
          </a:p>
          <a:p>
            <a:endParaRPr lang="en-US" dirty="0"/>
          </a:p>
          <a:p>
            <a:endParaRPr lang="en-US" dirty="0"/>
          </a:p>
        </p:txBody>
      </p:sp>
      <p:sp>
        <p:nvSpPr>
          <p:cNvPr id="10" name="Page # Hide Box">
            <a:extLst>
              <a:ext uri="{FF2B5EF4-FFF2-40B4-BE49-F238E27FC236}">
                <a16:creationId xmlns:a16="http://schemas.microsoft.com/office/drawing/2014/main" id="{3A3E004B-6BE7-6816-DB37-9CA2FEFA1422}"/>
              </a:ext>
              <a:ext uri="{C183D7F6-B498-43B3-948B-1728B52AA6E4}">
                <adec:decorative xmlns:adec="http://schemas.microsoft.com/office/drawing/2017/decorative" val="1"/>
              </a:ext>
            </a:extLst>
          </p:cNvPr>
          <p:cNvSpPr/>
          <p:nvPr userDrawn="1"/>
        </p:nvSpPr>
        <p:spPr bwMode="gray">
          <a:xfrm>
            <a:off x="11347450" y="6362700"/>
            <a:ext cx="463550" cy="222250"/>
          </a:xfrm>
          <a:prstGeom prst="rect">
            <a:avLst/>
          </a:prstGeom>
          <a:solidFill>
            <a:schemeClr val="bg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3" name="Date Placeholder">
            <a:extLst>
              <a:ext uri="{FF2B5EF4-FFF2-40B4-BE49-F238E27FC236}">
                <a16:creationId xmlns:a16="http://schemas.microsoft.com/office/drawing/2014/main" id="{8A49B71C-EE28-4F4C-994D-7E3486111388}"/>
              </a:ext>
            </a:extLst>
          </p:cNvPr>
          <p:cNvSpPr>
            <a:spLocks noGrp="1"/>
          </p:cNvSpPr>
          <p:nvPr>
            <p:ph type="dt" sz="half" idx="10"/>
          </p:nvPr>
        </p:nvSpPr>
        <p:spPr bwMode="gray"/>
        <p:txBody>
          <a:bodyPr/>
          <a:lstStyle/>
          <a:p>
            <a:fld id="{3230BBAE-C76A-4CE6-8EE2-113DEECEF41D}" type="datetime1">
              <a:rPr lang="en-US" smtClean="0"/>
              <a:t>5/5/2026</a:t>
            </a:fld>
            <a:endParaRPr lang="en-US" dirty="0"/>
          </a:p>
        </p:txBody>
      </p:sp>
      <p:sp>
        <p:nvSpPr>
          <p:cNvPr id="4" name="Footer Placeholder">
            <a:extLst>
              <a:ext uri="{FF2B5EF4-FFF2-40B4-BE49-F238E27FC236}">
                <a16:creationId xmlns:a16="http://schemas.microsoft.com/office/drawing/2014/main" id="{F7BFA8CA-0947-4A58-87AE-004F617F47B1}"/>
              </a:ext>
            </a:extLst>
          </p:cNvPr>
          <p:cNvSpPr>
            <a:spLocks noGrp="1"/>
          </p:cNvSpPr>
          <p:nvPr>
            <p:ph type="ftr" sz="quarter" idx="11"/>
          </p:nvPr>
        </p:nvSpPr>
        <p:spPr bwMode="gray"/>
        <p:txBody>
          <a:bodyPr/>
          <a:lstStyle/>
          <a:p>
            <a:r>
              <a:rPr lang="en-US" dirty="0"/>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C408F62C-9090-4EA7-BBD2-481410405BBE}"/>
              </a:ext>
            </a:extLst>
          </p:cNvPr>
          <p:cNvSpPr>
            <a:spLocks noGrp="1"/>
          </p:cNvSpPr>
          <p:nvPr>
            <p:ph type="sldNum" sz="quarter" idx="12"/>
          </p:nvPr>
        </p:nvSpPr>
        <p:spPr bwMode="gray"/>
        <p:txBody>
          <a:bodyPr/>
          <a:lstStyle/>
          <a:p>
            <a:fld id="{03805D93-7D4B-4CBC-BABC-3A8AC08CB7F4}" type="slidenum">
              <a:rPr lang="en-US" smtClean="0"/>
              <a:t>‹#›</a:t>
            </a:fld>
            <a:endParaRPr lang="en-US" dirty="0"/>
          </a:p>
        </p:txBody>
      </p:sp>
    </p:spTree>
    <p:extLst>
      <p:ext uri="{BB962C8B-B14F-4D97-AF65-F5344CB8AC3E}">
        <p14:creationId xmlns:p14="http://schemas.microsoft.com/office/powerpoint/2010/main" val="2169367984"/>
      </p:ext>
    </p:extLst>
  </p:cSld>
  <p:clrMapOvr>
    <a:masterClrMapping/>
  </p:clrMapOvr>
  <p:extLst>
    <p:ext uri="{DCECCB84-F9BA-43D5-87BE-67443E8EF086}">
      <p15:sldGuideLst xmlns:p15="http://schemas.microsoft.com/office/powerpoint/2012/main">
        <p15:guide id="1" orient="horz" pos="3776">
          <p15:clr>
            <a:srgbClr val="5ACBF0"/>
          </p15:clr>
        </p15:guide>
        <p15:guide id="2" orient="horz" pos="792">
          <p15:clr>
            <a:srgbClr val="5ACBF0"/>
          </p15:clr>
        </p15:guide>
        <p15:guide id="3" orient="horz" pos="344">
          <p15:clr>
            <a:srgbClr val="5ACBF0"/>
          </p15:clr>
        </p15:guide>
        <p15:guide id="4" pos="4532">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Subhead">
    <p:bg>
      <p:bgPr>
        <a:solidFill>
          <a:schemeClr val="bg1"/>
        </a:solidFill>
        <a:effectLst/>
      </p:bgPr>
    </p:bg>
    <p:spTree>
      <p:nvGrpSpPr>
        <p:cNvPr id="1" name=""/>
        <p:cNvGrpSpPr/>
        <p:nvPr/>
      </p:nvGrpSpPr>
      <p:grpSpPr>
        <a:xfrm>
          <a:off x="0" y="0"/>
          <a:ext cx="0" cy="0"/>
          <a:chOff x="0" y="0"/>
          <a:chExt cx="0" cy="0"/>
        </a:xfrm>
      </p:grpSpPr>
      <p:cxnSp>
        <p:nvCxnSpPr>
          <p:cNvPr id="6" name="Stroke">
            <a:extLst>
              <a:ext uri="{FF2B5EF4-FFF2-40B4-BE49-F238E27FC236}">
                <a16:creationId xmlns:a16="http://schemas.microsoft.com/office/drawing/2014/main" id="{266EA5F6-52DD-F020-8B7F-3337B9396908}"/>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70871777-1CC4-46CB-8EB7-B1DE3217D445}"/>
              </a:ext>
            </a:extLst>
          </p:cNvPr>
          <p:cNvSpPr>
            <a:spLocks noGrp="1"/>
          </p:cNvSpPr>
          <p:nvPr>
            <p:ph type="title" hasCustomPrompt="1"/>
          </p:nvPr>
        </p:nvSpPr>
        <p:spPr bwMode="gray">
          <a:xfrm>
            <a:off x="467927" y="555639"/>
            <a:ext cx="9601200" cy="304699"/>
          </a:xfrm>
        </p:spPr>
        <p:txBody>
          <a:bodyPr/>
          <a:lstStyle>
            <a:lvl1pPr>
              <a:defRPr b="0">
                <a:solidFill>
                  <a:schemeClr val="tx1"/>
                </a:solidFill>
                <a:latin typeface="+mj-lt"/>
              </a:defRPr>
            </a:lvl1pPr>
          </a:lstStyle>
          <a:p>
            <a:r>
              <a:rPr lang="en-US" dirty="0"/>
              <a:t>Slide title; Georgia Pro 22pt, sentence case (1 line)</a:t>
            </a:r>
          </a:p>
        </p:txBody>
      </p:sp>
      <p:sp>
        <p:nvSpPr>
          <p:cNvPr id="8" name="Subtitle Placeholder">
            <a:extLst>
              <a:ext uri="{FF2B5EF4-FFF2-40B4-BE49-F238E27FC236}">
                <a16:creationId xmlns:a16="http://schemas.microsoft.com/office/drawing/2014/main" id="{760BD2C6-F5E4-43C7-9A69-D1113FFABFA9}"/>
              </a:ext>
            </a:extLst>
          </p:cNvPr>
          <p:cNvSpPr>
            <a:spLocks noGrp="1"/>
          </p:cNvSpPr>
          <p:nvPr>
            <p:ph type="body" sz="quarter" idx="13" hasCustomPrompt="1"/>
          </p:nvPr>
        </p:nvSpPr>
        <p:spPr bwMode="gray">
          <a:xfrm>
            <a:off x="467926" y="958653"/>
            <a:ext cx="9601200" cy="246221"/>
          </a:xfrm>
        </p:spPr>
        <p:txBody>
          <a:bodyPr wrap="square">
            <a:spAutoFit/>
          </a:bodyPr>
          <a:lstStyle>
            <a:lvl1pPr>
              <a:lnSpc>
                <a:spcPct val="100000"/>
              </a:lnSpc>
              <a:spcBef>
                <a:spcPts val="0"/>
              </a:spcBef>
              <a:defRPr sz="1600" b="0">
                <a:solidFill>
                  <a:schemeClr val="tx1"/>
                </a:solidFill>
              </a:defRPr>
            </a:lvl1pPr>
          </a:lstStyle>
          <a:p>
            <a:pPr lvl="0"/>
            <a:r>
              <a:rPr lang="en-US" dirty="0"/>
              <a:t>Slide subtitle; Arial 16pt, sentence case (multi-line)</a:t>
            </a:r>
          </a:p>
        </p:txBody>
      </p:sp>
      <p:sp>
        <p:nvSpPr>
          <p:cNvPr id="3" name="Date Placeholder">
            <a:extLst>
              <a:ext uri="{FF2B5EF4-FFF2-40B4-BE49-F238E27FC236}">
                <a16:creationId xmlns:a16="http://schemas.microsoft.com/office/drawing/2014/main" id="{76B3DF85-06AB-4D09-9458-B0A4DE468FDB}"/>
              </a:ext>
            </a:extLst>
          </p:cNvPr>
          <p:cNvSpPr>
            <a:spLocks noGrp="1"/>
          </p:cNvSpPr>
          <p:nvPr>
            <p:ph type="dt" sz="half" idx="10"/>
          </p:nvPr>
        </p:nvSpPr>
        <p:spPr bwMode="gray"/>
        <p:txBody>
          <a:bodyPr/>
          <a:lstStyle/>
          <a:p>
            <a:fld id="{A484B163-B259-43E8-837E-94CD4522CD39}" type="datetime1">
              <a:rPr lang="en-US" smtClean="0"/>
              <a:t>5/5/2026</a:t>
            </a:fld>
            <a:endParaRPr lang="en-US" dirty="0"/>
          </a:p>
        </p:txBody>
      </p:sp>
      <p:sp>
        <p:nvSpPr>
          <p:cNvPr id="4" name="Footer Placeholder">
            <a:extLst>
              <a:ext uri="{FF2B5EF4-FFF2-40B4-BE49-F238E27FC236}">
                <a16:creationId xmlns:a16="http://schemas.microsoft.com/office/drawing/2014/main" id="{20A558EA-9255-4DE1-B9D1-B0557684C783}"/>
              </a:ext>
            </a:extLst>
          </p:cNvPr>
          <p:cNvSpPr>
            <a:spLocks noGrp="1"/>
          </p:cNvSpPr>
          <p:nvPr>
            <p:ph type="ftr" sz="quarter" idx="11"/>
          </p:nvPr>
        </p:nvSpPr>
        <p:spPr bwMode="gray"/>
        <p:txBody>
          <a:bodyPr/>
          <a:lstStyle/>
          <a:p>
            <a:r>
              <a:rPr lang="en-US" dirty="0"/>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CFBBDC95-8D51-42CB-B4C0-9B8E3C030FAA}"/>
              </a:ext>
            </a:extLst>
          </p:cNvPr>
          <p:cNvSpPr>
            <a:spLocks noGrp="1"/>
          </p:cNvSpPr>
          <p:nvPr>
            <p:ph type="sldNum" sz="quarter" idx="12"/>
          </p:nvPr>
        </p:nvSpPr>
        <p:spPr bwMode="gray"/>
        <p:txBody>
          <a:bodyPr/>
          <a:lstStyle/>
          <a:p>
            <a:fld id="{03805D93-7D4B-4CBC-BABC-3A8AC08CB7F4}" type="slidenum">
              <a:rPr lang="en-US" smtClean="0"/>
              <a:pPr/>
              <a:t>‹#›</a:t>
            </a:fld>
            <a:endParaRPr lang="en-US" dirty="0"/>
          </a:p>
        </p:txBody>
      </p:sp>
    </p:spTree>
    <p:extLst>
      <p:ext uri="{BB962C8B-B14F-4D97-AF65-F5344CB8AC3E}">
        <p14:creationId xmlns:p14="http://schemas.microsoft.com/office/powerpoint/2010/main" val="2612919011"/>
      </p:ext>
    </p:extLst>
  </p:cSld>
  <p:clrMapOvr>
    <a:masterClrMapping/>
  </p:clrMapOvr>
  <p:extLst>
    <p:ext uri="{DCECCB84-F9BA-43D5-87BE-67443E8EF086}">
      <p15:sldGuideLst xmlns:p15="http://schemas.microsoft.com/office/powerpoint/2012/main">
        <p15:guide id="1" orient="horz" pos="3776">
          <p15:clr>
            <a:srgbClr val="5ACBF0"/>
          </p15:clr>
        </p15:guide>
        <p15:guide id="2" orient="horz" pos="600">
          <p15:clr>
            <a:srgbClr val="5ACBF0"/>
          </p15:clr>
        </p15:guide>
        <p15:guide id="3" orient="horz" pos="1013">
          <p15:clr>
            <a:srgbClr val="5ACBF0"/>
          </p15:clr>
        </p15:guide>
        <p15:guide id="4" orient="horz" pos="344">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Title Only, Two Lines">
    <p:spTree>
      <p:nvGrpSpPr>
        <p:cNvPr id="1" name=""/>
        <p:cNvGrpSpPr/>
        <p:nvPr/>
      </p:nvGrpSpPr>
      <p:grpSpPr>
        <a:xfrm>
          <a:off x="0" y="0"/>
          <a:ext cx="0" cy="0"/>
          <a:chOff x="0" y="0"/>
          <a:chExt cx="0" cy="0"/>
        </a:xfrm>
      </p:grpSpPr>
      <p:cxnSp>
        <p:nvCxnSpPr>
          <p:cNvPr id="3" name="Stroke">
            <a:extLst>
              <a:ext uri="{FF2B5EF4-FFF2-40B4-BE49-F238E27FC236}">
                <a16:creationId xmlns:a16="http://schemas.microsoft.com/office/drawing/2014/main" id="{E3627FD8-2BEA-EF2B-FF9D-49C0B5BD5854}"/>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CB1C8E8B-99F0-45A8-BCAB-DBB719616F12}"/>
              </a:ext>
            </a:extLst>
          </p:cNvPr>
          <p:cNvSpPr>
            <a:spLocks noGrp="1"/>
          </p:cNvSpPr>
          <p:nvPr>
            <p:ph type="title" hasCustomPrompt="1"/>
          </p:nvPr>
        </p:nvSpPr>
        <p:spPr bwMode="gray">
          <a:xfrm>
            <a:off x="467926" y="555639"/>
            <a:ext cx="9601200" cy="609398"/>
          </a:xfrm>
        </p:spPr>
        <p:txBody>
          <a:bodyPr/>
          <a:lstStyle>
            <a:lvl1pPr>
              <a:defRPr b="0">
                <a:solidFill>
                  <a:schemeClr val="tx1"/>
                </a:solidFill>
                <a:latin typeface="+mj-lt"/>
              </a:defRPr>
            </a:lvl1pPr>
          </a:lstStyle>
          <a:p>
            <a:r>
              <a:rPr lang="en-US" dirty="0"/>
              <a:t>Slide title; Georgia Pro 22pt, sentence case. This layout accommodates a slide title that extends downward to a second line (max. 2 lines).</a:t>
            </a:r>
          </a:p>
        </p:txBody>
      </p:sp>
      <p:sp>
        <p:nvSpPr>
          <p:cNvPr id="6" name="Date Placeholder">
            <a:extLst>
              <a:ext uri="{FF2B5EF4-FFF2-40B4-BE49-F238E27FC236}">
                <a16:creationId xmlns:a16="http://schemas.microsoft.com/office/drawing/2014/main" id="{371431DB-E6A6-49C5-8087-27C6A3B2A54B}"/>
              </a:ext>
            </a:extLst>
          </p:cNvPr>
          <p:cNvSpPr>
            <a:spLocks noGrp="1"/>
          </p:cNvSpPr>
          <p:nvPr>
            <p:ph type="dt" sz="half" idx="10"/>
          </p:nvPr>
        </p:nvSpPr>
        <p:spPr bwMode="gray"/>
        <p:txBody>
          <a:bodyPr/>
          <a:lstStyle/>
          <a:p>
            <a:fld id="{E602961C-62DA-4519-8757-A8A16E4ED84D}" type="datetime1">
              <a:rPr lang="en-US" smtClean="0"/>
              <a:t>5/5/2026</a:t>
            </a:fld>
            <a:endParaRPr lang="en-US" dirty="0"/>
          </a:p>
        </p:txBody>
      </p:sp>
      <p:sp>
        <p:nvSpPr>
          <p:cNvPr id="7" name="Footer Placeholder">
            <a:extLst>
              <a:ext uri="{FF2B5EF4-FFF2-40B4-BE49-F238E27FC236}">
                <a16:creationId xmlns:a16="http://schemas.microsoft.com/office/drawing/2014/main" id="{2F19E74A-0080-4967-9833-9ACB7226DDE7}"/>
              </a:ext>
            </a:extLst>
          </p:cNvPr>
          <p:cNvSpPr>
            <a:spLocks noGrp="1"/>
          </p:cNvSpPr>
          <p:nvPr>
            <p:ph type="ftr" sz="quarter" idx="11"/>
          </p:nvPr>
        </p:nvSpPr>
        <p:spPr bwMode="gray"/>
        <p:txBody>
          <a:bodyPr/>
          <a:lstStyle/>
          <a:p>
            <a:r>
              <a:rPr lang="en-US" dirty="0"/>
              <a:t>Confidential property of Optum. Do not distribute or reproduce without express permission from Optum.</a:t>
            </a:r>
          </a:p>
        </p:txBody>
      </p:sp>
      <p:sp>
        <p:nvSpPr>
          <p:cNvPr id="8" name="Slide Number Placeholder">
            <a:extLst>
              <a:ext uri="{FF2B5EF4-FFF2-40B4-BE49-F238E27FC236}">
                <a16:creationId xmlns:a16="http://schemas.microsoft.com/office/drawing/2014/main" id="{8B45D769-A041-452F-B2B9-DCBF82634579}"/>
              </a:ext>
            </a:extLst>
          </p:cNvPr>
          <p:cNvSpPr>
            <a:spLocks noGrp="1"/>
          </p:cNvSpPr>
          <p:nvPr>
            <p:ph type="sldNum" sz="quarter" idx="12"/>
          </p:nvPr>
        </p:nvSpPr>
        <p:spPr bwMode="gray"/>
        <p:txBody>
          <a:bodyPr/>
          <a:lstStyle/>
          <a:p>
            <a:fld id="{03805D93-7D4B-4CBC-BABC-3A8AC08CB7F4}" type="slidenum">
              <a:rPr lang="en-US" smtClean="0"/>
              <a:pPr/>
              <a:t>‹#›</a:t>
            </a:fld>
            <a:endParaRPr lang="en-US" dirty="0"/>
          </a:p>
        </p:txBody>
      </p:sp>
    </p:spTree>
    <p:extLst>
      <p:ext uri="{BB962C8B-B14F-4D97-AF65-F5344CB8AC3E}">
        <p14:creationId xmlns:p14="http://schemas.microsoft.com/office/powerpoint/2010/main" val="3491040681"/>
      </p:ext>
    </p:extLst>
  </p:cSld>
  <p:clrMapOvr>
    <a:masterClrMapping/>
  </p:clrMapOvr>
  <p:extLst>
    <p:ext uri="{DCECCB84-F9BA-43D5-87BE-67443E8EF086}">
      <p15:sldGuideLst xmlns:p15="http://schemas.microsoft.com/office/powerpoint/2012/main">
        <p15:guide id="1" orient="horz" pos="3776">
          <p15:clr>
            <a:srgbClr val="5ACBF0"/>
          </p15:clr>
        </p15:guide>
        <p15:guide id="3" orient="horz" pos="1013">
          <p15:clr>
            <a:srgbClr val="5ACBF0"/>
          </p15:clr>
        </p15:guide>
        <p15:guide id="4" orient="horz" pos="344">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oke">
            <a:extLst>
              <a:ext uri="{FF2B5EF4-FFF2-40B4-BE49-F238E27FC236}">
                <a16:creationId xmlns:a16="http://schemas.microsoft.com/office/drawing/2014/main" id="{50DED4DF-45A1-5B4D-1DF1-531D910AB56F}"/>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E13F07F8-7529-498B-8D34-E0851EDB82CA}"/>
              </a:ext>
            </a:extLst>
          </p:cNvPr>
          <p:cNvSpPr>
            <a:spLocks noGrp="1"/>
          </p:cNvSpPr>
          <p:nvPr>
            <p:ph type="title" hasCustomPrompt="1"/>
          </p:nvPr>
        </p:nvSpPr>
        <p:spPr bwMode="gray">
          <a:xfrm>
            <a:off x="467926" y="555639"/>
            <a:ext cx="9601200" cy="304699"/>
          </a:xfrm>
        </p:spPr>
        <p:txBody>
          <a:bodyPr/>
          <a:lstStyle>
            <a:lvl1pPr>
              <a:defRPr b="0">
                <a:solidFill>
                  <a:schemeClr val="tx1"/>
                </a:solidFill>
                <a:latin typeface="+mj-lt"/>
              </a:defRPr>
            </a:lvl1pPr>
          </a:lstStyle>
          <a:p>
            <a:r>
              <a:rPr lang="en-US" dirty="0"/>
              <a:t>Slide title; Georgia Pro 22pt, sentence case (1 line)</a:t>
            </a:r>
          </a:p>
        </p:txBody>
      </p:sp>
      <p:sp>
        <p:nvSpPr>
          <p:cNvPr id="3" name="Content Placeholder">
            <a:extLst>
              <a:ext uri="{FF2B5EF4-FFF2-40B4-BE49-F238E27FC236}">
                <a16:creationId xmlns:a16="http://schemas.microsoft.com/office/drawing/2014/main" id="{97828B26-FB6F-4B30-8973-00FC53DA3EAD}"/>
              </a:ext>
            </a:extLst>
          </p:cNvPr>
          <p:cNvSpPr>
            <a:spLocks noGrp="1"/>
          </p:cNvSpPr>
          <p:nvPr>
            <p:ph idx="1" hasCustomPrompt="1"/>
          </p:nvPr>
        </p:nvSpPr>
        <p:spPr bwMode="gray">
          <a:xfrm>
            <a:off x="1524000" y="1557210"/>
            <a:ext cx="9144000" cy="393008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a:extLst>
              <a:ext uri="{FF2B5EF4-FFF2-40B4-BE49-F238E27FC236}">
                <a16:creationId xmlns:a16="http://schemas.microsoft.com/office/drawing/2014/main" id="{E8F05950-6299-4B4F-B254-8E9E230299D9}"/>
              </a:ext>
            </a:extLst>
          </p:cNvPr>
          <p:cNvSpPr>
            <a:spLocks noGrp="1"/>
          </p:cNvSpPr>
          <p:nvPr>
            <p:ph type="dt" sz="half" idx="10"/>
          </p:nvPr>
        </p:nvSpPr>
        <p:spPr bwMode="gray"/>
        <p:txBody>
          <a:bodyPr/>
          <a:lstStyle/>
          <a:p>
            <a:fld id="{3888EE68-D1F0-43DF-AEA0-0419ADE41A6B}" type="datetime1">
              <a:rPr lang="en-US" smtClean="0"/>
              <a:t>5/5/2026</a:t>
            </a:fld>
            <a:endParaRPr lang="en-US" dirty="0"/>
          </a:p>
        </p:txBody>
      </p:sp>
      <p:sp>
        <p:nvSpPr>
          <p:cNvPr id="5" name="Footer Placeholder">
            <a:extLst>
              <a:ext uri="{FF2B5EF4-FFF2-40B4-BE49-F238E27FC236}">
                <a16:creationId xmlns:a16="http://schemas.microsoft.com/office/drawing/2014/main" id="{C6F9B0AB-0E2D-494E-B617-49AC025A7447}"/>
              </a:ext>
            </a:extLst>
          </p:cNvPr>
          <p:cNvSpPr>
            <a:spLocks noGrp="1"/>
          </p:cNvSpPr>
          <p:nvPr>
            <p:ph type="ftr" sz="quarter" idx="11"/>
          </p:nvPr>
        </p:nvSpPr>
        <p:spPr bwMode="gray"/>
        <p:txBody>
          <a:bodyPr/>
          <a:lstStyle/>
          <a:p>
            <a:r>
              <a:rPr lang="en-US" dirty="0"/>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E92844E1-DCBE-4FE7-B46C-155141DCD59B}"/>
              </a:ext>
            </a:extLst>
          </p:cNvPr>
          <p:cNvSpPr>
            <a:spLocks noGrp="1"/>
          </p:cNvSpPr>
          <p:nvPr>
            <p:ph type="sldNum" sz="quarter" idx="12"/>
          </p:nvPr>
        </p:nvSpPr>
        <p:spPr bwMode="gray"/>
        <p:txBody>
          <a:bodyPr/>
          <a:lstStyle/>
          <a:p>
            <a:fld id="{03805D93-7D4B-4CBC-BABC-3A8AC08CB7F4}" type="slidenum">
              <a:rPr lang="en-US" smtClean="0"/>
              <a:t>‹#›</a:t>
            </a:fld>
            <a:endParaRPr lang="en-US" dirty="0"/>
          </a:p>
        </p:txBody>
      </p:sp>
    </p:spTree>
    <p:extLst>
      <p:ext uri="{BB962C8B-B14F-4D97-AF65-F5344CB8AC3E}">
        <p14:creationId xmlns:p14="http://schemas.microsoft.com/office/powerpoint/2010/main" val="4282181247"/>
      </p:ext>
    </p:extLst>
  </p:cSld>
  <p:clrMapOvr>
    <a:masterClrMapping/>
  </p:clrMapOvr>
  <p:extLst>
    <p:ext uri="{DCECCB84-F9BA-43D5-87BE-67443E8EF086}">
      <p15:sldGuideLst xmlns:p15="http://schemas.microsoft.com/office/powerpoint/2012/main">
        <p15:guide id="1" orient="horz" pos="3776">
          <p15:clr>
            <a:srgbClr val="5ACBF0"/>
          </p15:clr>
        </p15:guide>
        <p15:guide id="2" orient="horz" pos="792">
          <p15:clr>
            <a:srgbClr val="5ACBF0"/>
          </p15:clr>
        </p15:guide>
        <p15:guide id="3" orient="horz" pos="344">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bg bwMode="gray">
      <p:bgRef idx="1001">
        <a:schemeClr val="bg1"/>
      </p:bgRef>
    </p:bg>
    <p:spTree>
      <p:nvGrpSpPr>
        <p:cNvPr id="1" name=""/>
        <p:cNvGrpSpPr/>
        <p:nvPr/>
      </p:nvGrpSpPr>
      <p:grpSpPr>
        <a:xfrm>
          <a:off x="0" y="0"/>
          <a:ext cx="0" cy="0"/>
          <a:chOff x="0" y="0"/>
          <a:chExt cx="0" cy="0"/>
        </a:xfrm>
      </p:grpSpPr>
      <p:sp>
        <p:nvSpPr>
          <p:cNvPr id="2" name="Date Placeholder">
            <a:extLst>
              <a:ext uri="{FF2B5EF4-FFF2-40B4-BE49-F238E27FC236}">
                <a16:creationId xmlns:a16="http://schemas.microsoft.com/office/drawing/2014/main" id="{2A88930E-BBA5-4E1B-A5EF-DED17AD07096}"/>
              </a:ext>
            </a:extLst>
          </p:cNvPr>
          <p:cNvSpPr>
            <a:spLocks noGrp="1"/>
          </p:cNvSpPr>
          <p:nvPr>
            <p:ph type="dt" sz="half" idx="10"/>
          </p:nvPr>
        </p:nvSpPr>
        <p:spPr bwMode="gray"/>
        <p:txBody>
          <a:bodyPr/>
          <a:lstStyle/>
          <a:p>
            <a:fld id="{92D12E12-A5FF-4A92-BB8B-4E7579B2C9CF}" type="datetime1">
              <a:rPr lang="en-US" smtClean="0"/>
              <a:t>5/5/2026</a:t>
            </a:fld>
            <a:endParaRPr lang="en-US" dirty="0"/>
          </a:p>
        </p:txBody>
      </p:sp>
      <p:sp>
        <p:nvSpPr>
          <p:cNvPr id="3" name="Footer Placeholder">
            <a:extLst>
              <a:ext uri="{FF2B5EF4-FFF2-40B4-BE49-F238E27FC236}">
                <a16:creationId xmlns:a16="http://schemas.microsoft.com/office/drawing/2014/main" id="{D820AF22-0BC8-4D54-AFFC-11C9299ACFC0}"/>
              </a:ext>
            </a:extLst>
          </p:cNvPr>
          <p:cNvSpPr>
            <a:spLocks noGrp="1"/>
          </p:cNvSpPr>
          <p:nvPr>
            <p:ph type="ftr" sz="quarter" idx="11"/>
          </p:nvPr>
        </p:nvSpPr>
        <p:spPr bwMode="gray"/>
        <p:txBody>
          <a:bodyPr/>
          <a:lstStyle/>
          <a:p>
            <a:r>
              <a:rPr lang="en-US" dirty="0"/>
              <a:t>Confidential property of Optum. Do not distribute or reproduce without express permission from Optum.</a:t>
            </a:r>
          </a:p>
        </p:txBody>
      </p:sp>
      <p:sp>
        <p:nvSpPr>
          <p:cNvPr id="4" name="Slide Number Placeholder">
            <a:extLst>
              <a:ext uri="{FF2B5EF4-FFF2-40B4-BE49-F238E27FC236}">
                <a16:creationId xmlns:a16="http://schemas.microsoft.com/office/drawing/2014/main" id="{7F8E785F-27DE-459F-AC73-FAA76F4C475F}"/>
              </a:ext>
            </a:extLst>
          </p:cNvPr>
          <p:cNvSpPr>
            <a:spLocks noGrp="1"/>
          </p:cNvSpPr>
          <p:nvPr>
            <p:ph type="sldNum" sz="quarter" idx="12"/>
          </p:nvPr>
        </p:nvSpPr>
        <p:spPr bwMode="gray"/>
        <p:txBody>
          <a:bodyPr/>
          <a:lstStyle/>
          <a:p>
            <a:fld id="{03805D93-7D4B-4CBC-BABC-3A8AC08CB7F4}" type="slidenum">
              <a:rPr lang="en-US" smtClean="0"/>
              <a:t>‹#›</a:t>
            </a:fld>
            <a:endParaRPr lang="en-US" dirty="0"/>
          </a:p>
        </p:txBody>
      </p:sp>
    </p:spTree>
    <p:extLst>
      <p:ext uri="{BB962C8B-B14F-4D97-AF65-F5344CB8AC3E}">
        <p14:creationId xmlns:p14="http://schemas.microsoft.com/office/powerpoint/2010/main" val="1763806335"/>
      </p:ext>
    </p:extLst>
  </p:cSld>
  <p:clrMapOvr>
    <a:masterClrMapping/>
  </p:clrMapOvr>
  <p:extLst>
    <p:ext uri="{DCECCB84-F9BA-43D5-87BE-67443E8EF086}">
      <p15:sldGuideLst xmlns:p15="http://schemas.microsoft.com/office/powerpoint/2012/main">
        <p15:guide id="1" orient="horz" pos="3776">
          <p15:clr>
            <a:srgbClr val="5ACBF0"/>
          </p15:clr>
        </p15:guide>
        <p15:guide id="4" orient="horz" pos="344">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
    <p:bg bwMode="gray">
      <p:bgPr>
        <a:solidFill>
          <a:schemeClr val="bg1"/>
        </a:solidFill>
        <a:effectLst/>
      </p:bgPr>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AF95C5A8-FAFE-4EA7-1617-7FDC41A7C405}"/>
              </a:ext>
              <a:ext uri="{C183D7F6-B498-43B3-948B-1728B52AA6E4}">
                <adec:decorative xmlns:adec="http://schemas.microsoft.com/office/drawing/2017/decorative" val="1"/>
              </a:ext>
            </a:extLst>
          </p:cNvPr>
          <p:cNvCxnSpPr/>
          <p:nvPr userDrawn="1"/>
        </p:nvCxnSpPr>
        <p:spPr bwMode="gray">
          <a:xfrm>
            <a:off x="6096000" y="682647"/>
            <a:ext cx="0" cy="5492706"/>
          </a:xfrm>
          <a:prstGeom prst="line">
            <a:avLst/>
          </a:prstGeom>
          <a:ln w="381000" cap="rnd">
            <a:solidFill>
              <a:srgbClr val="7030A0"/>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8410859"/>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 Pattern">
    <p:bg bwMode="gray">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cxnSp>
        <p:nvCxnSpPr>
          <p:cNvPr id="6" name="Stroke">
            <a:extLst>
              <a:ext uri="{FF2B5EF4-FFF2-40B4-BE49-F238E27FC236}">
                <a16:creationId xmlns:a16="http://schemas.microsoft.com/office/drawing/2014/main" id="{BD9CD311-D0CD-8EE2-3CD8-1761BC046561}"/>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CB1C8E8B-99F0-45A8-BCAB-DBB719616F12}"/>
              </a:ext>
            </a:extLst>
          </p:cNvPr>
          <p:cNvSpPr>
            <a:spLocks noGrp="1"/>
          </p:cNvSpPr>
          <p:nvPr>
            <p:ph type="title" hasCustomPrompt="1"/>
          </p:nvPr>
        </p:nvSpPr>
        <p:spPr bwMode="gray">
          <a:xfrm>
            <a:off x="467926" y="555639"/>
            <a:ext cx="9601200" cy="304699"/>
          </a:xfrm>
        </p:spPr>
        <p:txBody>
          <a:bodyPr/>
          <a:lstStyle>
            <a:lvl1pPr>
              <a:defRPr>
                <a:solidFill>
                  <a:schemeClr val="tx1"/>
                </a:solidFill>
                <a:latin typeface="+mj-lt"/>
              </a:defRPr>
            </a:lvl1pPr>
          </a:lstStyle>
          <a:p>
            <a:r>
              <a:rPr lang="en-US" dirty="0"/>
              <a:t>Slide title; Georgia Pro 22pt, sentence case (1 line)</a:t>
            </a:r>
          </a:p>
        </p:txBody>
      </p:sp>
      <p:sp>
        <p:nvSpPr>
          <p:cNvPr id="3" name="Date Placeholder">
            <a:extLst>
              <a:ext uri="{FF2B5EF4-FFF2-40B4-BE49-F238E27FC236}">
                <a16:creationId xmlns:a16="http://schemas.microsoft.com/office/drawing/2014/main" id="{8A49B71C-EE28-4F4C-994D-7E3486111388}"/>
              </a:ext>
            </a:extLst>
          </p:cNvPr>
          <p:cNvSpPr>
            <a:spLocks noGrp="1"/>
          </p:cNvSpPr>
          <p:nvPr>
            <p:ph type="dt" sz="half" idx="10"/>
          </p:nvPr>
        </p:nvSpPr>
        <p:spPr bwMode="gray"/>
        <p:txBody>
          <a:bodyPr/>
          <a:lstStyle/>
          <a:p>
            <a:fld id="{3230BBAE-C76A-4CE6-8EE2-113DEECEF41D}" type="datetime1">
              <a:rPr lang="en-US" smtClean="0"/>
              <a:t>5/5/2026</a:t>
            </a:fld>
            <a:endParaRPr lang="en-US" dirty="0"/>
          </a:p>
        </p:txBody>
      </p:sp>
      <p:sp>
        <p:nvSpPr>
          <p:cNvPr id="4" name="Footer Placeholder">
            <a:extLst>
              <a:ext uri="{FF2B5EF4-FFF2-40B4-BE49-F238E27FC236}">
                <a16:creationId xmlns:a16="http://schemas.microsoft.com/office/drawing/2014/main" id="{F7BFA8CA-0947-4A58-87AE-004F617F47B1}"/>
              </a:ext>
            </a:extLst>
          </p:cNvPr>
          <p:cNvSpPr>
            <a:spLocks noGrp="1"/>
          </p:cNvSpPr>
          <p:nvPr>
            <p:ph type="ftr" sz="quarter" idx="11"/>
          </p:nvPr>
        </p:nvSpPr>
        <p:spPr bwMode="gray"/>
        <p:txBody>
          <a:bodyPr/>
          <a:lstStyle/>
          <a:p>
            <a:r>
              <a:rPr lang="en-US" dirty="0"/>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C408F62C-9090-4EA7-BBD2-481410405BBE}"/>
              </a:ext>
            </a:extLst>
          </p:cNvPr>
          <p:cNvSpPr>
            <a:spLocks noGrp="1"/>
          </p:cNvSpPr>
          <p:nvPr>
            <p:ph type="sldNum" sz="quarter" idx="12"/>
          </p:nvPr>
        </p:nvSpPr>
        <p:spPr bwMode="gray"/>
        <p:txBody>
          <a:bodyPr/>
          <a:lstStyle/>
          <a:p>
            <a:fld id="{03805D93-7D4B-4CBC-BABC-3A8AC08CB7F4}" type="slidenum">
              <a:rPr lang="en-US" smtClean="0"/>
              <a:t>‹#›</a:t>
            </a:fld>
            <a:endParaRPr lang="en-US" dirty="0"/>
          </a:p>
        </p:txBody>
      </p:sp>
    </p:spTree>
    <p:extLst>
      <p:ext uri="{BB962C8B-B14F-4D97-AF65-F5344CB8AC3E}">
        <p14:creationId xmlns:p14="http://schemas.microsoft.com/office/powerpoint/2010/main" val="2936446145"/>
      </p:ext>
    </p:extLst>
  </p:cSld>
  <p:clrMapOvr>
    <a:masterClrMapping/>
  </p:clrMapOvr>
  <p:extLst>
    <p:ext uri="{DCECCB84-F9BA-43D5-87BE-67443E8EF086}">
      <p15:sldGuideLst xmlns:p15="http://schemas.microsoft.com/office/powerpoint/2012/main">
        <p15:guide id="1" orient="horz" pos="3293">
          <p15:clr>
            <a:srgbClr val="5ACBF0"/>
          </p15:clr>
        </p15:guide>
        <p15:guide id="2" orient="horz" pos="792">
          <p15:clr>
            <a:srgbClr val="5ACBF0"/>
          </p15:clr>
        </p15:guide>
        <p15:guide id="3" orient="horz" pos="344">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Subhead - Pattern">
    <p:bg bwMode="gray">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cxnSp>
        <p:nvCxnSpPr>
          <p:cNvPr id="6" name="Stroke">
            <a:extLst>
              <a:ext uri="{FF2B5EF4-FFF2-40B4-BE49-F238E27FC236}">
                <a16:creationId xmlns:a16="http://schemas.microsoft.com/office/drawing/2014/main" id="{266EA5F6-52DD-F020-8B7F-3337B9396908}"/>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70871777-1CC4-46CB-8EB7-B1DE3217D445}"/>
              </a:ext>
            </a:extLst>
          </p:cNvPr>
          <p:cNvSpPr>
            <a:spLocks noGrp="1"/>
          </p:cNvSpPr>
          <p:nvPr>
            <p:ph type="title" hasCustomPrompt="1"/>
          </p:nvPr>
        </p:nvSpPr>
        <p:spPr bwMode="gray">
          <a:xfrm>
            <a:off x="467927" y="555639"/>
            <a:ext cx="9601200" cy="304699"/>
          </a:xfrm>
        </p:spPr>
        <p:txBody>
          <a:bodyPr/>
          <a:lstStyle>
            <a:lvl1pPr>
              <a:defRPr>
                <a:solidFill>
                  <a:schemeClr val="tx1"/>
                </a:solidFill>
                <a:latin typeface="+mj-lt"/>
              </a:defRPr>
            </a:lvl1pPr>
          </a:lstStyle>
          <a:p>
            <a:r>
              <a:rPr lang="en-US" dirty="0"/>
              <a:t>Slide title; Georgia Pro 22pt, sentence case (1 line)</a:t>
            </a:r>
          </a:p>
        </p:txBody>
      </p:sp>
      <p:sp>
        <p:nvSpPr>
          <p:cNvPr id="8" name="Subtitle Placeholder">
            <a:extLst>
              <a:ext uri="{FF2B5EF4-FFF2-40B4-BE49-F238E27FC236}">
                <a16:creationId xmlns:a16="http://schemas.microsoft.com/office/drawing/2014/main" id="{760BD2C6-F5E4-43C7-9A69-D1113FFABFA9}"/>
              </a:ext>
            </a:extLst>
          </p:cNvPr>
          <p:cNvSpPr>
            <a:spLocks noGrp="1"/>
          </p:cNvSpPr>
          <p:nvPr>
            <p:ph type="body" sz="quarter" idx="13" hasCustomPrompt="1"/>
          </p:nvPr>
        </p:nvSpPr>
        <p:spPr bwMode="gray">
          <a:xfrm>
            <a:off x="467926" y="958653"/>
            <a:ext cx="9601200" cy="246221"/>
          </a:xfrm>
        </p:spPr>
        <p:txBody>
          <a:bodyPr wrap="square">
            <a:spAutoFit/>
          </a:bodyPr>
          <a:lstStyle>
            <a:lvl1pPr>
              <a:lnSpc>
                <a:spcPct val="100000"/>
              </a:lnSpc>
              <a:spcBef>
                <a:spcPts val="0"/>
              </a:spcBef>
              <a:defRPr sz="1600" b="0">
                <a:solidFill>
                  <a:schemeClr val="tx1"/>
                </a:solidFill>
              </a:defRPr>
            </a:lvl1pPr>
          </a:lstStyle>
          <a:p>
            <a:pPr lvl="0"/>
            <a:r>
              <a:rPr lang="en-US" dirty="0"/>
              <a:t>Slide subtitle; Arial 16pt, sentence case (multi-line)</a:t>
            </a:r>
          </a:p>
        </p:txBody>
      </p:sp>
      <p:sp>
        <p:nvSpPr>
          <p:cNvPr id="3" name="Date Placeholder">
            <a:extLst>
              <a:ext uri="{FF2B5EF4-FFF2-40B4-BE49-F238E27FC236}">
                <a16:creationId xmlns:a16="http://schemas.microsoft.com/office/drawing/2014/main" id="{76B3DF85-06AB-4D09-9458-B0A4DE468FDB}"/>
              </a:ext>
            </a:extLst>
          </p:cNvPr>
          <p:cNvSpPr>
            <a:spLocks noGrp="1"/>
          </p:cNvSpPr>
          <p:nvPr>
            <p:ph type="dt" sz="half" idx="10"/>
          </p:nvPr>
        </p:nvSpPr>
        <p:spPr bwMode="gray"/>
        <p:txBody>
          <a:bodyPr/>
          <a:lstStyle/>
          <a:p>
            <a:fld id="{A484B163-B259-43E8-837E-94CD4522CD39}" type="datetime1">
              <a:rPr lang="en-US" smtClean="0"/>
              <a:t>5/5/2026</a:t>
            </a:fld>
            <a:endParaRPr lang="en-US" dirty="0"/>
          </a:p>
        </p:txBody>
      </p:sp>
      <p:sp>
        <p:nvSpPr>
          <p:cNvPr id="4" name="Footer Placeholder">
            <a:extLst>
              <a:ext uri="{FF2B5EF4-FFF2-40B4-BE49-F238E27FC236}">
                <a16:creationId xmlns:a16="http://schemas.microsoft.com/office/drawing/2014/main" id="{20A558EA-9255-4DE1-B9D1-B0557684C783}"/>
              </a:ext>
            </a:extLst>
          </p:cNvPr>
          <p:cNvSpPr>
            <a:spLocks noGrp="1"/>
          </p:cNvSpPr>
          <p:nvPr>
            <p:ph type="ftr" sz="quarter" idx="11"/>
          </p:nvPr>
        </p:nvSpPr>
        <p:spPr bwMode="gray"/>
        <p:txBody>
          <a:bodyPr/>
          <a:lstStyle/>
          <a:p>
            <a:r>
              <a:rPr lang="en-US" dirty="0"/>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CFBBDC95-8D51-42CB-B4C0-9B8E3C030FAA}"/>
              </a:ext>
            </a:extLst>
          </p:cNvPr>
          <p:cNvSpPr>
            <a:spLocks noGrp="1"/>
          </p:cNvSpPr>
          <p:nvPr>
            <p:ph type="sldNum" sz="quarter" idx="12"/>
          </p:nvPr>
        </p:nvSpPr>
        <p:spPr bwMode="gray"/>
        <p:txBody>
          <a:bodyPr/>
          <a:lstStyle/>
          <a:p>
            <a:fld id="{03805D93-7D4B-4CBC-BABC-3A8AC08CB7F4}" type="slidenum">
              <a:rPr lang="en-US" smtClean="0"/>
              <a:pPr/>
              <a:t>‹#›</a:t>
            </a:fld>
            <a:endParaRPr lang="en-US" dirty="0"/>
          </a:p>
        </p:txBody>
      </p:sp>
    </p:spTree>
    <p:extLst>
      <p:ext uri="{BB962C8B-B14F-4D97-AF65-F5344CB8AC3E}">
        <p14:creationId xmlns:p14="http://schemas.microsoft.com/office/powerpoint/2010/main" val="1306372533"/>
      </p:ext>
    </p:extLst>
  </p:cSld>
  <p:clrMapOvr>
    <a:masterClrMapping/>
  </p:clrMapOvr>
  <p:extLst>
    <p:ext uri="{DCECCB84-F9BA-43D5-87BE-67443E8EF086}">
      <p15:sldGuideLst xmlns:p15="http://schemas.microsoft.com/office/powerpoint/2012/main">
        <p15:guide id="1" orient="horz" pos="3293">
          <p15:clr>
            <a:srgbClr val="5ACBF0"/>
          </p15:clr>
        </p15:guide>
        <p15:guide id="2" orient="horz" pos="600">
          <p15:clr>
            <a:srgbClr val="5ACBF0"/>
          </p15:clr>
        </p15:guide>
        <p15:guide id="3" orient="horz" pos="1013">
          <p15:clr>
            <a:srgbClr val="5ACBF0"/>
          </p15:clr>
        </p15:guide>
        <p15:guide id="4" orient="horz" pos="344">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Two Lines - Pattern">
    <p:bg bwMode="gray">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cxnSp>
        <p:nvCxnSpPr>
          <p:cNvPr id="3" name="Stroke">
            <a:extLst>
              <a:ext uri="{FF2B5EF4-FFF2-40B4-BE49-F238E27FC236}">
                <a16:creationId xmlns:a16="http://schemas.microsoft.com/office/drawing/2014/main" id="{E3627FD8-2BEA-EF2B-FF9D-49C0B5BD5854}"/>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CB1C8E8B-99F0-45A8-BCAB-DBB719616F12}"/>
              </a:ext>
            </a:extLst>
          </p:cNvPr>
          <p:cNvSpPr>
            <a:spLocks noGrp="1"/>
          </p:cNvSpPr>
          <p:nvPr>
            <p:ph type="title" hasCustomPrompt="1"/>
          </p:nvPr>
        </p:nvSpPr>
        <p:spPr bwMode="gray">
          <a:xfrm>
            <a:off x="467926" y="555639"/>
            <a:ext cx="9601200" cy="609398"/>
          </a:xfrm>
        </p:spPr>
        <p:txBody>
          <a:bodyPr/>
          <a:lstStyle>
            <a:lvl1pPr>
              <a:defRPr>
                <a:solidFill>
                  <a:schemeClr val="tx1"/>
                </a:solidFill>
                <a:latin typeface="+mj-lt"/>
              </a:defRPr>
            </a:lvl1pPr>
          </a:lstStyle>
          <a:p>
            <a:r>
              <a:rPr lang="en-US" dirty="0"/>
              <a:t>Slide title; Georgia Pro 22pt, sentence case. This layout accommodates a slide title that is a maximum of 2 lines.</a:t>
            </a:r>
          </a:p>
        </p:txBody>
      </p:sp>
      <p:sp>
        <p:nvSpPr>
          <p:cNvPr id="6" name="Date Placeholder">
            <a:extLst>
              <a:ext uri="{FF2B5EF4-FFF2-40B4-BE49-F238E27FC236}">
                <a16:creationId xmlns:a16="http://schemas.microsoft.com/office/drawing/2014/main" id="{371431DB-E6A6-49C5-8087-27C6A3B2A54B}"/>
              </a:ext>
            </a:extLst>
          </p:cNvPr>
          <p:cNvSpPr>
            <a:spLocks noGrp="1"/>
          </p:cNvSpPr>
          <p:nvPr>
            <p:ph type="dt" sz="half" idx="10"/>
          </p:nvPr>
        </p:nvSpPr>
        <p:spPr bwMode="gray">
          <a:xfrm>
            <a:off x="0" y="7177230"/>
            <a:ext cx="914400" cy="30778"/>
          </a:xfrm>
        </p:spPr>
        <p:txBody>
          <a:bodyPr/>
          <a:lstStyle/>
          <a:p>
            <a:fld id="{E602961C-62DA-4519-8757-A8A16E4ED84D}" type="datetime1">
              <a:rPr lang="en-US" smtClean="0"/>
              <a:t>5/5/2026</a:t>
            </a:fld>
            <a:endParaRPr lang="en-US" dirty="0"/>
          </a:p>
        </p:txBody>
      </p:sp>
      <p:sp>
        <p:nvSpPr>
          <p:cNvPr id="7" name="Footer Placeholder">
            <a:extLst>
              <a:ext uri="{FF2B5EF4-FFF2-40B4-BE49-F238E27FC236}">
                <a16:creationId xmlns:a16="http://schemas.microsoft.com/office/drawing/2014/main" id="{2F19E74A-0080-4967-9833-9ACB7226DDE7}"/>
              </a:ext>
            </a:extLst>
          </p:cNvPr>
          <p:cNvSpPr>
            <a:spLocks noGrp="1"/>
          </p:cNvSpPr>
          <p:nvPr>
            <p:ph type="ftr" sz="quarter" idx="11"/>
          </p:nvPr>
        </p:nvSpPr>
        <p:spPr bwMode="gray"/>
        <p:txBody>
          <a:bodyPr/>
          <a:lstStyle/>
          <a:p>
            <a:r>
              <a:rPr lang="en-US" dirty="0"/>
              <a:t>Confidential property of Optum. Do not distribute or reproduce without express permission from Optum.</a:t>
            </a:r>
          </a:p>
        </p:txBody>
      </p:sp>
      <p:sp>
        <p:nvSpPr>
          <p:cNvPr id="8" name="Slide Number Placeholder">
            <a:extLst>
              <a:ext uri="{FF2B5EF4-FFF2-40B4-BE49-F238E27FC236}">
                <a16:creationId xmlns:a16="http://schemas.microsoft.com/office/drawing/2014/main" id="{8B45D769-A041-452F-B2B9-DCBF82634579}"/>
              </a:ext>
            </a:extLst>
          </p:cNvPr>
          <p:cNvSpPr>
            <a:spLocks noGrp="1"/>
          </p:cNvSpPr>
          <p:nvPr>
            <p:ph type="sldNum" sz="quarter" idx="12"/>
          </p:nvPr>
        </p:nvSpPr>
        <p:spPr bwMode="gray"/>
        <p:txBody>
          <a:bodyPr/>
          <a:lstStyle/>
          <a:p>
            <a:fld id="{03805D93-7D4B-4CBC-BABC-3A8AC08CB7F4}" type="slidenum">
              <a:rPr lang="en-US" smtClean="0"/>
              <a:pPr/>
              <a:t>‹#›</a:t>
            </a:fld>
            <a:endParaRPr lang="en-US" dirty="0"/>
          </a:p>
        </p:txBody>
      </p:sp>
    </p:spTree>
    <p:extLst>
      <p:ext uri="{BB962C8B-B14F-4D97-AF65-F5344CB8AC3E}">
        <p14:creationId xmlns:p14="http://schemas.microsoft.com/office/powerpoint/2010/main" val="3279107684"/>
      </p:ext>
    </p:extLst>
  </p:cSld>
  <p:clrMapOvr>
    <a:masterClrMapping/>
  </p:clrMapOvr>
  <p:extLst>
    <p:ext uri="{DCECCB84-F9BA-43D5-87BE-67443E8EF086}">
      <p15:sldGuideLst xmlns:p15="http://schemas.microsoft.com/office/powerpoint/2012/main">
        <p15:guide id="1" orient="horz" pos="3293">
          <p15:clr>
            <a:srgbClr val="5ACBF0"/>
          </p15:clr>
        </p15:guide>
        <p15:guide id="3" orient="horz" pos="1013">
          <p15:clr>
            <a:srgbClr val="5ACBF0"/>
          </p15:clr>
        </p15:guide>
        <p15:guide id="4" orient="horz" pos="344">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itle and Content - Pattern">
    <p:bg bwMode="gray">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cxnSp>
        <p:nvCxnSpPr>
          <p:cNvPr id="7" name="Stroke">
            <a:extLst>
              <a:ext uri="{FF2B5EF4-FFF2-40B4-BE49-F238E27FC236}">
                <a16:creationId xmlns:a16="http://schemas.microsoft.com/office/drawing/2014/main" id="{50DED4DF-45A1-5B4D-1DF1-531D910AB56F}"/>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E13F07F8-7529-498B-8D34-E0851EDB82CA}"/>
              </a:ext>
            </a:extLst>
          </p:cNvPr>
          <p:cNvSpPr>
            <a:spLocks noGrp="1"/>
          </p:cNvSpPr>
          <p:nvPr>
            <p:ph type="title" hasCustomPrompt="1"/>
          </p:nvPr>
        </p:nvSpPr>
        <p:spPr bwMode="gray">
          <a:xfrm>
            <a:off x="467926" y="555639"/>
            <a:ext cx="9601200" cy="304699"/>
          </a:xfrm>
        </p:spPr>
        <p:txBody>
          <a:bodyPr/>
          <a:lstStyle>
            <a:lvl1pPr>
              <a:defRPr>
                <a:solidFill>
                  <a:schemeClr val="tx1"/>
                </a:solidFill>
                <a:latin typeface="+mj-lt"/>
              </a:defRPr>
            </a:lvl1pPr>
          </a:lstStyle>
          <a:p>
            <a:r>
              <a:rPr lang="en-US" dirty="0"/>
              <a:t>Slide title; Georgia Pro 22pt, sentence case (1 line)</a:t>
            </a:r>
          </a:p>
        </p:txBody>
      </p:sp>
      <p:sp>
        <p:nvSpPr>
          <p:cNvPr id="3" name="Content Placeholder">
            <a:extLst>
              <a:ext uri="{FF2B5EF4-FFF2-40B4-BE49-F238E27FC236}">
                <a16:creationId xmlns:a16="http://schemas.microsoft.com/office/drawing/2014/main" id="{97828B26-FB6F-4B30-8973-00FC53DA3EAD}"/>
              </a:ext>
            </a:extLst>
          </p:cNvPr>
          <p:cNvSpPr>
            <a:spLocks noGrp="1"/>
          </p:cNvSpPr>
          <p:nvPr>
            <p:ph idx="1" hasCustomPrompt="1"/>
          </p:nvPr>
        </p:nvSpPr>
        <p:spPr bwMode="gray">
          <a:xfrm>
            <a:off x="1524000" y="1257300"/>
            <a:ext cx="9144000" cy="396479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a:extLst>
              <a:ext uri="{FF2B5EF4-FFF2-40B4-BE49-F238E27FC236}">
                <a16:creationId xmlns:a16="http://schemas.microsoft.com/office/drawing/2014/main" id="{E8F05950-6299-4B4F-B254-8E9E230299D9}"/>
              </a:ext>
            </a:extLst>
          </p:cNvPr>
          <p:cNvSpPr>
            <a:spLocks noGrp="1"/>
          </p:cNvSpPr>
          <p:nvPr>
            <p:ph type="dt" sz="half" idx="10"/>
          </p:nvPr>
        </p:nvSpPr>
        <p:spPr bwMode="gray"/>
        <p:txBody>
          <a:bodyPr/>
          <a:lstStyle/>
          <a:p>
            <a:fld id="{3888EE68-D1F0-43DF-AEA0-0419ADE41A6B}" type="datetime1">
              <a:rPr lang="en-US" smtClean="0"/>
              <a:t>5/5/2026</a:t>
            </a:fld>
            <a:endParaRPr lang="en-US" dirty="0"/>
          </a:p>
        </p:txBody>
      </p:sp>
      <p:sp>
        <p:nvSpPr>
          <p:cNvPr id="5" name="Footer Placeholder">
            <a:extLst>
              <a:ext uri="{FF2B5EF4-FFF2-40B4-BE49-F238E27FC236}">
                <a16:creationId xmlns:a16="http://schemas.microsoft.com/office/drawing/2014/main" id="{C6F9B0AB-0E2D-494E-B617-49AC025A7447}"/>
              </a:ext>
            </a:extLst>
          </p:cNvPr>
          <p:cNvSpPr>
            <a:spLocks noGrp="1"/>
          </p:cNvSpPr>
          <p:nvPr>
            <p:ph type="ftr" sz="quarter" idx="11"/>
          </p:nvPr>
        </p:nvSpPr>
        <p:spPr bwMode="gray"/>
        <p:txBody>
          <a:bodyPr/>
          <a:lstStyle/>
          <a:p>
            <a:r>
              <a:rPr lang="en-US" dirty="0"/>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E92844E1-DCBE-4FE7-B46C-155141DCD59B}"/>
              </a:ext>
            </a:extLst>
          </p:cNvPr>
          <p:cNvSpPr>
            <a:spLocks noGrp="1"/>
          </p:cNvSpPr>
          <p:nvPr>
            <p:ph type="sldNum" sz="quarter" idx="12"/>
          </p:nvPr>
        </p:nvSpPr>
        <p:spPr bwMode="gray"/>
        <p:txBody>
          <a:bodyPr/>
          <a:lstStyle/>
          <a:p>
            <a:fld id="{03805D93-7D4B-4CBC-BABC-3A8AC08CB7F4}" type="slidenum">
              <a:rPr lang="en-US" smtClean="0"/>
              <a:t>‹#›</a:t>
            </a:fld>
            <a:endParaRPr lang="en-US" dirty="0"/>
          </a:p>
        </p:txBody>
      </p:sp>
    </p:spTree>
    <p:extLst>
      <p:ext uri="{BB962C8B-B14F-4D97-AF65-F5344CB8AC3E}">
        <p14:creationId xmlns:p14="http://schemas.microsoft.com/office/powerpoint/2010/main" val="3780085417"/>
      </p:ext>
    </p:extLst>
  </p:cSld>
  <p:clrMapOvr>
    <a:masterClrMapping/>
  </p:clrMapOvr>
  <p:extLst>
    <p:ext uri="{DCECCB84-F9BA-43D5-87BE-67443E8EF086}">
      <p15:sldGuideLst xmlns:p15="http://schemas.microsoft.com/office/powerpoint/2012/main">
        <p15:guide id="1" orient="horz" pos="3293">
          <p15:clr>
            <a:srgbClr val="5ACBF0"/>
          </p15:clr>
        </p15:guide>
        <p15:guide id="2" orient="horz" pos="792">
          <p15:clr>
            <a:srgbClr val="5ACBF0"/>
          </p15:clr>
        </p15:guide>
        <p15:guide id="3" orient="horz" pos="344">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Blank - Pattern">
    <p:bg bwMode="gray">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Date Placeholder">
            <a:extLst>
              <a:ext uri="{FF2B5EF4-FFF2-40B4-BE49-F238E27FC236}">
                <a16:creationId xmlns:a16="http://schemas.microsoft.com/office/drawing/2014/main" id="{2A88930E-BBA5-4E1B-A5EF-DED17AD07096}"/>
              </a:ext>
            </a:extLst>
          </p:cNvPr>
          <p:cNvSpPr>
            <a:spLocks noGrp="1"/>
          </p:cNvSpPr>
          <p:nvPr>
            <p:ph type="dt" sz="half" idx="10"/>
          </p:nvPr>
        </p:nvSpPr>
        <p:spPr bwMode="gray"/>
        <p:txBody>
          <a:bodyPr/>
          <a:lstStyle/>
          <a:p>
            <a:fld id="{92D12E12-A5FF-4A92-BB8B-4E7579B2C9CF}" type="datetime1">
              <a:rPr lang="en-US" smtClean="0"/>
              <a:t>5/5/2026</a:t>
            </a:fld>
            <a:endParaRPr lang="en-US" dirty="0"/>
          </a:p>
        </p:txBody>
      </p:sp>
      <p:sp>
        <p:nvSpPr>
          <p:cNvPr id="3" name="Footer Placeholder">
            <a:extLst>
              <a:ext uri="{FF2B5EF4-FFF2-40B4-BE49-F238E27FC236}">
                <a16:creationId xmlns:a16="http://schemas.microsoft.com/office/drawing/2014/main" id="{D820AF22-0BC8-4D54-AFFC-11C9299ACFC0}"/>
              </a:ext>
            </a:extLst>
          </p:cNvPr>
          <p:cNvSpPr>
            <a:spLocks noGrp="1"/>
          </p:cNvSpPr>
          <p:nvPr>
            <p:ph type="ftr" sz="quarter" idx="11"/>
          </p:nvPr>
        </p:nvSpPr>
        <p:spPr bwMode="gray"/>
        <p:txBody>
          <a:bodyPr/>
          <a:lstStyle/>
          <a:p>
            <a:r>
              <a:rPr lang="en-US" dirty="0"/>
              <a:t>Confidential property of Optum. Do not distribute or reproduce without express permission from Optum.</a:t>
            </a:r>
          </a:p>
        </p:txBody>
      </p:sp>
      <p:sp>
        <p:nvSpPr>
          <p:cNvPr id="4" name="Slide Number Placeholder">
            <a:extLst>
              <a:ext uri="{FF2B5EF4-FFF2-40B4-BE49-F238E27FC236}">
                <a16:creationId xmlns:a16="http://schemas.microsoft.com/office/drawing/2014/main" id="{7F8E785F-27DE-459F-AC73-FAA76F4C475F}"/>
              </a:ext>
            </a:extLst>
          </p:cNvPr>
          <p:cNvSpPr>
            <a:spLocks noGrp="1"/>
          </p:cNvSpPr>
          <p:nvPr>
            <p:ph type="sldNum" sz="quarter" idx="12"/>
          </p:nvPr>
        </p:nvSpPr>
        <p:spPr bwMode="gray"/>
        <p:txBody>
          <a:bodyPr/>
          <a:lstStyle/>
          <a:p>
            <a:fld id="{03805D93-7D4B-4CBC-BABC-3A8AC08CB7F4}" type="slidenum">
              <a:rPr lang="en-US" smtClean="0"/>
              <a:t>‹#›</a:t>
            </a:fld>
            <a:endParaRPr lang="en-US" dirty="0"/>
          </a:p>
        </p:txBody>
      </p:sp>
    </p:spTree>
    <p:extLst>
      <p:ext uri="{BB962C8B-B14F-4D97-AF65-F5344CB8AC3E}">
        <p14:creationId xmlns:p14="http://schemas.microsoft.com/office/powerpoint/2010/main" val="3319272474"/>
      </p:ext>
    </p:extLst>
  </p:cSld>
  <p:clrMapOvr>
    <a:masterClrMapping/>
  </p:clrMapOvr>
  <p:extLst>
    <p:ext uri="{DCECCB84-F9BA-43D5-87BE-67443E8EF086}">
      <p15:sldGuideLst xmlns:p15="http://schemas.microsoft.com/office/powerpoint/2012/main">
        <p15:guide id="1" orient="horz" pos="3293">
          <p15:clr>
            <a:srgbClr val="5ACBF0"/>
          </p15:clr>
        </p15:guide>
        <p15:guide id="3" orient="horz" pos="344">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 * ">
    <p:bg bwMode="gray">
      <p:bgRef idx="1001">
        <a:schemeClr val="bg1"/>
      </p:bgRef>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AF95C5A8-FAFE-4EA7-1617-7FDC41A7C405}"/>
              </a:ext>
              <a:ext uri="{C183D7F6-B498-43B3-948B-1728B52AA6E4}">
                <adec:decorative xmlns:adec="http://schemas.microsoft.com/office/drawing/2017/decorative" val="1"/>
              </a:ext>
            </a:extLst>
          </p:cNvPr>
          <p:cNvCxnSpPr/>
          <p:nvPr userDrawn="1"/>
        </p:nvCxnSpPr>
        <p:spPr bwMode="gray">
          <a:xfrm>
            <a:off x="6096000" y="682647"/>
            <a:ext cx="0" cy="5492706"/>
          </a:xfrm>
          <a:prstGeom prst="line">
            <a:avLst/>
          </a:prstGeom>
          <a:ln w="381000" cap="rnd">
            <a:solidFill>
              <a:srgbClr val="7030A0"/>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1643475"/>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Only" preserve="1">
  <p:cSld name="Title Only - Effervescent">
    <p:spTree>
      <p:nvGrpSpPr>
        <p:cNvPr id="1" name=""/>
        <p:cNvGrpSpPr/>
        <p:nvPr/>
      </p:nvGrpSpPr>
      <p:grpSpPr>
        <a:xfrm>
          <a:off x="0" y="0"/>
          <a:ext cx="0" cy="0"/>
          <a:chOff x="0" y="0"/>
          <a:chExt cx="0" cy="0"/>
        </a:xfrm>
      </p:grpSpPr>
      <p:sp>
        <p:nvSpPr>
          <p:cNvPr id="10" name="Warm White Header">
            <a:extLst>
              <a:ext uri="{FF2B5EF4-FFF2-40B4-BE49-F238E27FC236}">
                <a16:creationId xmlns:a16="http://schemas.microsoft.com/office/drawing/2014/main" id="{DD73845D-CD64-79D1-8425-96318ACE26B7}"/>
              </a:ext>
              <a:ext uri="{C183D7F6-B498-43B3-948B-1728B52AA6E4}">
                <adec:decorative xmlns:adec="http://schemas.microsoft.com/office/drawing/2017/decorative" val="1"/>
              </a:ext>
            </a:extLst>
          </p:cNvPr>
          <p:cNvSpPr/>
          <p:nvPr userDrawn="1"/>
        </p:nvSpPr>
        <p:spPr bwMode="gray">
          <a:xfrm>
            <a:off x="0" y="0"/>
            <a:ext cx="12192000" cy="1463040"/>
          </a:xfrm>
          <a:prstGeom prst="rect">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pic>
        <p:nvPicPr>
          <p:cNvPr id="8" name="Effervescent Os">
            <a:extLst>
              <a:ext uri="{FF2B5EF4-FFF2-40B4-BE49-F238E27FC236}">
                <a16:creationId xmlns:a16="http://schemas.microsoft.com/office/drawing/2014/main" id="{E615D592-124C-83E3-A66F-9E644040DCF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gray">
          <a:xfrm>
            <a:off x="7631264" y="4500049"/>
            <a:ext cx="4560735" cy="2357951"/>
          </a:xfrm>
          <a:prstGeom prst="rect">
            <a:avLst/>
          </a:prstGeom>
        </p:spPr>
      </p:pic>
      <p:sp>
        <p:nvSpPr>
          <p:cNvPr id="2" name="Title">
            <a:extLst>
              <a:ext uri="{FF2B5EF4-FFF2-40B4-BE49-F238E27FC236}">
                <a16:creationId xmlns:a16="http://schemas.microsoft.com/office/drawing/2014/main" id="{CB1C8E8B-99F0-45A8-BCAB-DBB719616F12}"/>
              </a:ext>
            </a:extLst>
          </p:cNvPr>
          <p:cNvSpPr>
            <a:spLocks noGrp="1"/>
          </p:cNvSpPr>
          <p:nvPr>
            <p:ph type="title" hasCustomPrompt="1"/>
          </p:nvPr>
        </p:nvSpPr>
        <p:spPr bwMode="gray">
          <a:xfrm>
            <a:off x="467926" y="555639"/>
            <a:ext cx="9601200" cy="304699"/>
          </a:xfrm>
        </p:spPr>
        <p:txBody>
          <a:bodyPr/>
          <a:lstStyle>
            <a:lvl1pPr>
              <a:defRPr>
                <a:solidFill>
                  <a:schemeClr val="tx1"/>
                </a:solidFill>
                <a:latin typeface="+mj-lt"/>
              </a:defRPr>
            </a:lvl1pPr>
          </a:lstStyle>
          <a:p>
            <a:r>
              <a:rPr lang="en-US" dirty="0"/>
              <a:t>Slide title; Georgia Pro 22pt, sentence case (1 line)</a:t>
            </a:r>
          </a:p>
        </p:txBody>
      </p:sp>
      <p:sp>
        <p:nvSpPr>
          <p:cNvPr id="3" name="Date Placeholder">
            <a:extLst>
              <a:ext uri="{FF2B5EF4-FFF2-40B4-BE49-F238E27FC236}">
                <a16:creationId xmlns:a16="http://schemas.microsoft.com/office/drawing/2014/main" id="{8A49B71C-EE28-4F4C-994D-7E3486111388}"/>
              </a:ext>
            </a:extLst>
          </p:cNvPr>
          <p:cNvSpPr>
            <a:spLocks noGrp="1"/>
          </p:cNvSpPr>
          <p:nvPr>
            <p:ph type="dt" sz="half" idx="10"/>
          </p:nvPr>
        </p:nvSpPr>
        <p:spPr bwMode="gray"/>
        <p:txBody>
          <a:bodyPr/>
          <a:lstStyle/>
          <a:p>
            <a:fld id="{3230BBAE-C76A-4CE6-8EE2-113DEECEF41D}" type="datetime1">
              <a:rPr lang="en-US" smtClean="0"/>
              <a:t>5/5/2026</a:t>
            </a:fld>
            <a:endParaRPr lang="en-US" dirty="0"/>
          </a:p>
        </p:txBody>
      </p:sp>
      <p:sp>
        <p:nvSpPr>
          <p:cNvPr id="4" name="Footer Placeholder">
            <a:extLst>
              <a:ext uri="{FF2B5EF4-FFF2-40B4-BE49-F238E27FC236}">
                <a16:creationId xmlns:a16="http://schemas.microsoft.com/office/drawing/2014/main" id="{F7BFA8CA-0947-4A58-87AE-004F617F47B1}"/>
              </a:ext>
            </a:extLst>
          </p:cNvPr>
          <p:cNvSpPr>
            <a:spLocks noGrp="1"/>
          </p:cNvSpPr>
          <p:nvPr>
            <p:ph type="ftr" sz="quarter" idx="11"/>
          </p:nvPr>
        </p:nvSpPr>
        <p:spPr bwMode="gray"/>
        <p:txBody>
          <a:bodyPr/>
          <a:lstStyle/>
          <a:p>
            <a:r>
              <a:rPr lang="en-US" dirty="0"/>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C408F62C-9090-4EA7-BBD2-481410405BBE}"/>
              </a:ext>
            </a:extLst>
          </p:cNvPr>
          <p:cNvSpPr>
            <a:spLocks noGrp="1"/>
          </p:cNvSpPr>
          <p:nvPr>
            <p:ph type="sldNum" sz="quarter" idx="12"/>
          </p:nvPr>
        </p:nvSpPr>
        <p:spPr bwMode="gray"/>
        <p:txBody>
          <a:bodyPr/>
          <a:lstStyle/>
          <a:p>
            <a:fld id="{03805D93-7D4B-4CBC-BABC-3A8AC08CB7F4}" type="slidenum">
              <a:rPr lang="en-US" smtClean="0"/>
              <a:t>‹#›</a:t>
            </a:fld>
            <a:endParaRPr lang="en-US" dirty="0"/>
          </a:p>
        </p:txBody>
      </p:sp>
    </p:spTree>
    <p:extLst>
      <p:ext uri="{BB962C8B-B14F-4D97-AF65-F5344CB8AC3E}">
        <p14:creationId xmlns:p14="http://schemas.microsoft.com/office/powerpoint/2010/main" val="1459642417"/>
      </p:ext>
    </p:extLst>
  </p:cSld>
  <p:clrMapOvr>
    <a:masterClrMapping/>
  </p:clrMapOvr>
  <p:extLst>
    <p:ext uri="{DCECCB84-F9BA-43D5-87BE-67443E8EF086}">
      <p15:sldGuideLst xmlns:p15="http://schemas.microsoft.com/office/powerpoint/2012/main">
        <p15:guide id="1" orient="horz" pos="3776">
          <p15:clr>
            <a:srgbClr val="5ACBF0"/>
          </p15:clr>
        </p15:guide>
        <p15:guide id="3" orient="horz" pos="1056">
          <p15:clr>
            <a:srgbClr val="5ACBF0"/>
          </p15:clr>
        </p15:guide>
        <p15:guide id="4" orient="horz" pos="344">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Subhead - Effervescent">
    <p:bg>
      <p:bgPr>
        <a:solidFill>
          <a:schemeClr val="bg1"/>
        </a:solidFill>
        <a:effectLst/>
      </p:bgPr>
    </p:bg>
    <p:spTree>
      <p:nvGrpSpPr>
        <p:cNvPr id="1" name=""/>
        <p:cNvGrpSpPr/>
        <p:nvPr/>
      </p:nvGrpSpPr>
      <p:grpSpPr>
        <a:xfrm>
          <a:off x="0" y="0"/>
          <a:ext cx="0" cy="0"/>
          <a:chOff x="0" y="0"/>
          <a:chExt cx="0" cy="0"/>
        </a:xfrm>
      </p:grpSpPr>
      <p:sp>
        <p:nvSpPr>
          <p:cNvPr id="7" name="Warm White Header">
            <a:extLst>
              <a:ext uri="{FF2B5EF4-FFF2-40B4-BE49-F238E27FC236}">
                <a16:creationId xmlns:a16="http://schemas.microsoft.com/office/drawing/2014/main" id="{5E699A90-2986-06DD-E06B-2752FC311656}"/>
              </a:ext>
              <a:ext uri="{C183D7F6-B498-43B3-948B-1728B52AA6E4}">
                <adec:decorative xmlns:adec="http://schemas.microsoft.com/office/drawing/2017/decorative" val="1"/>
              </a:ext>
            </a:extLst>
          </p:cNvPr>
          <p:cNvSpPr/>
          <p:nvPr userDrawn="1"/>
        </p:nvSpPr>
        <p:spPr bwMode="gray">
          <a:xfrm>
            <a:off x="0" y="0"/>
            <a:ext cx="12192000" cy="1463040"/>
          </a:xfrm>
          <a:prstGeom prst="rect">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pic>
        <p:nvPicPr>
          <p:cNvPr id="6" name="Effervescent Os">
            <a:extLst>
              <a:ext uri="{FF2B5EF4-FFF2-40B4-BE49-F238E27FC236}">
                <a16:creationId xmlns:a16="http://schemas.microsoft.com/office/drawing/2014/main" id="{1A1059DC-B75D-C98B-CC52-8E14BE97638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gray">
          <a:xfrm>
            <a:off x="7631264" y="4500049"/>
            <a:ext cx="4560735" cy="2357951"/>
          </a:xfrm>
          <a:prstGeom prst="rect">
            <a:avLst/>
          </a:prstGeom>
        </p:spPr>
      </p:pic>
      <p:sp>
        <p:nvSpPr>
          <p:cNvPr id="2" name="Title">
            <a:extLst>
              <a:ext uri="{FF2B5EF4-FFF2-40B4-BE49-F238E27FC236}">
                <a16:creationId xmlns:a16="http://schemas.microsoft.com/office/drawing/2014/main" id="{70871777-1CC4-46CB-8EB7-B1DE3217D445}"/>
              </a:ext>
            </a:extLst>
          </p:cNvPr>
          <p:cNvSpPr>
            <a:spLocks noGrp="1"/>
          </p:cNvSpPr>
          <p:nvPr>
            <p:ph type="title" hasCustomPrompt="1"/>
          </p:nvPr>
        </p:nvSpPr>
        <p:spPr bwMode="gray">
          <a:xfrm>
            <a:off x="467927" y="555639"/>
            <a:ext cx="9601200" cy="304699"/>
          </a:xfrm>
        </p:spPr>
        <p:txBody>
          <a:bodyPr/>
          <a:lstStyle>
            <a:lvl1pPr>
              <a:defRPr>
                <a:solidFill>
                  <a:schemeClr val="tx1"/>
                </a:solidFill>
                <a:latin typeface="+mj-lt"/>
              </a:defRPr>
            </a:lvl1pPr>
          </a:lstStyle>
          <a:p>
            <a:r>
              <a:rPr lang="en-US" dirty="0"/>
              <a:t>Slide title; Georgia Pro 22pt, sentence case (1 line)</a:t>
            </a:r>
          </a:p>
        </p:txBody>
      </p:sp>
      <p:sp>
        <p:nvSpPr>
          <p:cNvPr id="8" name="Subtitle Placeholder">
            <a:extLst>
              <a:ext uri="{FF2B5EF4-FFF2-40B4-BE49-F238E27FC236}">
                <a16:creationId xmlns:a16="http://schemas.microsoft.com/office/drawing/2014/main" id="{760BD2C6-F5E4-43C7-9A69-D1113FFABFA9}"/>
              </a:ext>
            </a:extLst>
          </p:cNvPr>
          <p:cNvSpPr>
            <a:spLocks noGrp="1"/>
          </p:cNvSpPr>
          <p:nvPr>
            <p:ph type="body" sz="quarter" idx="13" hasCustomPrompt="1"/>
          </p:nvPr>
        </p:nvSpPr>
        <p:spPr bwMode="gray">
          <a:xfrm>
            <a:off x="467926" y="958653"/>
            <a:ext cx="9601200" cy="246221"/>
          </a:xfrm>
        </p:spPr>
        <p:txBody>
          <a:bodyPr wrap="square">
            <a:spAutoFit/>
          </a:bodyPr>
          <a:lstStyle>
            <a:lvl1pPr>
              <a:lnSpc>
                <a:spcPct val="100000"/>
              </a:lnSpc>
              <a:spcBef>
                <a:spcPts val="0"/>
              </a:spcBef>
              <a:defRPr sz="1600" b="0">
                <a:solidFill>
                  <a:schemeClr val="tx1"/>
                </a:solidFill>
              </a:defRPr>
            </a:lvl1pPr>
          </a:lstStyle>
          <a:p>
            <a:pPr lvl="0"/>
            <a:r>
              <a:rPr lang="en-US" dirty="0"/>
              <a:t>Slide subtitle; Arial 16pt, sentence case (1 line)</a:t>
            </a:r>
          </a:p>
        </p:txBody>
      </p:sp>
      <p:sp>
        <p:nvSpPr>
          <p:cNvPr id="3" name="Date Placeholder">
            <a:extLst>
              <a:ext uri="{FF2B5EF4-FFF2-40B4-BE49-F238E27FC236}">
                <a16:creationId xmlns:a16="http://schemas.microsoft.com/office/drawing/2014/main" id="{76B3DF85-06AB-4D09-9458-B0A4DE468FDB}"/>
              </a:ext>
            </a:extLst>
          </p:cNvPr>
          <p:cNvSpPr>
            <a:spLocks noGrp="1"/>
          </p:cNvSpPr>
          <p:nvPr>
            <p:ph type="dt" sz="half" idx="10"/>
          </p:nvPr>
        </p:nvSpPr>
        <p:spPr bwMode="gray"/>
        <p:txBody>
          <a:bodyPr/>
          <a:lstStyle/>
          <a:p>
            <a:fld id="{A484B163-B259-43E8-837E-94CD4522CD39}" type="datetime1">
              <a:rPr lang="en-US" smtClean="0"/>
              <a:t>5/5/2026</a:t>
            </a:fld>
            <a:endParaRPr lang="en-US" dirty="0"/>
          </a:p>
        </p:txBody>
      </p:sp>
      <p:sp>
        <p:nvSpPr>
          <p:cNvPr id="4" name="Footer Placeholder">
            <a:extLst>
              <a:ext uri="{FF2B5EF4-FFF2-40B4-BE49-F238E27FC236}">
                <a16:creationId xmlns:a16="http://schemas.microsoft.com/office/drawing/2014/main" id="{20A558EA-9255-4DE1-B9D1-B0557684C783}"/>
              </a:ext>
            </a:extLst>
          </p:cNvPr>
          <p:cNvSpPr>
            <a:spLocks noGrp="1"/>
          </p:cNvSpPr>
          <p:nvPr>
            <p:ph type="ftr" sz="quarter" idx="11"/>
          </p:nvPr>
        </p:nvSpPr>
        <p:spPr bwMode="gray"/>
        <p:txBody>
          <a:bodyPr/>
          <a:lstStyle/>
          <a:p>
            <a:r>
              <a:rPr lang="en-US" dirty="0"/>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CFBBDC95-8D51-42CB-B4C0-9B8E3C030FAA}"/>
              </a:ext>
            </a:extLst>
          </p:cNvPr>
          <p:cNvSpPr>
            <a:spLocks noGrp="1"/>
          </p:cNvSpPr>
          <p:nvPr>
            <p:ph type="sldNum" sz="quarter" idx="12"/>
          </p:nvPr>
        </p:nvSpPr>
        <p:spPr bwMode="gray"/>
        <p:txBody>
          <a:bodyPr/>
          <a:lstStyle/>
          <a:p>
            <a:fld id="{03805D93-7D4B-4CBC-BABC-3A8AC08CB7F4}" type="slidenum">
              <a:rPr lang="en-US" smtClean="0"/>
              <a:pPr/>
              <a:t>‹#›</a:t>
            </a:fld>
            <a:endParaRPr lang="en-US" dirty="0"/>
          </a:p>
        </p:txBody>
      </p:sp>
    </p:spTree>
    <p:extLst>
      <p:ext uri="{BB962C8B-B14F-4D97-AF65-F5344CB8AC3E}">
        <p14:creationId xmlns:p14="http://schemas.microsoft.com/office/powerpoint/2010/main" val="3907383316"/>
      </p:ext>
    </p:extLst>
  </p:cSld>
  <p:clrMapOvr>
    <a:masterClrMapping/>
  </p:clrMapOvr>
  <p:extLst>
    <p:ext uri="{DCECCB84-F9BA-43D5-87BE-67443E8EF086}">
      <p15:sldGuideLst xmlns:p15="http://schemas.microsoft.com/office/powerpoint/2012/main">
        <p15:guide id="1" orient="horz" pos="3776">
          <p15:clr>
            <a:srgbClr val="5ACBF0"/>
          </p15:clr>
        </p15:guide>
        <p15:guide id="2" orient="horz" pos="600">
          <p15:clr>
            <a:srgbClr val="5ACBF0"/>
          </p15:clr>
        </p15:guide>
        <p15:guide id="3" orient="horz" pos="1056">
          <p15:clr>
            <a:srgbClr val="5ACBF0"/>
          </p15:clr>
        </p15:guide>
        <p15:guide id="4" orient="horz" pos="344">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Two Lines - Effervescent">
    <p:spTree>
      <p:nvGrpSpPr>
        <p:cNvPr id="1" name=""/>
        <p:cNvGrpSpPr/>
        <p:nvPr/>
      </p:nvGrpSpPr>
      <p:grpSpPr>
        <a:xfrm>
          <a:off x="0" y="0"/>
          <a:ext cx="0" cy="0"/>
          <a:chOff x="0" y="0"/>
          <a:chExt cx="0" cy="0"/>
        </a:xfrm>
      </p:grpSpPr>
      <p:sp>
        <p:nvSpPr>
          <p:cNvPr id="4" name="Warm White Header">
            <a:extLst>
              <a:ext uri="{FF2B5EF4-FFF2-40B4-BE49-F238E27FC236}">
                <a16:creationId xmlns:a16="http://schemas.microsoft.com/office/drawing/2014/main" id="{1882A4AD-148D-013D-7533-0E6CBEDA2F87}"/>
              </a:ext>
              <a:ext uri="{C183D7F6-B498-43B3-948B-1728B52AA6E4}">
                <adec:decorative xmlns:adec="http://schemas.microsoft.com/office/drawing/2017/decorative" val="1"/>
              </a:ext>
            </a:extLst>
          </p:cNvPr>
          <p:cNvSpPr/>
          <p:nvPr userDrawn="1"/>
        </p:nvSpPr>
        <p:spPr bwMode="gray">
          <a:xfrm>
            <a:off x="0" y="0"/>
            <a:ext cx="12192000" cy="1463040"/>
          </a:xfrm>
          <a:prstGeom prst="rect">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pic>
        <p:nvPicPr>
          <p:cNvPr id="3" name="Effervescent Os">
            <a:extLst>
              <a:ext uri="{FF2B5EF4-FFF2-40B4-BE49-F238E27FC236}">
                <a16:creationId xmlns:a16="http://schemas.microsoft.com/office/drawing/2014/main" id="{A6D485F7-A9E9-B8F1-3134-F2EF4A56161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gray">
          <a:xfrm>
            <a:off x="7631264" y="4500049"/>
            <a:ext cx="4560735" cy="2357951"/>
          </a:xfrm>
          <a:prstGeom prst="rect">
            <a:avLst/>
          </a:prstGeom>
        </p:spPr>
      </p:pic>
      <p:sp>
        <p:nvSpPr>
          <p:cNvPr id="2" name="Title">
            <a:extLst>
              <a:ext uri="{FF2B5EF4-FFF2-40B4-BE49-F238E27FC236}">
                <a16:creationId xmlns:a16="http://schemas.microsoft.com/office/drawing/2014/main" id="{CB1C8E8B-99F0-45A8-BCAB-DBB719616F12}"/>
              </a:ext>
            </a:extLst>
          </p:cNvPr>
          <p:cNvSpPr>
            <a:spLocks noGrp="1"/>
          </p:cNvSpPr>
          <p:nvPr>
            <p:ph type="title" hasCustomPrompt="1"/>
          </p:nvPr>
        </p:nvSpPr>
        <p:spPr bwMode="gray">
          <a:xfrm>
            <a:off x="467926" y="555639"/>
            <a:ext cx="9601200" cy="609398"/>
          </a:xfrm>
        </p:spPr>
        <p:txBody>
          <a:bodyPr/>
          <a:lstStyle>
            <a:lvl1pPr>
              <a:defRPr>
                <a:solidFill>
                  <a:schemeClr val="tx1"/>
                </a:solidFill>
                <a:latin typeface="+mj-lt"/>
              </a:defRPr>
            </a:lvl1pPr>
          </a:lstStyle>
          <a:p>
            <a:r>
              <a:rPr lang="en-US" dirty="0"/>
              <a:t>Slide title; Georgia Pro 22pt, sentence case. This layout accommodates a slide title that is a maximum of 2 lines.</a:t>
            </a:r>
          </a:p>
        </p:txBody>
      </p:sp>
      <p:sp>
        <p:nvSpPr>
          <p:cNvPr id="6" name="Date Placeholder">
            <a:extLst>
              <a:ext uri="{FF2B5EF4-FFF2-40B4-BE49-F238E27FC236}">
                <a16:creationId xmlns:a16="http://schemas.microsoft.com/office/drawing/2014/main" id="{371431DB-E6A6-49C5-8087-27C6A3B2A54B}"/>
              </a:ext>
            </a:extLst>
          </p:cNvPr>
          <p:cNvSpPr>
            <a:spLocks noGrp="1"/>
          </p:cNvSpPr>
          <p:nvPr>
            <p:ph type="dt" sz="half" idx="10"/>
          </p:nvPr>
        </p:nvSpPr>
        <p:spPr bwMode="gray"/>
        <p:txBody>
          <a:bodyPr/>
          <a:lstStyle/>
          <a:p>
            <a:fld id="{E602961C-62DA-4519-8757-A8A16E4ED84D}" type="datetime1">
              <a:rPr lang="en-US" smtClean="0"/>
              <a:t>5/5/2026</a:t>
            </a:fld>
            <a:endParaRPr lang="en-US" dirty="0"/>
          </a:p>
        </p:txBody>
      </p:sp>
      <p:sp>
        <p:nvSpPr>
          <p:cNvPr id="7" name="Footer Placeholder">
            <a:extLst>
              <a:ext uri="{FF2B5EF4-FFF2-40B4-BE49-F238E27FC236}">
                <a16:creationId xmlns:a16="http://schemas.microsoft.com/office/drawing/2014/main" id="{2F19E74A-0080-4967-9833-9ACB7226DDE7}"/>
              </a:ext>
            </a:extLst>
          </p:cNvPr>
          <p:cNvSpPr>
            <a:spLocks noGrp="1"/>
          </p:cNvSpPr>
          <p:nvPr>
            <p:ph type="ftr" sz="quarter" idx="11"/>
          </p:nvPr>
        </p:nvSpPr>
        <p:spPr bwMode="gray"/>
        <p:txBody>
          <a:bodyPr/>
          <a:lstStyle/>
          <a:p>
            <a:r>
              <a:rPr lang="en-US" dirty="0"/>
              <a:t>Confidential property of Optum. Do not distribute or reproduce without express permission from Optum.</a:t>
            </a:r>
          </a:p>
        </p:txBody>
      </p:sp>
      <p:sp>
        <p:nvSpPr>
          <p:cNvPr id="8" name="Slide Number Placeholder">
            <a:extLst>
              <a:ext uri="{FF2B5EF4-FFF2-40B4-BE49-F238E27FC236}">
                <a16:creationId xmlns:a16="http://schemas.microsoft.com/office/drawing/2014/main" id="{8B45D769-A041-452F-B2B9-DCBF82634579}"/>
              </a:ext>
            </a:extLst>
          </p:cNvPr>
          <p:cNvSpPr>
            <a:spLocks noGrp="1"/>
          </p:cNvSpPr>
          <p:nvPr>
            <p:ph type="sldNum" sz="quarter" idx="12"/>
          </p:nvPr>
        </p:nvSpPr>
        <p:spPr bwMode="gray"/>
        <p:txBody>
          <a:bodyPr/>
          <a:lstStyle/>
          <a:p>
            <a:fld id="{03805D93-7D4B-4CBC-BABC-3A8AC08CB7F4}" type="slidenum">
              <a:rPr lang="en-US" smtClean="0"/>
              <a:pPr/>
              <a:t>‹#›</a:t>
            </a:fld>
            <a:endParaRPr lang="en-US" dirty="0"/>
          </a:p>
        </p:txBody>
      </p:sp>
    </p:spTree>
    <p:extLst>
      <p:ext uri="{BB962C8B-B14F-4D97-AF65-F5344CB8AC3E}">
        <p14:creationId xmlns:p14="http://schemas.microsoft.com/office/powerpoint/2010/main" val="2847322010"/>
      </p:ext>
    </p:extLst>
  </p:cSld>
  <p:clrMapOvr>
    <a:masterClrMapping/>
  </p:clrMapOvr>
  <p:extLst>
    <p:ext uri="{DCECCB84-F9BA-43D5-87BE-67443E8EF086}">
      <p15:sldGuideLst xmlns:p15="http://schemas.microsoft.com/office/powerpoint/2012/main">
        <p15:guide id="1" orient="horz" pos="3776">
          <p15:clr>
            <a:srgbClr val="5ACBF0"/>
          </p15:clr>
        </p15:guide>
        <p15:guide id="2" orient="horz" pos="1056">
          <p15:clr>
            <a:srgbClr val="5ACBF0"/>
          </p15:clr>
        </p15:guide>
        <p15:guide id="3" orient="horz" pos="344">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 Effervescent">
    <p:bg bwMode="gray">
      <p:bgRef idx="1001">
        <a:schemeClr val="bg1"/>
      </p:bgRef>
    </p:bg>
    <p:spTree>
      <p:nvGrpSpPr>
        <p:cNvPr id="1" name=""/>
        <p:cNvGrpSpPr/>
        <p:nvPr/>
      </p:nvGrpSpPr>
      <p:grpSpPr>
        <a:xfrm>
          <a:off x="0" y="0"/>
          <a:ext cx="0" cy="0"/>
          <a:chOff x="0" y="0"/>
          <a:chExt cx="0" cy="0"/>
        </a:xfrm>
      </p:grpSpPr>
      <p:pic>
        <p:nvPicPr>
          <p:cNvPr id="7" name="Effervescent Os">
            <a:extLst>
              <a:ext uri="{FF2B5EF4-FFF2-40B4-BE49-F238E27FC236}">
                <a16:creationId xmlns:a16="http://schemas.microsoft.com/office/drawing/2014/main" id="{71C2CAC8-6FDD-6AAD-5324-0AEE67268C3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gray">
          <a:xfrm>
            <a:off x="7631264" y="4500049"/>
            <a:ext cx="4560735" cy="2357951"/>
          </a:xfrm>
          <a:prstGeom prst="rect">
            <a:avLst/>
          </a:prstGeom>
        </p:spPr>
      </p:pic>
      <p:sp>
        <p:nvSpPr>
          <p:cNvPr id="2" name="Date Placeholder">
            <a:extLst>
              <a:ext uri="{FF2B5EF4-FFF2-40B4-BE49-F238E27FC236}">
                <a16:creationId xmlns:a16="http://schemas.microsoft.com/office/drawing/2014/main" id="{2A88930E-BBA5-4E1B-A5EF-DED17AD07096}"/>
              </a:ext>
            </a:extLst>
          </p:cNvPr>
          <p:cNvSpPr>
            <a:spLocks noGrp="1"/>
          </p:cNvSpPr>
          <p:nvPr>
            <p:ph type="dt" sz="half" idx="10"/>
          </p:nvPr>
        </p:nvSpPr>
        <p:spPr bwMode="gray"/>
        <p:txBody>
          <a:bodyPr/>
          <a:lstStyle/>
          <a:p>
            <a:fld id="{92D12E12-A5FF-4A92-BB8B-4E7579B2C9CF}" type="datetime1">
              <a:rPr lang="en-US" smtClean="0"/>
              <a:t>5/5/2026</a:t>
            </a:fld>
            <a:endParaRPr lang="en-US" dirty="0"/>
          </a:p>
        </p:txBody>
      </p:sp>
      <p:sp>
        <p:nvSpPr>
          <p:cNvPr id="3" name="Footer Placeholder">
            <a:extLst>
              <a:ext uri="{FF2B5EF4-FFF2-40B4-BE49-F238E27FC236}">
                <a16:creationId xmlns:a16="http://schemas.microsoft.com/office/drawing/2014/main" id="{D820AF22-0BC8-4D54-AFFC-11C9299ACFC0}"/>
              </a:ext>
            </a:extLst>
          </p:cNvPr>
          <p:cNvSpPr>
            <a:spLocks noGrp="1"/>
          </p:cNvSpPr>
          <p:nvPr>
            <p:ph type="ftr" sz="quarter" idx="11"/>
          </p:nvPr>
        </p:nvSpPr>
        <p:spPr bwMode="gray"/>
        <p:txBody>
          <a:bodyPr/>
          <a:lstStyle/>
          <a:p>
            <a:r>
              <a:rPr lang="en-US" dirty="0"/>
              <a:t>Confidential property of Optum. Do not distribute or reproduce without express permission from Optum.</a:t>
            </a:r>
          </a:p>
        </p:txBody>
      </p:sp>
      <p:sp>
        <p:nvSpPr>
          <p:cNvPr id="4" name="Slide Number Placeholder">
            <a:extLst>
              <a:ext uri="{FF2B5EF4-FFF2-40B4-BE49-F238E27FC236}">
                <a16:creationId xmlns:a16="http://schemas.microsoft.com/office/drawing/2014/main" id="{7F8E785F-27DE-459F-AC73-FAA76F4C475F}"/>
              </a:ext>
            </a:extLst>
          </p:cNvPr>
          <p:cNvSpPr>
            <a:spLocks noGrp="1"/>
          </p:cNvSpPr>
          <p:nvPr>
            <p:ph type="sldNum" sz="quarter" idx="12"/>
          </p:nvPr>
        </p:nvSpPr>
        <p:spPr bwMode="gray"/>
        <p:txBody>
          <a:bodyPr/>
          <a:lstStyle/>
          <a:p>
            <a:fld id="{03805D93-7D4B-4CBC-BABC-3A8AC08CB7F4}" type="slidenum">
              <a:rPr lang="en-US" smtClean="0"/>
              <a:t>‹#›</a:t>
            </a:fld>
            <a:endParaRPr lang="en-US" dirty="0"/>
          </a:p>
        </p:txBody>
      </p:sp>
    </p:spTree>
    <p:extLst>
      <p:ext uri="{BB962C8B-B14F-4D97-AF65-F5344CB8AC3E}">
        <p14:creationId xmlns:p14="http://schemas.microsoft.com/office/powerpoint/2010/main" val="4132739425"/>
      </p:ext>
    </p:extLst>
  </p:cSld>
  <p:clrMapOvr>
    <a:masterClrMapping/>
  </p:clrMapOvr>
  <p:extLst>
    <p:ext uri="{DCECCB84-F9BA-43D5-87BE-67443E8EF086}">
      <p15:sldGuideLst xmlns:p15="http://schemas.microsoft.com/office/powerpoint/2012/main">
        <p15:guide id="1" orient="horz" pos="3776">
          <p15:clr>
            <a:srgbClr val="5ACBF0"/>
          </p15:clr>
        </p15:guide>
        <p15:guide id="4" orient="horz" pos="344">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  *  ">
    <p:bg bwMode="gray">
      <p:bgRef idx="1001">
        <a:schemeClr val="bg1"/>
      </p:bgRef>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AF95C5A8-FAFE-4EA7-1617-7FDC41A7C405}"/>
              </a:ext>
              <a:ext uri="{C183D7F6-B498-43B3-948B-1728B52AA6E4}">
                <adec:decorative xmlns:adec="http://schemas.microsoft.com/office/drawing/2017/decorative" val="1"/>
              </a:ext>
            </a:extLst>
          </p:cNvPr>
          <p:cNvCxnSpPr/>
          <p:nvPr userDrawn="1"/>
        </p:nvCxnSpPr>
        <p:spPr bwMode="gray">
          <a:xfrm>
            <a:off x="6096000" y="682647"/>
            <a:ext cx="0" cy="5492706"/>
          </a:xfrm>
          <a:prstGeom prst="line">
            <a:avLst/>
          </a:prstGeom>
          <a:ln w="381000" cap="rnd">
            <a:solidFill>
              <a:srgbClr val="7030A0"/>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1800041"/>
      </p:ext>
    </p:extLst>
  </p:cSld>
  <p:clrMapOvr>
    <a:overrideClrMapping bg1="lt1" tx1="dk1" bg2="lt2" tx2="dk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Title Only - Left Rail">
    <p:bg bwMode="gray">
      <p:bgRef idx="1001">
        <a:schemeClr val="bg2"/>
      </p:bgRef>
    </p:bg>
    <p:spTree>
      <p:nvGrpSpPr>
        <p:cNvPr id="1" name=""/>
        <p:cNvGrpSpPr/>
        <p:nvPr/>
      </p:nvGrpSpPr>
      <p:grpSpPr>
        <a:xfrm>
          <a:off x="0" y="0"/>
          <a:ext cx="0" cy="0"/>
          <a:chOff x="0" y="0"/>
          <a:chExt cx="0" cy="0"/>
        </a:xfrm>
      </p:grpSpPr>
      <p:sp>
        <p:nvSpPr>
          <p:cNvPr id="9" name="White Background">
            <a:extLst>
              <a:ext uri="{FF2B5EF4-FFF2-40B4-BE49-F238E27FC236}">
                <a16:creationId xmlns:a16="http://schemas.microsoft.com/office/drawing/2014/main" id="{6B6FF156-0FA2-6FF1-42A2-8B45C9EE505F}"/>
              </a:ext>
              <a:ext uri="{C183D7F6-B498-43B3-948B-1728B52AA6E4}">
                <adec:decorative xmlns:adec="http://schemas.microsoft.com/office/drawing/2017/decorative" val="1"/>
              </a:ext>
            </a:extLst>
          </p:cNvPr>
          <p:cNvSpPr/>
          <p:nvPr userDrawn="1"/>
        </p:nvSpPr>
        <p:spPr bwMode="gray">
          <a:xfrm flipH="1">
            <a:off x="0" y="0"/>
            <a:ext cx="4641368" cy="6858000"/>
          </a:xfrm>
          <a:prstGeom prst="rect">
            <a:avLst/>
          </a:prstGeom>
          <a:solidFill>
            <a:schemeClr val="bg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cxnSp>
        <p:nvCxnSpPr>
          <p:cNvPr id="6" name="Stroke">
            <a:extLst>
              <a:ext uri="{FF2B5EF4-FFF2-40B4-BE49-F238E27FC236}">
                <a16:creationId xmlns:a16="http://schemas.microsoft.com/office/drawing/2014/main" id="{BD9CD311-D0CD-8EE2-3CD8-1761BC046561}"/>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CB1C8E8B-99F0-45A8-BCAB-DBB719616F12}"/>
              </a:ext>
            </a:extLst>
          </p:cNvPr>
          <p:cNvSpPr>
            <a:spLocks noGrp="1"/>
          </p:cNvSpPr>
          <p:nvPr>
            <p:ph type="title" hasCustomPrompt="1"/>
          </p:nvPr>
        </p:nvSpPr>
        <p:spPr bwMode="gray">
          <a:xfrm>
            <a:off x="467923" y="555639"/>
            <a:ext cx="3840480" cy="1828193"/>
          </a:xfrm>
        </p:spPr>
        <p:txBody>
          <a:bodyPr/>
          <a:lstStyle>
            <a:lvl1pPr>
              <a:defRPr>
                <a:solidFill>
                  <a:schemeClr val="tx1"/>
                </a:solidFill>
                <a:latin typeface="+mj-lt"/>
              </a:defRPr>
            </a:lvl1pPr>
          </a:lstStyle>
          <a:p>
            <a:r>
              <a:rPr lang="en-US" dirty="0"/>
              <a:t>Slide title; Georgia Pro 22pt, sentence case. This layout accommodates a slide title that extends downward.</a:t>
            </a:r>
            <a:br>
              <a:rPr lang="en-US" dirty="0"/>
            </a:br>
            <a:br>
              <a:rPr lang="en-US" dirty="0"/>
            </a:br>
            <a:r>
              <a:rPr lang="en-US" dirty="0"/>
              <a:t>(No max lines)</a:t>
            </a:r>
          </a:p>
        </p:txBody>
      </p:sp>
      <p:pic>
        <p:nvPicPr>
          <p:cNvPr id="10" name="Optum Logo" descr="Optum">
            <a:extLst>
              <a:ext uri="{FF2B5EF4-FFF2-40B4-BE49-F238E27FC236}">
                <a16:creationId xmlns:a16="http://schemas.microsoft.com/office/drawing/2014/main" id="{BFE84C36-D3B2-228C-74F4-DD80A067A52E}"/>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343650"/>
            <a:ext cx="773055" cy="223837"/>
          </a:xfrm>
          <a:prstGeom prst="rect">
            <a:avLst/>
          </a:prstGeom>
        </p:spPr>
      </p:pic>
      <p:sp>
        <p:nvSpPr>
          <p:cNvPr id="3" name="Date Placeholder">
            <a:extLst>
              <a:ext uri="{FF2B5EF4-FFF2-40B4-BE49-F238E27FC236}">
                <a16:creationId xmlns:a16="http://schemas.microsoft.com/office/drawing/2014/main" id="{8A49B71C-EE28-4F4C-994D-7E3486111388}"/>
              </a:ext>
            </a:extLst>
          </p:cNvPr>
          <p:cNvSpPr>
            <a:spLocks noGrp="1"/>
          </p:cNvSpPr>
          <p:nvPr>
            <p:ph type="dt" sz="half" idx="10"/>
          </p:nvPr>
        </p:nvSpPr>
        <p:spPr bwMode="gray"/>
        <p:txBody>
          <a:bodyPr/>
          <a:lstStyle/>
          <a:p>
            <a:fld id="{3230BBAE-C76A-4CE6-8EE2-113DEECEF41D}" type="datetime1">
              <a:rPr lang="en-US" smtClean="0"/>
              <a:t>5/5/2026</a:t>
            </a:fld>
            <a:endParaRPr lang="en-US" dirty="0"/>
          </a:p>
        </p:txBody>
      </p:sp>
      <p:sp>
        <p:nvSpPr>
          <p:cNvPr id="4" name="Footer Placeholder">
            <a:extLst>
              <a:ext uri="{FF2B5EF4-FFF2-40B4-BE49-F238E27FC236}">
                <a16:creationId xmlns:a16="http://schemas.microsoft.com/office/drawing/2014/main" id="{F7BFA8CA-0947-4A58-87AE-004F617F47B1}"/>
              </a:ext>
            </a:extLst>
          </p:cNvPr>
          <p:cNvSpPr>
            <a:spLocks noGrp="1"/>
          </p:cNvSpPr>
          <p:nvPr>
            <p:ph type="ftr" sz="quarter" idx="11"/>
          </p:nvPr>
        </p:nvSpPr>
        <p:spPr bwMode="gray"/>
        <p:txBody>
          <a:bodyPr/>
          <a:lstStyle/>
          <a:p>
            <a:r>
              <a:rPr lang="en-US" dirty="0"/>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C408F62C-9090-4EA7-BBD2-481410405BBE}"/>
              </a:ext>
            </a:extLst>
          </p:cNvPr>
          <p:cNvSpPr>
            <a:spLocks noGrp="1"/>
          </p:cNvSpPr>
          <p:nvPr>
            <p:ph type="sldNum" sz="quarter" idx="12"/>
          </p:nvPr>
        </p:nvSpPr>
        <p:spPr bwMode="gray"/>
        <p:txBody>
          <a:bodyPr/>
          <a:lstStyle/>
          <a:p>
            <a:fld id="{03805D93-7D4B-4CBC-BABC-3A8AC08CB7F4}" type="slidenum">
              <a:rPr lang="en-US" smtClean="0"/>
              <a:t>‹#›</a:t>
            </a:fld>
            <a:endParaRPr lang="en-US" dirty="0"/>
          </a:p>
        </p:txBody>
      </p:sp>
    </p:spTree>
    <p:extLst>
      <p:ext uri="{BB962C8B-B14F-4D97-AF65-F5344CB8AC3E}">
        <p14:creationId xmlns:p14="http://schemas.microsoft.com/office/powerpoint/2010/main" val="233990205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3776">
          <p15:clr>
            <a:srgbClr val="5ACBF0"/>
          </p15:clr>
        </p15:guide>
        <p15:guide id="3" orient="horz" pos="344">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Only 02 - Left Rail">
    <p:spTree>
      <p:nvGrpSpPr>
        <p:cNvPr id="1" name=""/>
        <p:cNvGrpSpPr/>
        <p:nvPr/>
      </p:nvGrpSpPr>
      <p:grpSpPr>
        <a:xfrm>
          <a:off x="0" y="0"/>
          <a:ext cx="0" cy="0"/>
          <a:chOff x="0" y="0"/>
          <a:chExt cx="0" cy="0"/>
        </a:xfrm>
      </p:grpSpPr>
      <p:cxnSp>
        <p:nvCxnSpPr>
          <p:cNvPr id="6" name="Stroke">
            <a:extLst>
              <a:ext uri="{FF2B5EF4-FFF2-40B4-BE49-F238E27FC236}">
                <a16:creationId xmlns:a16="http://schemas.microsoft.com/office/drawing/2014/main" id="{BD9CD311-D0CD-8EE2-3CD8-1761BC046561}"/>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CB1C8E8B-99F0-45A8-BCAB-DBB719616F12}"/>
              </a:ext>
            </a:extLst>
          </p:cNvPr>
          <p:cNvSpPr>
            <a:spLocks noGrp="1"/>
          </p:cNvSpPr>
          <p:nvPr>
            <p:ph type="title" hasCustomPrompt="1"/>
          </p:nvPr>
        </p:nvSpPr>
        <p:spPr bwMode="gray">
          <a:xfrm>
            <a:off x="467926" y="555639"/>
            <a:ext cx="6726624" cy="304699"/>
          </a:xfrm>
        </p:spPr>
        <p:txBody>
          <a:bodyPr/>
          <a:lstStyle>
            <a:lvl1pPr>
              <a:defRPr b="0">
                <a:solidFill>
                  <a:schemeClr val="tx1"/>
                </a:solidFill>
                <a:latin typeface="+mj-lt"/>
              </a:defRPr>
            </a:lvl1pPr>
          </a:lstStyle>
          <a:p>
            <a:r>
              <a:rPr lang="en-US" dirty="0"/>
              <a:t>Slide title; Georgia Pro 22pt, sent. case (1 line)</a:t>
            </a:r>
          </a:p>
        </p:txBody>
      </p:sp>
      <p:sp>
        <p:nvSpPr>
          <p:cNvPr id="11" name="Warm White Box">
            <a:extLst>
              <a:ext uri="{FF2B5EF4-FFF2-40B4-BE49-F238E27FC236}">
                <a16:creationId xmlns:a16="http://schemas.microsoft.com/office/drawing/2014/main" id="{011336AB-7999-186F-DE45-125C45C42903}"/>
              </a:ext>
              <a:ext uri="{C183D7F6-B498-43B3-948B-1728B52AA6E4}">
                <adec:decorative xmlns:adec="http://schemas.microsoft.com/office/drawing/2017/decorative" val="1"/>
              </a:ext>
            </a:extLst>
          </p:cNvPr>
          <p:cNvSpPr/>
          <p:nvPr userDrawn="1"/>
        </p:nvSpPr>
        <p:spPr bwMode="gray">
          <a:xfrm>
            <a:off x="7525684" y="2875"/>
            <a:ext cx="4663439" cy="6852249"/>
          </a:xfrm>
          <a:prstGeom prst="rect">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7" name="Page Number">
            <a:extLst>
              <a:ext uri="{FF2B5EF4-FFF2-40B4-BE49-F238E27FC236}">
                <a16:creationId xmlns:a16="http://schemas.microsoft.com/office/drawing/2014/main" id="{77442741-A3C6-CDFF-AE9F-1DCB6CB5608E}"/>
              </a:ext>
            </a:extLst>
          </p:cNvPr>
          <p:cNvSpPr txBox="1"/>
          <p:nvPr userDrawn="1"/>
        </p:nvSpPr>
        <p:spPr bwMode="gray">
          <a:xfrm>
            <a:off x="11576115" y="6394249"/>
            <a:ext cx="157094" cy="153888"/>
          </a:xfrm>
          <a:prstGeom prst="rect">
            <a:avLst/>
          </a:prstGeom>
          <a:noFill/>
        </p:spPr>
        <p:txBody>
          <a:bodyPr wrap="none" lIns="0" tIns="0" rIns="0" bIns="0" rtlCol="0">
            <a:spAutoFit/>
          </a:bodyPr>
          <a:lstStyle/>
          <a:p>
            <a:pPr algn="r"/>
            <a:fld id="{F5A598C3-6D56-4DAD-9460-40026567CEE1}" type="slidenum">
              <a:rPr lang="en-US" sz="1000" b="1" smtClean="0">
                <a:solidFill>
                  <a:schemeClr val="tx1"/>
                </a:solidFill>
              </a:rPr>
              <a:pPr algn="r"/>
              <a:t>‹#›</a:t>
            </a:fld>
            <a:endParaRPr lang="en-US" sz="1000" b="1" dirty="0">
              <a:solidFill>
                <a:schemeClr val="tx1"/>
              </a:solidFill>
            </a:endParaRPr>
          </a:p>
        </p:txBody>
      </p:sp>
      <p:sp>
        <p:nvSpPr>
          <p:cNvPr id="3" name="Date Placeholder">
            <a:extLst>
              <a:ext uri="{FF2B5EF4-FFF2-40B4-BE49-F238E27FC236}">
                <a16:creationId xmlns:a16="http://schemas.microsoft.com/office/drawing/2014/main" id="{8A49B71C-EE28-4F4C-994D-7E3486111388}"/>
              </a:ext>
            </a:extLst>
          </p:cNvPr>
          <p:cNvSpPr>
            <a:spLocks noGrp="1"/>
          </p:cNvSpPr>
          <p:nvPr>
            <p:ph type="dt" sz="half" idx="10"/>
          </p:nvPr>
        </p:nvSpPr>
        <p:spPr bwMode="gray"/>
        <p:txBody>
          <a:bodyPr/>
          <a:lstStyle/>
          <a:p>
            <a:fld id="{3230BBAE-C76A-4CE6-8EE2-113DEECEF41D}" type="datetime1">
              <a:rPr lang="en-US" smtClean="0"/>
              <a:t>5/5/2026</a:t>
            </a:fld>
            <a:endParaRPr lang="en-US" dirty="0"/>
          </a:p>
        </p:txBody>
      </p:sp>
      <p:sp>
        <p:nvSpPr>
          <p:cNvPr id="4" name="Footer Placeholder">
            <a:extLst>
              <a:ext uri="{FF2B5EF4-FFF2-40B4-BE49-F238E27FC236}">
                <a16:creationId xmlns:a16="http://schemas.microsoft.com/office/drawing/2014/main" id="{F7BFA8CA-0947-4A58-87AE-004F617F47B1}"/>
              </a:ext>
            </a:extLst>
          </p:cNvPr>
          <p:cNvSpPr>
            <a:spLocks noGrp="1"/>
          </p:cNvSpPr>
          <p:nvPr>
            <p:ph type="ftr" sz="quarter" idx="11"/>
          </p:nvPr>
        </p:nvSpPr>
        <p:spPr bwMode="gray"/>
        <p:txBody>
          <a:bodyPr/>
          <a:lstStyle/>
          <a:p>
            <a:r>
              <a:rPr lang="en-US" dirty="0"/>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C408F62C-9090-4EA7-BBD2-481410405BBE}"/>
              </a:ext>
            </a:extLst>
          </p:cNvPr>
          <p:cNvSpPr>
            <a:spLocks noGrp="1"/>
          </p:cNvSpPr>
          <p:nvPr>
            <p:ph type="sldNum" sz="quarter" idx="12"/>
          </p:nvPr>
        </p:nvSpPr>
        <p:spPr bwMode="gray"/>
        <p:txBody>
          <a:bodyPr/>
          <a:lstStyle/>
          <a:p>
            <a:fld id="{03805D93-7D4B-4CBC-BABC-3A8AC08CB7F4}" type="slidenum">
              <a:rPr lang="en-US" smtClean="0"/>
              <a:t>‹#›</a:t>
            </a:fld>
            <a:endParaRPr lang="en-US" dirty="0"/>
          </a:p>
        </p:txBody>
      </p:sp>
    </p:spTree>
    <p:extLst>
      <p:ext uri="{BB962C8B-B14F-4D97-AF65-F5344CB8AC3E}">
        <p14:creationId xmlns:p14="http://schemas.microsoft.com/office/powerpoint/2010/main" val="2302911959"/>
      </p:ext>
    </p:extLst>
  </p:cSld>
  <p:clrMapOvr>
    <a:masterClrMapping/>
  </p:clrMapOvr>
  <p:extLst>
    <p:ext uri="{DCECCB84-F9BA-43D5-87BE-67443E8EF086}">
      <p15:sldGuideLst xmlns:p15="http://schemas.microsoft.com/office/powerpoint/2012/main">
        <p15:guide id="1" orient="horz" pos="3776">
          <p15:clr>
            <a:srgbClr val="5ACBF0"/>
          </p15:clr>
        </p15:guide>
        <p15:guide id="2" orient="horz" pos="792">
          <p15:clr>
            <a:srgbClr val="5ACBF0"/>
          </p15:clr>
        </p15:guide>
        <p15:guide id="3" orient="horz" pos="344">
          <p15:clr>
            <a:srgbClr val="5ACBF0"/>
          </p15:clr>
        </p15:guide>
        <p15:guide id="4" pos="4532">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Only 03 - Left Rail">
    <p:bg bwMode="gray">
      <p:bgRef idx="1001">
        <a:schemeClr val="bg2"/>
      </p:bgRef>
    </p:bg>
    <p:spTree>
      <p:nvGrpSpPr>
        <p:cNvPr id="1" name=""/>
        <p:cNvGrpSpPr/>
        <p:nvPr/>
      </p:nvGrpSpPr>
      <p:grpSpPr>
        <a:xfrm>
          <a:off x="0" y="0"/>
          <a:ext cx="0" cy="0"/>
          <a:chOff x="0" y="0"/>
          <a:chExt cx="0" cy="0"/>
        </a:xfrm>
      </p:grpSpPr>
      <p:sp>
        <p:nvSpPr>
          <p:cNvPr id="9" name="White Background">
            <a:extLst>
              <a:ext uri="{FF2B5EF4-FFF2-40B4-BE49-F238E27FC236}">
                <a16:creationId xmlns:a16="http://schemas.microsoft.com/office/drawing/2014/main" id="{6B6FF156-0FA2-6FF1-42A2-8B45C9EE505F}"/>
              </a:ext>
              <a:ext uri="{C183D7F6-B498-43B3-948B-1728B52AA6E4}">
                <adec:decorative xmlns:adec="http://schemas.microsoft.com/office/drawing/2017/decorative" val="1"/>
              </a:ext>
            </a:extLst>
          </p:cNvPr>
          <p:cNvSpPr/>
          <p:nvPr userDrawn="1"/>
        </p:nvSpPr>
        <p:spPr bwMode="gray">
          <a:xfrm flipH="1">
            <a:off x="0" y="0"/>
            <a:ext cx="4641368" cy="6858000"/>
          </a:xfrm>
          <a:prstGeom prst="rect">
            <a:avLst/>
          </a:prstGeom>
          <a:solidFill>
            <a:schemeClr val="bg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8" name="Orange Title Block">
            <a:extLst>
              <a:ext uri="{FF2B5EF4-FFF2-40B4-BE49-F238E27FC236}">
                <a16:creationId xmlns:a16="http://schemas.microsoft.com/office/drawing/2014/main" id="{37CCE16F-69CB-62C6-2C39-8169483F6862}"/>
              </a:ext>
              <a:ext uri="{C183D7F6-B498-43B3-948B-1728B52AA6E4}">
                <adec:decorative xmlns:adec="http://schemas.microsoft.com/office/drawing/2017/decorative" val="1"/>
              </a:ext>
            </a:extLst>
          </p:cNvPr>
          <p:cNvSpPr/>
          <p:nvPr userDrawn="1"/>
        </p:nvSpPr>
        <p:spPr bwMode="gray">
          <a:xfrm>
            <a:off x="0" y="2150388"/>
            <a:ext cx="140027" cy="2017460"/>
          </a:xfrm>
          <a:prstGeom prst="rect">
            <a:avLst/>
          </a:prstGeom>
          <a:solidFill>
            <a:schemeClr val="tx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Title">
            <a:extLst>
              <a:ext uri="{FF2B5EF4-FFF2-40B4-BE49-F238E27FC236}">
                <a16:creationId xmlns:a16="http://schemas.microsoft.com/office/drawing/2014/main" id="{CB1C8E8B-99F0-45A8-BCAB-DBB719616F12}"/>
              </a:ext>
            </a:extLst>
          </p:cNvPr>
          <p:cNvSpPr>
            <a:spLocks noGrp="1"/>
          </p:cNvSpPr>
          <p:nvPr>
            <p:ph type="title" hasCustomPrompt="1"/>
          </p:nvPr>
        </p:nvSpPr>
        <p:spPr bwMode="gray">
          <a:xfrm>
            <a:off x="467924" y="2176437"/>
            <a:ext cx="3840480" cy="304699"/>
          </a:xfrm>
        </p:spPr>
        <p:txBody>
          <a:bodyPr/>
          <a:lstStyle>
            <a:lvl1pPr>
              <a:defRPr>
                <a:solidFill>
                  <a:schemeClr val="tx1"/>
                </a:solidFill>
                <a:latin typeface="+mj-lt"/>
              </a:defRPr>
            </a:lvl1pPr>
          </a:lstStyle>
          <a:p>
            <a:r>
              <a:rPr lang="en-US" dirty="0"/>
              <a:t>Slide title; Georgia Pro 22pt.</a:t>
            </a:r>
          </a:p>
        </p:txBody>
      </p:sp>
      <p:sp>
        <p:nvSpPr>
          <p:cNvPr id="14" name="Text Placeholder 13">
            <a:extLst>
              <a:ext uri="{FF2B5EF4-FFF2-40B4-BE49-F238E27FC236}">
                <a16:creationId xmlns:a16="http://schemas.microsoft.com/office/drawing/2014/main" id="{1F10D86D-52E8-A8B6-AAFC-D4A919C77F6A}"/>
              </a:ext>
            </a:extLst>
          </p:cNvPr>
          <p:cNvSpPr>
            <a:spLocks noGrp="1"/>
          </p:cNvSpPr>
          <p:nvPr>
            <p:ph type="body" sz="quarter" idx="13" hasCustomPrompt="1"/>
          </p:nvPr>
        </p:nvSpPr>
        <p:spPr bwMode="gray">
          <a:xfrm>
            <a:off x="467924" y="2676747"/>
            <a:ext cx="3840480" cy="1491101"/>
          </a:xfrm>
        </p:spPr>
        <p:txBody>
          <a:bodyPr/>
          <a:lstStyle>
            <a:lvl1pPr>
              <a:defRPr sz="1400"/>
            </a:lvl1pPr>
            <a:lvl2pPr>
              <a:defRPr sz="1400"/>
            </a:lvl2pPr>
            <a:lvl3pPr>
              <a:defRPr sz="1400"/>
            </a:lvl3pPr>
            <a:lvl4pPr>
              <a:defRPr sz="1400"/>
            </a:lvl4pPr>
            <a:lvl5pPr>
              <a:defRPr sz="1400"/>
            </a:lvl5pPr>
          </a:lstStyle>
          <a:p>
            <a:pPr lvl="0"/>
            <a:r>
              <a:rPr lang="en-US" dirty="0"/>
              <a:t>The default Optum body style text is Arial 14pt regular, text 1 for color. The default Optum body style text is Arial 14pt regular, text 1 for color. The default Optum body style text is Arial 14pt regular, text 1 for color. The default Optum body style text is Arial 14pt regular, text 1 for color.</a:t>
            </a:r>
          </a:p>
        </p:txBody>
      </p:sp>
      <p:pic>
        <p:nvPicPr>
          <p:cNvPr id="10" name="Optum Logo" descr="Optum">
            <a:extLst>
              <a:ext uri="{FF2B5EF4-FFF2-40B4-BE49-F238E27FC236}">
                <a16:creationId xmlns:a16="http://schemas.microsoft.com/office/drawing/2014/main" id="{BFE84C36-D3B2-228C-74F4-DD80A067A52E}"/>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343650"/>
            <a:ext cx="773055" cy="223837"/>
          </a:xfrm>
          <a:prstGeom prst="rect">
            <a:avLst/>
          </a:prstGeom>
        </p:spPr>
      </p:pic>
      <p:sp>
        <p:nvSpPr>
          <p:cNvPr id="3" name="Date Placeholder">
            <a:extLst>
              <a:ext uri="{FF2B5EF4-FFF2-40B4-BE49-F238E27FC236}">
                <a16:creationId xmlns:a16="http://schemas.microsoft.com/office/drawing/2014/main" id="{8A49B71C-EE28-4F4C-994D-7E3486111388}"/>
              </a:ext>
            </a:extLst>
          </p:cNvPr>
          <p:cNvSpPr>
            <a:spLocks noGrp="1"/>
          </p:cNvSpPr>
          <p:nvPr>
            <p:ph type="dt" sz="half" idx="10"/>
          </p:nvPr>
        </p:nvSpPr>
        <p:spPr bwMode="gray"/>
        <p:txBody>
          <a:bodyPr/>
          <a:lstStyle/>
          <a:p>
            <a:fld id="{3230BBAE-C76A-4CE6-8EE2-113DEECEF41D}" type="datetime1">
              <a:rPr lang="en-US" smtClean="0"/>
              <a:t>5/5/2026</a:t>
            </a:fld>
            <a:endParaRPr lang="en-US" dirty="0"/>
          </a:p>
        </p:txBody>
      </p:sp>
      <p:sp>
        <p:nvSpPr>
          <p:cNvPr id="4" name="Footer Placeholder">
            <a:extLst>
              <a:ext uri="{FF2B5EF4-FFF2-40B4-BE49-F238E27FC236}">
                <a16:creationId xmlns:a16="http://schemas.microsoft.com/office/drawing/2014/main" id="{F7BFA8CA-0947-4A58-87AE-004F617F47B1}"/>
              </a:ext>
            </a:extLst>
          </p:cNvPr>
          <p:cNvSpPr>
            <a:spLocks noGrp="1"/>
          </p:cNvSpPr>
          <p:nvPr>
            <p:ph type="ftr" sz="quarter" idx="11"/>
          </p:nvPr>
        </p:nvSpPr>
        <p:spPr bwMode="gray"/>
        <p:txBody>
          <a:bodyPr/>
          <a:lstStyle/>
          <a:p>
            <a:r>
              <a:rPr lang="en-US" dirty="0"/>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C408F62C-9090-4EA7-BBD2-481410405BBE}"/>
              </a:ext>
            </a:extLst>
          </p:cNvPr>
          <p:cNvSpPr>
            <a:spLocks noGrp="1"/>
          </p:cNvSpPr>
          <p:nvPr>
            <p:ph type="sldNum" sz="quarter" idx="12"/>
          </p:nvPr>
        </p:nvSpPr>
        <p:spPr bwMode="gray"/>
        <p:txBody>
          <a:bodyPr/>
          <a:lstStyle/>
          <a:p>
            <a:fld id="{03805D93-7D4B-4CBC-BABC-3A8AC08CB7F4}" type="slidenum">
              <a:rPr lang="en-US" smtClean="0"/>
              <a:t>‹#›</a:t>
            </a:fld>
            <a:endParaRPr lang="en-US" dirty="0"/>
          </a:p>
        </p:txBody>
      </p:sp>
    </p:spTree>
    <p:extLst>
      <p:ext uri="{BB962C8B-B14F-4D97-AF65-F5344CB8AC3E}">
        <p14:creationId xmlns:p14="http://schemas.microsoft.com/office/powerpoint/2010/main" val="82043099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3776">
          <p15:clr>
            <a:srgbClr val="5ACBF0"/>
          </p15:clr>
        </p15:guide>
        <p15:guide id="3" orient="horz" pos="344">
          <p15:clr>
            <a:srgbClr val="5ACBF0"/>
          </p15:clr>
        </p15:guide>
        <p15:guide id="4" pos="2720">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Subhead - Left Rail">
    <p:bg bwMode="gray">
      <p:bgRef idx="1001">
        <a:schemeClr val="bg2"/>
      </p:bgRef>
    </p:bg>
    <p:spTree>
      <p:nvGrpSpPr>
        <p:cNvPr id="1" name=""/>
        <p:cNvGrpSpPr/>
        <p:nvPr/>
      </p:nvGrpSpPr>
      <p:grpSpPr>
        <a:xfrm>
          <a:off x="0" y="0"/>
          <a:ext cx="0" cy="0"/>
          <a:chOff x="0" y="0"/>
          <a:chExt cx="0" cy="0"/>
        </a:xfrm>
      </p:grpSpPr>
      <p:sp>
        <p:nvSpPr>
          <p:cNvPr id="9" name="White Background">
            <a:extLst>
              <a:ext uri="{FF2B5EF4-FFF2-40B4-BE49-F238E27FC236}">
                <a16:creationId xmlns:a16="http://schemas.microsoft.com/office/drawing/2014/main" id="{581331F8-6172-016F-FC39-27F13F84DD18}"/>
              </a:ext>
              <a:ext uri="{C183D7F6-B498-43B3-948B-1728B52AA6E4}">
                <adec:decorative xmlns:adec="http://schemas.microsoft.com/office/drawing/2017/decorative" val="1"/>
              </a:ext>
            </a:extLst>
          </p:cNvPr>
          <p:cNvSpPr/>
          <p:nvPr userDrawn="1"/>
        </p:nvSpPr>
        <p:spPr bwMode="gray">
          <a:xfrm flipH="1">
            <a:off x="0" y="0"/>
            <a:ext cx="4641368" cy="6858000"/>
          </a:xfrm>
          <a:prstGeom prst="rect">
            <a:avLst/>
          </a:prstGeom>
          <a:solidFill>
            <a:schemeClr val="bg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cxnSp>
        <p:nvCxnSpPr>
          <p:cNvPr id="6" name="Stroke">
            <a:extLst>
              <a:ext uri="{FF2B5EF4-FFF2-40B4-BE49-F238E27FC236}">
                <a16:creationId xmlns:a16="http://schemas.microsoft.com/office/drawing/2014/main" id="{266EA5F6-52DD-F020-8B7F-3337B9396908}"/>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70871777-1CC4-46CB-8EB7-B1DE3217D445}"/>
              </a:ext>
            </a:extLst>
          </p:cNvPr>
          <p:cNvSpPr>
            <a:spLocks noGrp="1"/>
          </p:cNvSpPr>
          <p:nvPr>
            <p:ph type="title" hasCustomPrompt="1"/>
          </p:nvPr>
        </p:nvSpPr>
        <p:spPr bwMode="gray">
          <a:xfrm>
            <a:off x="467927" y="555639"/>
            <a:ext cx="3840480" cy="609398"/>
          </a:xfrm>
        </p:spPr>
        <p:txBody>
          <a:bodyPr/>
          <a:lstStyle>
            <a:lvl1pPr>
              <a:defRPr>
                <a:solidFill>
                  <a:schemeClr val="tx1"/>
                </a:solidFill>
                <a:latin typeface="+mj-lt"/>
              </a:defRPr>
            </a:lvl1pPr>
          </a:lstStyle>
          <a:p>
            <a:r>
              <a:rPr lang="en-US" dirty="0"/>
              <a:t>Slide title; Georgia Pro 22pt regular, (2 lines)</a:t>
            </a:r>
          </a:p>
        </p:txBody>
      </p:sp>
      <p:sp>
        <p:nvSpPr>
          <p:cNvPr id="8" name="Subtitle Placeholder">
            <a:extLst>
              <a:ext uri="{FF2B5EF4-FFF2-40B4-BE49-F238E27FC236}">
                <a16:creationId xmlns:a16="http://schemas.microsoft.com/office/drawing/2014/main" id="{760BD2C6-F5E4-43C7-9A69-D1113FFABFA9}"/>
              </a:ext>
            </a:extLst>
          </p:cNvPr>
          <p:cNvSpPr>
            <a:spLocks noGrp="1"/>
          </p:cNvSpPr>
          <p:nvPr>
            <p:ph type="body" sz="quarter" idx="13" hasCustomPrompt="1"/>
          </p:nvPr>
        </p:nvSpPr>
        <p:spPr bwMode="gray">
          <a:xfrm>
            <a:off x="467926" y="1265446"/>
            <a:ext cx="3840480" cy="492443"/>
          </a:xfrm>
        </p:spPr>
        <p:txBody>
          <a:bodyPr wrap="square">
            <a:spAutoFit/>
          </a:bodyPr>
          <a:lstStyle>
            <a:lvl1pPr>
              <a:lnSpc>
                <a:spcPct val="100000"/>
              </a:lnSpc>
              <a:spcBef>
                <a:spcPts val="0"/>
              </a:spcBef>
              <a:defRPr sz="1600" b="0">
                <a:solidFill>
                  <a:schemeClr val="tx1"/>
                </a:solidFill>
              </a:defRPr>
            </a:lvl1pPr>
          </a:lstStyle>
          <a:p>
            <a:pPr lvl="0"/>
            <a:r>
              <a:rPr lang="en-US" dirty="0"/>
              <a:t>Slide subtitle; Arial 16pt, sentence case (multi-line)</a:t>
            </a:r>
          </a:p>
        </p:txBody>
      </p:sp>
      <p:pic>
        <p:nvPicPr>
          <p:cNvPr id="10" name="Optum Logo" descr="Optum">
            <a:extLst>
              <a:ext uri="{FF2B5EF4-FFF2-40B4-BE49-F238E27FC236}">
                <a16:creationId xmlns:a16="http://schemas.microsoft.com/office/drawing/2014/main" id="{DC7D3401-39C7-F764-D6B4-7F9D57BBD963}"/>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343650"/>
            <a:ext cx="773055" cy="223837"/>
          </a:xfrm>
          <a:prstGeom prst="rect">
            <a:avLst/>
          </a:prstGeom>
        </p:spPr>
      </p:pic>
      <p:sp>
        <p:nvSpPr>
          <p:cNvPr id="3" name="Date Placeholder">
            <a:extLst>
              <a:ext uri="{FF2B5EF4-FFF2-40B4-BE49-F238E27FC236}">
                <a16:creationId xmlns:a16="http://schemas.microsoft.com/office/drawing/2014/main" id="{76B3DF85-06AB-4D09-9458-B0A4DE468FDB}"/>
              </a:ext>
            </a:extLst>
          </p:cNvPr>
          <p:cNvSpPr>
            <a:spLocks noGrp="1"/>
          </p:cNvSpPr>
          <p:nvPr>
            <p:ph type="dt" sz="half" idx="10"/>
          </p:nvPr>
        </p:nvSpPr>
        <p:spPr bwMode="gray"/>
        <p:txBody>
          <a:bodyPr/>
          <a:lstStyle/>
          <a:p>
            <a:fld id="{A484B163-B259-43E8-837E-94CD4522CD39}" type="datetime1">
              <a:rPr lang="en-US" smtClean="0"/>
              <a:t>5/5/2026</a:t>
            </a:fld>
            <a:endParaRPr lang="en-US" dirty="0"/>
          </a:p>
        </p:txBody>
      </p:sp>
      <p:sp>
        <p:nvSpPr>
          <p:cNvPr id="4" name="Footer Placeholder">
            <a:extLst>
              <a:ext uri="{FF2B5EF4-FFF2-40B4-BE49-F238E27FC236}">
                <a16:creationId xmlns:a16="http://schemas.microsoft.com/office/drawing/2014/main" id="{20A558EA-9255-4DE1-B9D1-B0557684C783}"/>
              </a:ext>
            </a:extLst>
          </p:cNvPr>
          <p:cNvSpPr>
            <a:spLocks noGrp="1"/>
          </p:cNvSpPr>
          <p:nvPr>
            <p:ph type="ftr" sz="quarter" idx="11"/>
          </p:nvPr>
        </p:nvSpPr>
        <p:spPr bwMode="gray"/>
        <p:txBody>
          <a:bodyPr/>
          <a:lstStyle/>
          <a:p>
            <a:r>
              <a:rPr lang="en-US" dirty="0"/>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CFBBDC95-8D51-42CB-B4C0-9B8E3C030FAA}"/>
              </a:ext>
            </a:extLst>
          </p:cNvPr>
          <p:cNvSpPr>
            <a:spLocks noGrp="1"/>
          </p:cNvSpPr>
          <p:nvPr>
            <p:ph type="sldNum" sz="quarter" idx="12"/>
          </p:nvPr>
        </p:nvSpPr>
        <p:spPr bwMode="gray"/>
        <p:txBody>
          <a:bodyPr/>
          <a:lstStyle/>
          <a:p>
            <a:fld id="{03805D93-7D4B-4CBC-BABC-3A8AC08CB7F4}" type="slidenum">
              <a:rPr lang="en-US" smtClean="0"/>
              <a:pPr/>
              <a:t>‹#›</a:t>
            </a:fld>
            <a:endParaRPr lang="en-US" dirty="0"/>
          </a:p>
        </p:txBody>
      </p:sp>
    </p:spTree>
    <p:extLst>
      <p:ext uri="{BB962C8B-B14F-4D97-AF65-F5344CB8AC3E}">
        <p14:creationId xmlns:p14="http://schemas.microsoft.com/office/powerpoint/2010/main" val="131665771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3776">
          <p15:clr>
            <a:srgbClr val="5ACBF0"/>
          </p15:clr>
        </p15:guide>
        <p15:guide id="2" orient="horz" pos="791">
          <p15:clr>
            <a:srgbClr val="5ACBF0"/>
          </p15:clr>
        </p15:guide>
        <p15:guide id="3" orient="horz" pos="1386">
          <p15:clr>
            <a:srgbClr val="5ACBF0"/>
          </p15:clr>
        </p15:guide>
        <p15:guide id="4" orient="horz" pos="344">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 Left Rail">
    <p:bg bwMode="gray">
      <p:bgRef idx="1001">
        <a:schemeClr val="bg2"/>
      </p:bgRef>
    </p:bg>
    <p:spTree>
      <p:nvGrpSpPr>
        <p:cNvPr id="1" name=""/>
        <p:cNvGrpSpPr/>
        <p:nvPr/>
      </p:nvGrpSpPr>
      <p:grpSpPr>
        <a:xfrm>
          <a:off x="0" y="0"/>
          <a:ext cx="0" cy="0"/>
          <a:chOff x="0" y="0"/>
          <a:chExt cx="0" cy="0"/>
        </a:xfrm>
      </p:grpSpPr>
      <p:sp>
        <p:nvSpPr>
          <p:cNvPr id="8" name="White Background">
            <a:extLst>
              <a:ext uri="{FF2B5EF4-FFF2-40B4-BE49-F238E27FC236}">
                <a16:creationId xmlns:a16="http://schemas.microsoft.com/office/drawing/2014/main" id="{98501377-B31D-ED6D-28B2-F736154CB7BA}"/>
              </a:ext>
              <a:ext uri="{C183D7F6-B498-43B3-948B-1728B52AA6E4}">
                <adec:decorative xmlns:adec="http://schemas.microsoft.com/office/drawing/2017/decorative" val="1"/>
              </a:ext>
            </a:extLst>
          </p:cNvPr>
          <p:cNvSpPr/>
          <p:nvPr userDrawn="1"/>
        </p:nvSpPr>
        <p:spPr bwMode="gray">
          <a:xfrm flipH="1">
            <a:off x="0" y="0"/>
            <a:ext cx="4641368" cy="6858000"/>
          </a:xfrm>
          <a:prstGeom prst="rect">
            <a:avLst/>
          </a:prstGeom>
          <a:solidFill>
            <a:schemeClr val="bg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cxnSp>
        <p:nvCxnSpPr>
          <p:cNvPr id="7" name="Stroke">
            <a:extLst>
              <a:ext uri="{FF2B5EF4-FFF2-40B4-BE49-F238E27FC236}">
                <a16:creationId xmlns:a16="http://schemas.microsoft.com/office/drawing/2014/main" id="{50DED4DF-45A1-5B4D-1DF1-531D910AB56F}"/>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E13F07F8-7529-498B-8D34-E0851EDB82CA}"/>
              </a:ext>
            </a:extLst>
          </p:cNvPr>
          <p:cNvSpPr>
            <a:spLocks noGrp="1"/>
          </p:cNvSpPr>
          <p:nvPr>
            <p:ph type="title" hasCustomPrompt="1"/>
          </p:nvPr>
        </p:nvSpPr>
        <p:spPr bwMode="gray">
          <a:xfrm>
            <a:off x="467926" y="555639"/>
            <a:ext cx="3840480" cy="1828193"/>
          </a:xfrm>
        </p:spPr>
        <p:txBody>
          <a:bodyPr/>
          <a:lstStyle>
            <a:lvl1pPr>
              <a:defRPr>
                <a:solidFill>
                  <a:schemeClr val="tx1"/>
                </a:solidFill>
                <a:latin typeface="+mj-lt"/>
              </a:defRPr>
            </a:lvl1pPr>
          </a:lstStyle>
          <a:p>
            <a:r>
              <a:rPr lang="en-US" dirty="0"/>
              <a:t>Slide title; Georgia Pro 22pt, sentence case. This layout accommodates a slide title that extends downward.</a:t>
            </a:r>
            <a:br>
              <a:rPr lang="en-US" dirty="0"/>
            </a:br>
            <a:br>
              <a:rPr lang="en-US" dirty="0"/>
            </a:br>
            <a:r>
              <a:rPr lang="en-US" dirty="0"/>
              <a:t>(No max lines)</a:t>
            </a:r>
          </a:p>
        </p:txBody>
      </p:sp>
      <p:sp>
        <p:nvSpPr>
          <p:cNvPr id="3" name="Content Placeholder">
            <a:extLst>
              <a:ext uri="{FF2B5EF4-FFF2-40B4-BE49-F238E27FC236}">
                <a16:creationId xmlns:a16="http://schemas.microsoft.com/office/drawing/2014/main" id="{97828B26-FB6F-4B30-8973-00FC53DA3EAD}"/>
              </a:ext>
            </a:extLst>
          </p:cNvPr>
          <p:cNvSpPr>
            <a:spLocks noGrp="1"/>
          </p:cNvSpPr>
          <p:nvPr>
            <p:ph idx="1" hasCustomPrompt="1"/>
          </p:nvPr>
        </p:nvSpPr>
        <p:spPr bwMode="gray">
          <a:xfrm>
            <a:off x="5372889" y="555639"/>
            <a:ext cx="5871078" cy="543876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 name="Optum Logo" descr="Optum">
            <a:extLst>
              <a:ext uri="{FF2B5EF4-FFF2-40B4-BE49-F238E27FC236}">
                <a16:creationId xmlns:a16="http://schemas.microsoft.com/office/drawing/2014/main" id="{EF3652C7-2395-35C3-17EA-6DF62D29DE22}"/>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343650"/>
            <a:ext cx="773055" cy="223837"/>
          </a:xfrm>
          <a:prstGeom prst="rect">
            <a:avLst/>
          </a:prstGeom>
        </p:spPr>
      </p:pic>
      <p:sp>
        <p:nvSpPr>
          <p:cNvPr id="4" name="Date Placeholder">
            <a:extLst>
              <a:ext uri="{FF2B5EF4-FFF2-40B4-BE49-F238E27FC236}">
                <a16:creationId xmlns:a16="http://schemas.microsoft.com/office/drawing/2014/main" id="{E8F05950-6299-4B4F-B254-8E9E230299D9}"/>
              </a:ext>
            </a:extLst>
          </p:cNvPr>
          <p:cNvSpPr>
            <a:spLocks noGrp="1"/>
          </p:cNvSpPr>
          <p:nvPr>
            <p:ph type="dt" sz="half" idx="10"/>
          </p:nvPr>
        </p:nvSpPr>
        <p:spPr bwMode="gray"/>
        <p:txBody>
          <a:bodyPr/>
          <a:lstStyle/>
          <a:p>
            <a:fld id="{3888EE68-D1F0-43DF-AEA0-0419ADE41A6B}" type="datetime1">
              <a:rPr lang="en-US" smtClean="0"/>
              <a:t>5/5/2026</a:t>
            </a:fld>
            <a:endParaRPr lang="en-US" dirty="0"/>
          </a:p>
        </p:txBody>
      </p:sp>
      <p:sp>
        <p:nvSpPr>
          <p:cNvPr id="5" name="Footer Placeholder">
            <a:extLst>
              <a:ext uri="{FF2B5EF4-FFF2-40B4-BE49-F238E27FC236}">
                <a16:creationId xmlns:a16="http://schemas.microsoft.com/office/drawing/2014/main" id="{C6F9B0AB-0E2D-494E-B617-49AC025A7447}"/>
              </a:ext>
            </a:extLst>
          </p:cNvPr>
          <p:cNvSpPr>
            <a:spLocks noGrp="1"/>
          </p:cNvSpPr>
          <p:nvPr>
            <p:ph type="ftr" sz="quarter" idx="11"/>
          </p:nvPr>
        </p:nvSpPr>
        <p:spPr bwMode="gray"/>
        <p:txBody>
          <a:bodyPr/>
          <a:lstStyle/>
          <a:p>
            <a:r>
              <a:rPr lang="en-US" dirty="0"/>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E92844E1-DCBE-4FE7-B46C-155141DCD59B}"/>
              </a:ext>
            </a:extLst>
          </p:cNvPr>
          <p:cNvSpPr>
            <a:spLocks noGrp="1"/>
          </p:cNvSpPr>
          <p:nvPr>
            <p:ph type="sldNum" sz="quarter" idx="12"/>
          </p:nvPr>
        </p:nvSpPr>
        <p:spPr bwMode="gray"/>
        <p:txBody>
          <a:bodyPr/>
          <a:lstStyle/>
          <a:p>
            <a:fld id="{03805D93-7D4B-4CBC-BABC-3A8AC08CB7F4}" type="slidenum">
              <a:rPr lang="en-US" smtClean="0"/>
              <a:t>‹#›</a:t>
            </a:fld>
            <a:endParaRPr lang="en-US" dirty="0"/>
          </a:p>
        </p:txBody>
      </p:sp>
    </p:spTree>
    <p:extLst>
      <p:ext uri="{BB962C8B-B14F-4D97-AF65-F5344CB8AC3E}">
        <p14:creationId xmlns:p14="http://schemas.microsoft.com/office/powerpoint/2010/main" val="170330156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3776">
          <p15:clr>
            <a:srgbClr val="5ACBF0"/>
          </p15:clr>
        </p15:guide>
        <p15:guide id="3" orient="horz" pos="344">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   *   ">
    <p:bg bwMode="gray">
      <p:bgPr>
        <a:solidFill>
          <a:schemeClr val="bg1"/>
        </a:solidFill>
        <a:effectLst/>
      </p:bgPr>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AF95C5A8-FAFE-4EA7-1617-7FDC41A7C405}"/>
              </a:ext>
              <a:ext uri="{C183D7F6-B498-43B3-948B-1728B52AA6E4}">
                <adec:decorative xmlns:adec="http://schemas.microsoft.com/office/drawing/2017/decorative" val="1"/>
              </a:ext>
            </a:extLst>
          </p:cNvPr>
          <p:cNvCxnSpPr/>
          <p:nvPr userDrawn="1"/>
        </p:nvCxnSpPr>
        <p:spPr bwMode="gray">
          <a:xfrm>
            <a:off x="6096000" y="682647"/>
            <a:ext cx="0" cy="5492706"/>
          </a:xfrm>
          <a:prstGeom prst="line">
            <a:avLst/>
          </a:prstGeom>
          <a:ln w="381000" cap="rnd">
            <a:solidFill>
              <a:srgbClr val="7030A0"/>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2498473"/>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Only" preserve="1">
  <p:cSld name="Title Only - Dynamic O">
    <p:spTree>
      <p:nvGrpSpPr>
        <p:cNvPr id="1" name=""/>
        <p:cNvGrpSpPr/>
        <p:nvPr/>
      </p:nvGrpSpPr>
      <p:grpSpPr>
        <a:xfrm>
          <a:off x="0" y="0"/>
          <a:ext cx="0" cy="0"/>
          <a:chOff x="0" y="0"/>
          <a:chExt cx="0" cy="0"/>
        </a:xfrm>
      </p:grpSpPr>
      <p:cxnSp>
        <p:nvCxnSpPr>
          <p:cNvPr id="10" name="Stroke">
            <a:extLst>
              <a:ext uri="{FF2B5EF4-FFF2-40B4-BE49-F238E27FC236}">
                <a16:creationId xmlns:a16="http://schemas.microsoft.com/office/drawing/2014/main" id="{2B3D0455-97C9-6B15-468A-48954B80E220}"/>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CB1C8E8B-99F0-45A8-BCAB-DBB719616F12}"/>
              </a:ext>
            </a:extLst>
          </p:cNvPr>
          <p:cNvSpPr>
            <a:spLocks noGrp="1"/>
          </p:cNvSpPr>
          <p:nvPr>
            <p:ph type="title" hasCustomPrompt="1"/>
          </p:nvPr>
        </p:nvSpPr>
        <p:spPr bwMode="gray">
          <a:xfrm>
            <a:off x="467926" y="555639"/>
            <a:ext cx="9601200" cy="304699"/>
          </a:xfrm>
        </p:spPr>
        <p:txBody>
          <a:bodyPr/>
          <a:lstStyle>
            <a:lvl1pPr>
              <a:defRPr b="0">
                <a:solidFill>
                  <a:schemeClr val="tx1"/>
                </a:solidFill>
                <a:latin typeface="+mj-lt"/>
              </a:defRPr>
            </a:lvl1pPr>
          </a:lstStyle>
          <a:p>
            <a:r>
              <a:rPr lang="en-US" dirty="0"/>
              <a:t>Slide title; Georgia Pro 22pt, sent. case (1 line)</a:t>
            </a:r>
          </a:p>
        </p:txBody>
      </p:sp>
      <p:pic>
        <p:nvPicPr>
          <p:cNvPr id="9" name="Dynamic O">
            <a:extLst>
              <a:ext uri="{FF2B5EF4-FFF2-40B4-BE49-F238E27FC236}">
                <a16:creationId xmlns:a16="http://schemas.microsoft.com/office/drawing/2014/main" id="{2DAEF8D2-19A9-6266-45C3-0C543F40669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r="39129" b="40084"/>
          <a:stretch>
            <a:fillRect/>
          </a:stretch>
        </p:blipFill>
        <p:spPr bwMode="gray">
          <a:xfrm>
            <a:off x="9839286" y="4542218"/>
            <a:ext cx="2352714" cy="2315783"/>
          </a:xfrm>
          <a:custGeom>
            <a:avLst/>
            <a:gdLst>
              <a:gd name="connsiteX0" fmla="*/ 0 w 2352714"/>
              <a:gd name="connsiteY0" fmla="*/ 0 h 2315783"/>
              <a:gd name="connsiteX1" fmla="*/ 2352714 w 2352714"/>
              <a:gd name="connsiteY1" fmla="*/ 0 h 2315783"/>
              <a:gd name="connsiteX2" fmla="*/ 2352714 w 2352714"/>
              <a:gd name="connsiteY2" fmla="*/ 2315783 h 2315783"/>
              <a:gd name="connsiteX3" fmla="*/ 0 w 2352714"/>
              <a:gd name="connsiteY3" fmla="*/ 2315783 h 2315783"/>
            </a:gdLst>
            <a:ahLst/>
            <a:cxnLst>
              <a:cxn ang="0">
                <a:pos x="connsiteX0" y="connsiteY0"/>
              </a:cxn>
              <a:cxn ang="0">
                <a:pos x="connsiteX1" y="connsiteY1"/>
              </a:cxn>
              <a:cxn ang="0">
                <a:pos x="connsiteX2" y="connsiteY2"/>
              </a:cxn>
              <a:cxn ang="0">
                <a:pos x="connsiteX3" y="connsiteY3"/>
              </a:cxn>
            </a:cxnLst>
            <a:rect l="l" t="t" r="r" b="b"/>
            <a:pathLst>
              <a:path w="2352714" h="2315783">
                <a:moveTo>
                  <a:pt x="0" y="0"/>
                </a:moveTo>
                <a:lnTo>
                  <a:pt x="2352714" y="0"/>
                </a:lnTo>
                <a:lnTo>
                  <a:pt x="2352714" y="2315783"/>
                </a:lnTo>
                <a:lnTo>
                  <a:pt x="0" y="2315783"/>
                </a:lnTo>
                <a:close/>
              </a:path>
            </a:pathLst>
          </a:custGeom>
        </p:spPr>
      </p:pic>
      <p:sp>
        <p:nvSpPr>
          <p:cNvPr id="3" name="Date Placeholder">
            <a:extLst>
              <a:ext uri="{FF2B5EF4-FFF2-40B4-BE49-F238E27FC236}">
                <a16:creationId xmlns:a16="http://schemas.microsoft.com/office/drawing/2014/main" id="{8A49B71C-EE28-4F4C-994D-7E3486111388}"/>
              </a:ext>
            </a:extLst>
          </p:cNvPr>
          <p:cNvSpPr>
            <a:spLocks noGrp="1"/>
          </p:cNvSpPr>
          <p:nvPr>
            <p:ph type="dt" sz="half" idx="10"/>
          </p:nvPr>
        </p:nvSpPr>
        <p:spPr bwMode="gray"/>
        <p:txBody>
          <a:bodyPr/>
          <a:lstStyle/>
          <a:p>
            <a:fld id="{3230BBAE-C76A-4CE6-8EE2-113DEECEF41D}" type="datetime1">
              <a:rPr lang="en-US" smtClean="0"/>
              <a:t>5/5/2026</a:t>
            </a:fld>
            <a:endParaRPr lang="en-US" dirty="0"/>
          </a:p>
        </p:txBody>
      </p:sp>
      <p:sp>
        <p:nvSpPr>
          <p:cNvPr id="4" name="Footer Placeholder">
            <a:extLst>
              <a:ext uri="{FF2B5EF4-FFF2-40B4-BE49-F238E27FC236}">
                <a16:creationId xmlns:a16="http://schemas.microsoft.com/office/drawing/2014/main" id="{F7BFA8CA-0947-4A58-87AE-004F617F47B1}"/>
              </a:ext>
            </a:extLst>
          </p:cNvPr>
          <p:cNvSpPr>
            <a:spLocks noGrp="1"/>
          </p:cNvSpPr>
          <p:nvPr>
            <p:ph type="ftr" sz="quarter" idx="11"/>
          </p:nvPr>
        </p:nvSpPr>
        <p:spPr bwMode="gray"/>
        <p:txBody>
          <a:bodyPr/>
          <a:lstStyle/>
          <a:p>
            <a:r>
              <a:rPr lang="en-US" dirty="0"/>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C408F62C-9090-4EA7-BBD2-481410405BBE}"/>
              </a:ext>
            </a:extLst>
          </p:cNvPr>
          <p:cNvSpPr>
            <a:spLocks noGrp="1"/>
          </p:cNvSpPr>
          <p:nvPr>
            <p:ph type="sldNum" sz="quarter" idx="12"/>
          </p:nvPr>
        </p:nvSpPr>
        <p:spPr bwMode="gray"/>
        <p:txBody>
          <a:bodyPr/>
          <a:lstStyle/>
          <a:p>
            <a:fld id="{03805D93-7D4B-4CBC-BABC-3A8AC08CB7F4}" type="slidenum">
              <a:rPr lang="en-US" smtClean="0"/>
              <a:t>‹#›</a:t>
            </a:fld>
            <a:endParaRPr lang="en-US" dirty="0"/>
          </a:p>
        </p:txBody>
      </p:sp>
    </p:spTree>
    <p:extLst>
      <p:ext uri="{BB962C8B-B14F-4D97-AF65-F5344CB8AC3E}">
        <p14:creationId xmlns:p14="http://schemas.microsoft.com/office/powerpoint/2010/main" val="589164103"/>
      </p:ext>
    </p:extLst>
  </p:cSld>
  <p:clrMapOvr>
    <a:masterClrMapping/>
  </p:clrMapOvr>
  <p:extLst>
    <p:ext uri="{DCECCB84-F9BA-43D5-87BE-67443E8EF086}">
      <p15:sldGuideLst xmlns:p15="http://schemas.microsoft.com/office/powerpoint/2012/main">
        <p15:guide id="1" orient="horz" pos="3776">
          <p15:clr>
            <a:srgbClr val="5ACBF0"/>
          </p15:clr>
        </p15:guide>
        <p15:guide id="2" orient="horz" pos="792">
          <p15:clr>
            <a:srgbClr val="5ACBF0"/>
          </p15:clr>
        </p15:guide>
        <p15:guide id="3" orient="horz" pos="344">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le, Subhead - Dynamic O">
    <p:bg>
      <p:bgPr>
        <a:solidFill>
          <a:schemeClr val="bg1"/>
        </a:solidFill>
        <a:effectLst/>
      </p:bgPr>
    </p:bg>
    <p:spTree>
      <p:nvGrpSpPr>
        <p:cNvPr id="1" name=""/>
        <p:cNvGrpSpPr/>
        <p:nvPr/>
      </p:nvGrpSpPr>
      <p:grpSpPr>
        <a:xfrm>
          <a:off x="0" y="0"/>
          <a:ext cx="0" cy="0"/>
          <a:chOff x="0" y="0"/>
          <a:chExt cx="0" cy="0"/>
        </a:xfrm>
      </p:grpSpPr>
      <p:cxnSp>
        <p:nvCxnSpPr>
          <p:cNvPr id="6" name="Stroke">
            <a:extLst>
              <a:ext uri="{FF2B5EF4-FFF2-40B4-BE49-F238E27FC236}">
                <a16:creationId xmlns:a16="http://schemas.microsoft.com/office/drawing/2014/main" id="{266EA5F6-52DD-F020-8B7F-3337B9396908}"/>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70871777-1CC4-46CB-8EB7-B1DE3217D445}"/>
              </a:ext>
            </a:extLst>
          </p:cNvPr>
          <p:cNvSpPr>
            <a:spLocks noGrp="1"/>
          </p:cNvSpPr>
          <p:nvPr>
            <p:ph type="title" hasCustomPrompt="1"/>
          </p:nvPr>
        </p:nvSpPr>
        <p:spPr bwMode="gray">
          <a:xfrm>
            <a:off x="467927" y="555639"/>
            <a:ext cx="9601200" cy="304699"/>
          </a:xfrm>
        </p:spPr>
        <p:txBody>
          <a:bodyPr/>
          <a:lstStyle>
            <a:lvl1pPr>
              <a:defRPr b="0">
                <a:solidFill>
                  <a:schemeClr val="tx1"/>
                </a:solidFill>
                <a:latin typeface="+mj-lt"/>
              </a:defRPr>
            </a:lvl1pPr>
          </a:lstStyle>
          <a:p>
            <a:r>
              <a:rPr lang="en-US" dirty="0"/>
              <a:t>Slide title; Georgia Pro 22pt, sentence case (1 line)</a:t>
            </a:r>
          </a:p>
        </p:txBody>
      </p:sp>
      <p:sp>
        <p:nvSpPr>
          <p:cNvPr id="8" name="Subtitle Placeholder">
            <a:extLst>
              <a:ext uri="{FF2B5EF4-FFF2-40B4-BE49-F238E27FC236}">
                <a16:creationId xmlns:a16="http://schemas.microsoft.com/office/drawing/2014/main" id="{760BD2C6-F5E4-43C7-9A69-D1113FFABFA9}"/>
              </a:ext>
            </a:extLst>
          </p:cNvPr>
          <p:cNvSpPr>
            <a:spLocks noGrp="1"/>
          </p:cNvSpPr>
          <p:nvPr>
            <p:ph type="body" sz="quarter" idx="13" hasCustomPrompt="1"/>
          </p:nvPr>
        </p:nvSpPr>
        <p:spPr bwMode="gray">
          <a:xfrm>
            <a:off x="467926" y="958653"/>
            <a:ext cx="9601200" cy="246221"/>
          </a:xfrm>
        </p:spPr>
        <p:txBody>
          <a:bodyPr wrap="square">
            <a:spAutoFit/>
          </a:bodyPr>
          <a:lstStyle>
            <a:lvl1pPr>
              <a:lnSpc>
                <a:spcPct val="100000"/>
              </a:lnSpc>
              <a:spcBef>
                <a:spcPts val="0"/>
              </a:spcBef>
              <a:defRPr sz="1600" b="0">
                <a:solidFill>
                  <a:schemeClr val="tx1"/>
                </a:solidFill>
              </a:defRPr>
            </a:lvl1pPr>
          </a:lstStyle>
          <a:p>
            <a:pPr lvl="0"/>
            <a:r>
              <a:rPr lang="en-US" dirty="0"/>
              <a:t>Slide subtitle; Arial 16pt, sentence case (multi-line)</a:t>
            </a:r>
          </a:p>
        </p:txBody>
      </p:sp>
      <p:pic>
        <p:nvPicPr>
          <p:cNvPr id="7" name="Dynamic O">
            <a:extLst>
              <a:ext uri="{FF2B5EF4-FFF2-40B4-BE49-F238E27FC236}">
                <a16:creationId xmlns:a16="http://schemas.microsoft.com/office/drawing/2014/main" id="{B6360653-C8FF-57B1-C6F2-74B14BEF6D0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r="39129" b="40084"/>
          <a:stretch>
            <a:fillRect/>
          </a:stretch>
        </p:blipFill>
        <p:spPr bwMode="gray">
          <a:xfrm>
            <a:off x="9839286" y="4542218"/>
            <a:ext cx="2352714" cy="2315783"/>
          </a:xfrm>
          <a:custGeom>
            <a:avLst/>
            <a:gdLst>
              <a:gd name="connsiteX0" fmla="*/ 0 w 2352714"/>
              <a:gd name="connsiteY0" fmla="*/ 0 h 2315783"/>
              <a:gd name="connsiteX1" fmla="*/ 2352714 w 2352714"/>
              <a:gd name="connsiteY1" fmla="*/ 0 h 2315783"/>
              <a:gd name="connsiteX2" fmla="*/ 2352714 w 2352714"/>
              <a:gd name="connsiteY2" fmla="*/ 2315783 h 2315783"/>
              <a:gd name="connsiteX3" fmla="*/ 0 w 2352714"/>
              <a:gd name="connsiteY3" fmla="*/ 2315783 h 2315783"/>
            </a:gdLst>
            <a:ahLst/>
            <a:cxnLst>
              <a:cxn ang="0">
                <a:pos x="connsiteX0" y="connsiteY0"/>
              </a:cxn>
              <a:cxn ang="0">
                <a:pos x="connsiteX1" y="connsiteY1"/>
              </a:cxn>
              <a:cxn ang="0">
                <a:pos x="connsiteX2" y="connsiteY2"/>
              </a:cxn>
              <a:cxn ang="0">
                <a:pos x="connsiteX3" y="connsiteY3"/>
              </a:cxn>
            </a:cxnLst>
            <a:rect l="l" t="t" r="r" b="b"/>
            <a:pathLst>
              <a:path w="2352714" h="2315783">
                <a:moveTo>
                  <a:pt x="0" y="0"/>
                </a:moveTo>
                <a:lnTo>
                  <a:pt x="2352714" y="0"/>
                </a:lnTo>
                <a:lnTo>
                  <a:pt x="2352714" y="2315783"/>
                </a:lnTo>
                <a:lnTo>
                  <a:pt x="0" y="2315783"/>
                </a:lnTo>
                <a:close/>
              </a:path>
            </a:pathLst>
          </a:custGeom>
        </p:spPr>
      </p:pic>
      <p:sp>
        <p:nvSpPr>
          <p:cNvPr id="3" name="Date Placeholder">
            <a:extLst>
              <a:ext uri="{FF2B5EF4-FFF2-40B4-BE49-F238E27FC236}">
                <a16:creationId xmlns:a16="http://schemas.microsoft.com/office/drawing/2014/main" id="{76B3DF85-06AB-4D09-9458-B0A4DE468FDB}"/>
              </a:ext>
            </a:extLst>
          </p:cNvPr>
          <p:cNvSpPr>
            <a:spLocks noGrp="1"/>
          </p:cNvSpPr>
          <p:nvPr>
            <p:ph type="dt" sz="half" idx="10"/>
          </p:nvPr>
        </p:nvSpPr>
        <p:spPr bwMode="gray"/>
        <p:txBody>
          <a:bodyPr/>
          <a:lstStyle/>
          <a:p>
            <a:fld id="{A484B163-B259-43E8-837E-94CD4522CD39}" type="datetime1">
              <a:rPr lang="en-US" smtClean="0"/>
              <a:t>5/5/2026</a:t>
            </a:fld>
            <a:endParaRPr lang="en-US" dirty="0"/>
          </a:p>
        </p:txBody>
      </p:sp>
      <p:sp>
        <p:nvSpPr>
          <p:cNvPr id="4" name="Footer Placeholder">
            <a:extLst>
              <a:ext uri="{FF2B5EF4-FFF2-40B4-BE49-F238E27FC236}">
                <a16:creationId xmlns:a16="http://schemas.microsoft.com/office/drawing/2014/main" id="{20A558EA-9255-4DE1-B9D1-B0557684C783}"/>
              </a:ext>
            </a:extLst>
          </p:cNvPr>
          <p:cNvSpPr>
            <a:spLocks noGrp="1"/>
          </p:cNvSpPr>
          <p:nvPr>
            <p:ph type="ftr" sz="quarter" idx="11"/>
          </p:nvPr>
        </p:nvSpPr>
        <p:spPr bwMode="gray"/>
        <p:txBody>
          <a:bodyPr/>
          <a:lstStyle/>
          <a:p>
            <a:r>
              <a:rPr lang="en-US" dirty="0"/>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CFBBDC95-8D51-42CB-B4C0-9B8E3C030FAA}"/>
              </a:ext>
            </a:extLst>
          </p:cNvPr>
          <p:cNvSpPr>
            <a:spLocks noGrp="1"/>
          </p:cNvSpPr>
          <p:nvPr>
            <p:ph type="sldNum" sz="quarter" idx="12"/>
          </p:nvPr>
        </p:nvSpPr>
        <p:spPr bwMode="gray"/>
        <p:txBody>
          <a:bodyPr/>
          <a:lstStyle/>
          <a:p>
            <a:fld id="{03805D93-7D4B-4CBC-BABC-3A8AC08CB7F4}" type="slidenum">
              <a:rPr lang="en-US" smtClean="0"/>
              <a:pPr/>
              <a:t>‹#›</a:t>
            </a:fld>
            <a:endParaRPr lang="en-US" dirty="0"/>
          </a:p>
        </p:txBody>
      </p:sp>
    </p:spTree>
    <p:extLst>
      <p:ext uri="{BB962C8B-B14F-4D97-AF65-F5344CB8AC3E}">
        <p14:creationId xmlns:p14="http://schemas.microsoft.com/office/powerpoint/2010/main" val="714047813"/>
      </p:ext>
    </p:extLst>
  </p:cSld>
  <p:clrMapOvr>
    <a:masterClrMapping/>
  </p:clrMapOvr>
  <p:extLst>
    <p:ext uri="{DCECCB84-F9BA-43D5-87BE-67443E8EF086}">
      <p15:sldGuideLst xmlns:p15="http://schemas.microsoft.com/office/powerpoint/2012/main">
        <p15:guide id="1" orient="horz" pos="3776">
          <p15:clr>
            <a:srgbClr val="5ACBF0"/>
          </p15:clr>
        </p15:guide>
        <p15:guide id="2" orient="horz" pos="600">
          <p15:clr>
            <a:srgbClr val="5ACBF0"/>
          </p15:clr>
        </p15:guide>
        <p15:guide id="3" orient="horz" pos="1013">
          <p15:clr>
            <a:srgbClr val="5ACBF0"/>
          </p15:clr>
        </p15:guide>
        <p15:guide id="4" orient="horz" pos="344">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Two Lines - Dynamic O">
    <p:spTree>
      <p:nvGrpSpPr>
        <p:cNvPr id="1" name=""/>
        <p:cNvGrpSpPr/>
        <p:nvPr/>
      </p:nvGrpSpPr>
      <p:grpSpPr>
        <a:xfrm>
          <a:off x="0" y="0"/>
          <a:ext cx="0" cy="0"/>
          <a:chOff x="0" y="0"/>
          <a:chExt cx="0" cy="0"/>
        </a:xfrm>
      </p:grpSpPr>
      <p:cxnSp>
        <p:nvCxnSpPr>
          <p:cNvPr id="3" name="Stroke">
            <a:extLst>
              <a:ext uri="{FF2B5EF4-FFF2-40B4-BE49-F238E27FC236}">
                <a16:creationId xmlns:a16="http://schemas.microsoft.com/office/drawing/2014/main" id="{E3627FD8-2BEA-EF2B-FF9D-49C0B5BD5854}"/>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CB1C8E8B-99F0-45A8-BCAB-DBB719616F12}"/>
              </a:ext>
            </a:extLst>
          </p:cNvPr>
          <p:cNvSpPr>
            <a:spLocks noGrp="1"/>
          </p:cNvSpPr>
          <p:nvPr>
            <p:ph type="title" hasCustomPrompt="1"/>
          </p:nvPr>
        </p:nvSpPr>
        <p:spPr bwMode="gray">
          <a:xfrm>
            <a:off x="467926" y="555639"/>
            <a:ext cx="9601200" cy="609398"/>
          </a:xfrm>
        </p:spPr>
        <p:txBody>
          <a:bodyPr/>
          <a:lstStyle>
            <a:lvl1pPr>
              <a:defRPr b="0">
                <a:solidFill>
                  <a:schemeClr val="tx1"/>
                </a:solidFill>
                <a:latin typeface="+mj-lt"/>
              </a:defRPr>
            </a:lvl1pPr>
          </a:lstStyle>
          <a:p>
            <a:r>
              <a:rPr lang="en-US" dirty="0"/>
              <a:t>Slide title; Georgia Pro 22pt, sentence case. This layout accommodates a slide title that extends downward to a second line (max. 2 lines).</a:t>
            </a:r>
          </a:p>
        </p:txBody>
      </p:sp>
      <p:pic>
        <p:nvPicPr>
          <p:cNvPr id="4" name="Dynamic O">
            <a:extLst>
              <a:ext uri="{FF2B5EF4-FFF2-40B4-BE49-F238E27FC236}">
                <a16:creationId xmlns:a16="http://schemas.microsoft.com/office/drawing/2014/main" id="{C7D6EF7F-409E-5E5A-0010-087530584C3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r="39129" b="40084"/>
          <a:stretch>
            <a:fillRect/>
          </a:stretch>
        </p:blipFill>
        <p:spPr bwMode="gray">
          <a:xfrm>
            <a:off x="9839286" y="4542218"/>
            <a:ext cx="2352714" cy="2315783"/>
          </a:xfrm>
          <a:custGeom>
            <a:avLst/>
            <a:gdLst>
              <a:gd name="connsiteX0" fmla="*/ 0 w 2352714"/>
              <a:gd name="connsiteY0" fmla="*/ 0 h 2315783"/>
              <a:gd name="connsiteX1" fmla="*/ 2352714 w 2352714"/>
              <a:gd name="connsiteY1" fmla="*/ 0 h 2315783"/>
              <a:gd name="connsiteX2" fmla="*/ 2352714 w 2352714"/>
              <a:gd name="connsiteY2" fmla="*/ 2315783 h 2315783"/>
              <a:gd name="connsiteX3" fmla="*/ 0 w 2352714"/>
              <a:gd name="connsiteY3" fmla="*/ 2315783 h 2315783"/>
            </a:gdLst>
            <a:ahLst/>
            <a:cxnLst>
              <a:cxn ang="0">
                <a:pos x="connsiteX0" y="connsiteY0"/>
              </a:cxn>
              <a:cxn ang="0">
                <a:pos x="connsiteX1" y="connsiteY1"/>
              </a:cxn>
              <a:cxn ang="0">
                <a:pos x="connsiteX2" y="connsiteY2"/>
              </a:cxn>
              <a:cxn ang="0">
                <a:pos x="connsiteX3" y="connsiteY3"/>
              </a:cxn>
            </a:cxnLst>
            <a:rect l="l" t="t" r="r" b="b"/>
            <a:pathLst>
              <a:path w="2352714" h="2315783">
                <a:moveTo>
                  <a:pt x="0" y="0"/>
                </a:moveTo>
                <a:lnTo>
                  <a:pt x="2352714" y="0"/>
                </a:lnTo>
                <a:lnTo>
                  <a:pt x="2352714" y="2315783"/>
                </a:lnTo>
                <a:lnTo>
                  <a:pt x="0" y="2315783"/>
                </a:lnTo>
                <a:close/>
              </a:path>
            </a:pathLst>
          </a:custGeom>
        </p:spPr>
      </p:pic>
      <p:sp>
        <p:nvSpPr>
          <p:cNvPr id="6" name="Date Placeholder">
            <a:extLst>
              <a:ext uri="{FF2B5EF4-FFF2-40B4-BE49-F238E27FC236}">
                <a16:creationId xmlns:a16="http://schemas.microsoft.com/office/drawing/2014/main" id="{371431DB-E6A6-49C5-8087-27C6A3B2A54B}"/>
              </a:ext>
            </a:extLst>
          </p:cNvPr>
          <p:cNvSpPr>
            <a:spLocks noGrp="1"/>
          </p:cNvSpPr>
          <p:nvPr>
            <p:ph type="dt" sz="half" idx="10"/>
          </p:nvPr>
        </p:nvSpPr>
        <p:spPr bwMode="gray"/>
        <p:txBody>
          <a:bodyPr/>
          <a:lstStyle/>
          <a:p>
            <a:fld id="{E602961C-62DA-4519-8757-A8A16E4ED84D}" type="datetime1">
              <a:rPr lang="en-US" smtClean="0"/>
              <a:t>5/5/2026</a:t>
            </a:fld>
            <a:endParaRPr lang="en-US" dirty="0"/>
          </a:p>
        </p:txBody>
      </p:sp>
      <p:sp>
        <p:nvSpPr>
          <p:cNvPr id="7" name="Footer Placeholder">
            <a:extLst>
              <a:ext uri="{FF2B5EF4-FFF2-40B4-BE49-F238E27FC236}">
                <a16:creationId xmlns:a16="http://schemas.microsoft.com/office/drawing/2014/main" id="{2F19E74A-0080-4967-9833-9ACB7226DDE7}"/>
              </a:ext>
            </a:extLst>
          </p:cNvPr>
          <p:cNvSpPr>
            <a:spLocks noGrp="1"/>
          </p:cNvSpPr>
          <p:nvPr>
            <p:ph type="ftr" sz="quarter" idx="11"/>
          </p:nvPr>
        </p:nvSpPr>
        <p:spPr bwMode="gray"/>
        <p:txBody>
          <a:bodyPr/>
          <a:lstStyle/>
          <a:p>
            <a:r>
              <a:rPr lang="en-US" dirty="0"/>
              <a:t>Confidential property of Optum. Do not distribute or reproduce without express permission from Optum.</a:t>
            </a:r>
          </a:p>
        </p:txBody>
      </p:sp>
      <p:sp>
        <p:nvSpPr>
          <p:cNvPr id="8" name="Slide Number Placeholder">
            <a:extLst>
              <a:ext uri="{FF2B5EF4-FFF2-40B4-BE49-F238E27FC236}">
                <a16:creationId xmlns:a16="http://schemas.microsoft.com/office/drawing/2014/main" id="{8B45D769-A041-452F-B2B9-DCBF82634579}"/>
              </a:ext>
            </a:extLst>
          </p:cNvPr>
          <p:cNvSpPr>
            <a:spLocks noGrp="1"/>
          </p:cNvSpPr>
          <p:nvPr>
            <p:ph type="sldNum" sz="quarter" idx="12"/>
          </p:nvPr>
        </p:nvSpPr>
        <p:spPr bwMode="gray"/>
        <p:txBody>
          <a:bodyPr/>
          <a:lstStyle/>
          <a:p>
            <a:fld id="{03805D93-7D4B-4CBC-BABC-3A8AC08CB7F4}" type="slidenum">
              <a:rPr lang="en-US" smtClean="0"/>
              <a:pPr/>
              <a:t>‹#›</a:t>
            </a:fld>
            <a:endParaRPr lang="en-US" dirty="0"/>
          </a:p>
        </p:txBody>
      </p:sp>
    </p:spTree>
    <p:extLst>
      <p:ext uri="{BB962C8B-B14F-4D97-AF65-F5344CB8AC3E}">
        <p14:creationId xmlns:p14="http://schemas.microsoft.com/office/powerpoint/2010/main" val="4014701733"/>
      </p:ext>
    </p:extLst>
  </p:cSld>
  <p:clrMapOvr>
    <a:masterClrMapping/>
  </p:clrMapOvr>
  <p:extLst>
    <p:ext uri="{DCECCB84-F9BA-43D5-87BE-67443E8EF086}">
      <p15:sldGuideLst xmlns:p15="http://schemas.microsoft.com/office/powerpoint/2012/main">
        <p15:guide id="1" orient="horz" pos="3776">
          <p15:clr>
            <a:srgbClr val="5ACBF0"/>
          </p15:clr>
        </p15:guide>
        <p15:guide id="3" orient="horz" pos="1013">
          <p15:clr>
            <a:srgbClr val="5ACBF0"/>
          </p15:clr>
        </p15:guide>
        <p15:guide id="4" orient="horz" pos="344">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itle and Content - Dynamic O">
    <p:spTree>
      <p:nvGrpSpPr>
        <p:cNvPr id="1" name=""/>
        <p:cNvGrpSpPr/>
        <p:nvPr/>
      </p:nvGrpSpPr>
      <p:grpSpPr>
        <a:xfrm>
          <a:off x="0" y="0"/>
          <a:ext cx="0" cy="0"/>
          <a:chOff x="0" y="0"/>
          <a:chExt cx="0" cy="0"/>
        </a:xfrm>
      </p:grpSpPr>
      <p:cxnSp>
        <p:nvCxnSpPr>
          <p:cNvPr id="7" name="Stroke">
            <a:extLst>
              <a:ext uri="{FF2B5EF4-FFF2-40B4-BE49-F238E27FC236}">
                <a16:creationId xmlns:a16="http://schemas.microsoft.com/office/drawing/2014/main" id="{50DED4DF-45A1-5B4D-1DF1-531D910AB56F}"/>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E13F07F8-7529-498B-8D34-E0851EDB82CA}"/>
              </a:ext>
            </a:extLst>
          </p:cNvPr>
          <p:cNvSpPr>
            <a:spLocks noGrp="1"/>
          </p:cNvSpPr>
          <p:nvPr>
            <p:ph type="title" hasCustomPrompt="1"/>
          </p:nvPr>
        </p:nvSpPr>
        <p:spPr bwMode="gray">
          <a:xfrm>
            <a:off x="467926" y="555639"/>
            <a:ext cx="9601200" cy="304699"/>
          </a:xfrm>
        </p:spPr>
        <p:txBody>
          <a:bodyPr/>
          <a:lstStyle>
            <a:lvl1pPr>
              <a:defRPr b="0">
                <a:solidFill>
                  <a:schemeClr val="tx1"/>
                </a:solidFill>
                <a:latin typeface="+mj-lt"/>
              </a:defRPr>
            </a:lvl1pPr>
          </a:lstStyle>
          <a:p>
            <a:r>
              <a:rPr lang="en-US" dirty="0"/>
              <a:t>Slide title; Georgia Pro 22pt, sentence case (1 line)</a:t>
            </a:r>
          </a:p>
        </p:txBody>
      </p:sp>
      <p:sp>
        <p:nvSpPr>
          <p:cNvPr id="3" name="Content Placeholder">
            <a:extLst>
              <a:ext uri="{FF2B5EF4-FFF2-40B4-BE49-F238E27FC236}">
                <a16:creationId xmlns:a16="http://schemas.microsoft.com/office/drawing/2014/main" id="{97828B26-FB6F-4B30-8973-00FC53DA3EAD}"/>
              </a:ext>
            </a:extLst>
          </p:cNvPr>
          <p:cNvSpPr>
            <a:spLocks noGrp="1"/>
          </p:cNvSpPr>
          <p:nvPr>
            <p:ph idx="1" hasCustomPrompt="1"/>
          </p:nvPr>
        </p:nvSpPr>
        <p:spPr bwMode="gray">
          <a:xfrm>
            <a:off x="1398201" y="1557210"/>
            <a:ext cx="7740650" cy="393008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8" name="Dynamic O">
            <a:extLst>
              <a:ext uri="{FF2B5EF4-FFF2-40B4-BE49-F238E27FC236}">
                <a16:creationId xmlns:a16="http://schemas.microsoft.com/office/drawing/2014/main" id="{B7010C59-C99C-6A30-D988-20EDF6E7BC5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r="39129" b="40084"/>
          <a:stretch>
            <a:fillRect/>
          </a:stretch>
        </p:blipFill>
        <p:spPr bwMode="gray">
          <a:xfrm>
            <a:off x="9839286" y="4542218"/>
            <a:ext cx="2352714" cy="2315783"/>
          </a:xfrm>
          <a:custGeom>
            <a:avLst/>
            <a:gdLst>
              <a:gd name="connsiteX0" fmla="*/ 0 w 2352714"/>
              <a:gd name="connsiteY0" fmla="*/ 0 h 2315783"/>
              <a:gd name="connsiteX1" fmla="*/ 2352714 w 2352714"/>
              <a:gd name="connsiteY1" fmla="*/ 0 h 2315783"/>
              <a:gd name="connsiteX2" fmla="*/ 2352714 w 2352714"/>
              <a:gd name="connsiteY2" fmla="*/ 2315783 h 2315783"/>
              <a:gd name="connsiteX3" fmla="*/ 0 w 2352714"/>
              <a:gd name="connsiteY3" fmla="*/ 2315783 h 2315783"/>
            </a:gdLst>
            <a:ahLst/>
            <a:cxnLst>
              <a:cxn ang="0">
                <a:pos x="connsiteX0" y="connsiteY0"/>
              </a:cxn>
              <a:cxn ang="0">
                <a:pos x="connsiteX1" y="connsiteY1"/>
              </a:cxn>
              <a:cxn ang="0">
                <a:pos x="connsiteX2" y="connsiteY2"/>
              </a:cxn>
              <a:cxn ang="0">
                <a:pos x="connsiteX3" y="connsiteY3"/>
              </a:cxn>
            </a:cxnLst>
            <a:rect l="l" t="t" r="r" b="b"/>
            <a:pathLst>
              <a:path w="2352714" h="2315783">
                <a:moveTo>
                  <a:pt x="0" y="0"/>
                </a:moveTo>
                <a:lnTo>
                  <a:pt x="2352714" y="0"/>
                </a:lnTo>
                <a:lnTo>
                  <a:pt x="2352714" y="2315783"/>
                </a:lnTo>
                <a:lnTo>
                  <a:pt x="0" y="2315783"/>
                </a:lnTo>
                <a:close/>
              </a:path>
            </a:pathLst>
          </a:custGeom>
        </p:spPr>
      </p:pic>
      <p:sp>
        <p:nvSpPr>
          <p:cNvPr id="4" name="Date Placeholder">
            <a:extLst>
              <a:ext uri="{FF2B5EF4-FFF2-40B4-BE49-F238E27FC236}">
                <a16:creationId xmlns:a16="http://schemas.microsoft.com/office/drawing/2014/main" id="{E8F05950-6299-4B4F-B254-8E9E230299D9}"/>
              </a:ext>
            </a:extLst>
          </p:cNvPr>
          <p:cNvSpPr>
            <a:spLocks noGrp="1"/>
          </p:cNvSpPr>
          <p:nvPr>
            <p:ph type="dt" sz="half" idx="10"/>
          </p:nvPr>
        </p:nvSpPr>
        <p:spPr bwMode="gray"/>
        <p:txBody>
          <a:bodyPr/>
          <a:lstStyle/>
          <a:p>
            <a:fld id="{3888EE68-D1F0-43DF-AEA0-0419ADE41A6B}" type="datetime1">
              <a:rPr lang="en-US" smtClean="0"/>
              <a:t>5/5/2026</a:t>
            </a:fld>
            <a:endParaRPr lang="en-US" dirty="0"/>
          </a:p>
        </p:txBody>
      </p:sp>
      <p:sp>
        <p:nvSpPr>
          <p:cNvPr id="5" name="Footer Placeholder">
            <a:extLst>
              <a:ext uri="{FF2B5EF4-FFF2-40B4-BE49-F238E27FC236}">
                <a16:creationId xmlns:a16="http://schemas.microsoft.com/office/drawing/2014/main" id="{C6F9B0AB-0E2D-494E-B617-49AC025A7447}"/>
              </a:ext>
            </a:extLst>
          </p:cNvPr>
          <p:cNvSpPr>
            <a:spLocks noGrp="1"/>
          </p:cNvSpPr>
          <p:nvPr>
            <p:ph type="ftr" sz="quarter" idx="11"/>
          </p:nvPr>
        </p:nvSpPr>
        <p:spPr bwMode="gray"/>
        <p:txBody>
          <a:bodyPr/>
          <a:lstStyle/>
          <a:p>
            <a:r>
              <a:rPr lang="en-US" dirty="0"/>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E92844E1-DCBE-4FE7-B46C-155141DCD59B}"/>
              </a:ext>
            </a:extLst>
          </p:cNvPr>
          <p:cNvSpPr>
            <a:spLocks noGrp="1"/>
          </p:cNvSpPr>
          <p:nvPr>
            <p:ph type="sldNum" sz="quarter" idx="12"/>
          </p:nvPr>
        </p:nvSpPr>
        <p:spPr bwMode="gray"/>
        <p:txBody>
          <a:bodyPr/>
          <a:lstStyle/>
          <a:p>
            <a:fld id="{03805D93-7D4B-4CBC-BABC-3A8AC08CB7F4}" type="slidenum">
              <a:rPr lang="en-US" smtClean="0"/>
              <a:t>‹#›</a:t>
            </a:fld>
            <a:endParaRPr lang="en-US" dirty="0"/>
          </a:p>
        </p:txBody>
      </p:sp>
    </p:spTree>
    <p:extLst>
      <p:ext uri="{BB962C8B-B14F-4D97-AF65-F5344CB8AC3E}">
        <p14:creationId xmlns:p14="http://schemas.microsoft.com/office/powerpoint/2010/main" val="2479232515"/>
      </p:ext>
    </p:extLst>
  </p:cSld>
  <p:clrMapOvr>
    <a:masterClrMapping/>
  </p:clrMapOvr>
  <p:extLst>
    <p:ext uri="{DCECCB84-F9BA-43D5-87BE-67443E8EF086}">
      <p15:sldGuideLst xmlns:p15="http://schemas.microsoft.com/office/powerpoint/2012/main">
        <p15:guide id="1" orient="horz" pos="3776">
          <p15:clr>
            <a:srgbClr val="5ACBF0"/>
          </p15:clr>
        </p15:guide>
        <p15:guide id="2" orient="horz" pos="792">
          <p15:clr>
            <a:srgbClr val="5ACBF0"/>
          </p15:clr>
        </p15:guide>
        <p15:guide id="3" orient="horz" pos="344">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 Dynamic O">
    <p:bg bwMode="gray">
      <p:bgRef idx="1001">
        <a:schemeClr val="bg1"/>
      </p:bgRef>
    </p:bg>
    <p:spTree>
      <p:nvGrpSpPr>
        <p:cNvPr id="1" name=""/>
        <p:cNvGrpSpPr/>
        <p:nvPr/>
      </p:nvGrpSpPr>
      <p:grpSpPr>
        <a:xfrm>
          <a:off x="0" y="0"/>
          <a:ext cx="0" cy="0"/>
          <a:chOff x="0" y="0"/>
          <a:chExt cx="0" cy="0"/>
        </a:xfrm>
      </p:grpSpPr>
      <p:pic>
        <p:nvPicPr>
          <p:cNvPr id="5" name="Dynamic O">
            <a:extLst>
              <a:ext uri="{FF2B5EF4-FFF2-40B4-BE49-F238E27FC236}">
                <a16:creationId xmlns:a16="http://schemas.microsoft.com/office/drawing/2014/main" id="{43D14A94-F29C-229F-3EC0-7FEF399A9B3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r="39129" b="40084"/>
          <a:stretch>
            <a:fillRect/>
          </a:stretch>
        </p:blipFill>
        <p:spPr bwMode="gray">
          <a:xfrm>
            <a:off x="9839286" y="4542218"/>
            <a:ext cx="2352714" cy="2315783"/>
          </a:xfrm>
          <a:custGeom>
            <a:avLst/>
            <a:gdLst>
              <a:gd name="connsiteX0" fmla="*/ 0 w 2352714"/>
              <a:gd name="connsiteY0" fmla="*/ 0 h 2315783"/>
              <a:gd name="connsiteX1" fmla="*/ 2352714 w 2352714"/>
              <a:gd name="connsiteY1" fmla="*/ 0 h 2315783"/>
              <a:gd name="connsiteX2" fmla="*/ 2352714 w 2352714"/>
              <a:gd name="connsiteY2" fmla="*/ 2315783 h 2315783"/>
              <a:gd name="connsiteX3" fmla="*/ 0 w 2352714"/>
              <a:gd name="connsiteY3" fmla="*/ 2315783 h 2315783"/>
            </a:gdLst>
            <a:ahLst/>
            <a:cxnLst>
              <a:cxn ang="0">
                <a:pos x="connsiteX0" y="connsiteY0"/>
              </a:cxn>
              <a:cxn ang="0">
                <a:pos x="connsiteX1" y="connsiteY1"/>
              </a:cxn>
              <a:cxn ang="0">
                <a:pos x="connsiteX2" y="connsiteY2"/>
              </a:cxn>
              <a:cxn ang="0">
                <a:pos x="connsiteX3" y="connsiteY3"/>
              </a:cxn>
            </a:cxnLst>
            <a:rect l="l" t="t" r="r" b="b"/>
            <a:pathLst>
              <a:path w="2352714" h="2315783">
                <a:moveTo>
                  <a:pt x="0" y="0"/>
                </a:moveTo>
                <a:lnTo>
                  <a:pt x="2352714" y="0"/>
                </a:lnTo>
                <a:lnTo>
                  <a:pt x="2352714" y="2315783"/>
                </a:lnTo>
                <a:lnTo>
                  <a:pt x="0" y="2315783"/>
                </a:lnTo>
                <a:close/>
              </a:path>
            </a:pathLst>
          </a:custGeom>
        </p:spPr>
      </p:pic>
      <p:sp>
        <p:nvSpPr>
          <p:cNvPr id="2" name="Date Placeholder">
            <a:extLst>
              <a:ext uri="{FF2B5EF4-FFF2-40B4-BE49-F238E27FC236}">
                <a16:creationId xmlns:a16="http://schemas.microsoft.com/office/drawing/2014/main" id="{2A88930E-BBA5-4E1B-A5EF-DED17AD07096}"/>
              </a:ext>
            </a:extLst>
          </p:cNvPr>
          <p:cNvSpPr>
            <a:spLocks noGrp="1"/>
          </p:cNvSpPr>
          <p:nvPr>
            <p:ph type="dt" sz="half" idx="10"/>
          </p:nvPr>
        </p:nvSpPr>
        <p:spPr bwMode="gray"/>
        <p:txBody>
          <a:bodyPr/>
          <a:lstStyle/>
          <a:p>
            <a:fld id="{92D12E12-A5FF-4A92-BB8B-4E7579B2C9CF}" type="datetime1">
              <a:rPr lang="en-US" smtClean="0"/>
              <a:t>5/5/2026</a:t>
            </a:fld>
            <a:endParaRPr lang="en-US" dirty="0"/>
          </a:p>
        </p:txBody>
      </p:sp>
      <p:sp>
        <p:nvSpPr>
          <p:cNvPr id="3" name="Footer Placeholder">
            <a:extLst>
              <a:ext uri="{FF2B5EF4-FFF2-40B4-BE49-F238E27FC236}">
                <a16:creationId xmlns:a16="http://schemas.microsoft.com/office/drawing/2014/main" id="{D820AF22-0BC8-4D54-AFFC-11C9299ACFC0}"/>
              </a:ext>
            </a:extLst>
          </p:cNvPr>
          <p:cNvSpPr>
            <a:spLocks noGrp="1"/>
          </p:cNvSpPr>
          <p:nvPr>
            <p:ph type="ftr" sz="quarter" idx="11"/>
          </p:nvPr>
        </p:nvSpPr>
        <p:spPr bwMode="gray"/>
        <p:txBody>
          <a:bodyPr/>
          <a:lstStyle/>
          <a:p>
            <a:r>
              <a:rPr lang="en-US" dirty="0"/>
              <a:t>Confidential property of Optum. Do not distribute or reproduce without express permission from Optum.</a:t>
            </a:r>
          </a:p>
        </p:txBody>
      </p:sp>
      <p:sp>
        <p:nvSpPr>
          <p:cNvPr id="4" name="Slide Number Placeholder">
            <a:extLst>
              <a:ext uri="{FF2B5EF4-FFF2-40B4-BE49-F238E27FC236}">
                <a16:creationId xmlns:a16="http://schemas.microsoft.com/office/drawing/2014/main" id="{7F8E785F-27DE-459F-AC73-FAA76F4C475F}"/>
              </a:ext>
            </a:extLst>
          </p:cNvPr>
          <p:cNvSpPr>
            <a:spLocks noGrp="1"/>
          </p:cNvSpPr>
          <p:nvPr>
            <p:ph type="sldNum" sz="quarter" idx="12"/>
          </p:nvPr>
        </p:nvSpPr>
        <p:spPr bwMode="gray"/>
        <p:txBody>
          <a:bodyPr/>
          <a:lstStyle/>
          <a:p>
            <a:fld id="{03805D93-7D4B-4CBC-BABC-3A8AC08CB7F4}" type="slidenum">
              <a:rPr lang="en-US" smtClean="0"/>
              <a:t>‹#›</a:t>
            </a:fld>
            <a:endParaRPr lang="en-US" dirty="0"/>
          </a:p>
        </p:txBody>
      </p:sp>
    </p:spTree>
    <p:extLst>
      <p:ext uri="{BB962C8B-B14F-4D97-AF65-F5344CB8AC3E}">
        <p14:creationId xmlns:p14="http://schemas.microsoft.com/office/powerpoint/2010/main" val="1004746824"/>
      </p:ext>
    </p:extLst>
  </p:cSld>
  <p:clrMapOvr>
    <a:masterClrMapping/>
  </p:clrMapOvr>
  <p:extLst>
    <p:ext uri="{DCECCB84-F9BA-43D5-87BE-67443E8EF086}">
      <p15:sldGuideLst xmlns:p15="http://schemas.microsoft.com/office/powerpoint/2012/main">
        <p15:guide id="1" orient="horz" pos="3776">
          <p15:clr>
            <a:srgbClr val="5ACBF0"/>
          </p15:clr>
        </p15:guide>
        <p15:guide id="4" orient="horz" pos="344">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    ___    ">
    <p:bg bwMode="gray">
      <p:bgPr>
        <a:solidFill>
          <a:srgbClr val="7030A0"/>
        </a:solidFill>
        <a:effectLst/>
      </p:bgPr>
    </p:bg>
    <p:spTree>
      <p:nvGrpSpPr>
        <p:cNvPr id="1" name=""/>
        <p:cNvGrpSpPr/>
        <p:nvPr/>
      </p:nvGrpSpPr>
      <p:grpSpPr>
        <a:xfrm>
          <a:off x="0" y="0"/>
          <a:ext cx="0" cy="0"/>
          <a:chOff x="0" y="0"/>
          <a:chExt cx="0" cy="0"/>
        </a:xfrm>
      </p:grpSpPr>
      <p:sp>
        <p:nvSpPr>
          <p:cNvPr id="12" name="TextBox 1">
            <a:extLst>
              <a:ext uri="{FF2B5EF4-FFF2-40B4-BE49-F238E27FC236}">
                <a16:creationId xmlns:a16="http://schemas.microsoft.com/office/drawing/2014/main" id="{32CFB013-0FEF-48E9-80F2-E18D541C5EDC}"/>
              </a:ext>
            </a:extLst>
          </p:cNvPr>
          <p:cNvSpPr txBox="1"/>
          <p:nvPr userDrawn="1"/>
        </p:nvSpPr>
        <p:spPr bwMode="gray">
          <a:xfrm>
            <a:off x="742998" y="1351508"/>
            <a:ext cx="9891327" cy="4154984"/>
          </a:xfrm>
          <a:prstGeom prst="rect">
            <a:avLst/>
          </a:prstGeom>
          <a:noFill/>
        </p:spPr>
        <p:txBody>
          <a:bodyPr wrap="square" lIns="0" tIns="0" rIns="0" bIns="0" rtlCol="0">
            <a:spAutoFit/>
          </a:bodyPr>
          <a:lstStyle/>
          <a:p>
            <a:pPr>
              <a:lnSpc>
                <a:spcPct val="90000"/>
              </a:lnSpc>
              <a:spcBef>
                <a:spcPts val="0"/>
              </a:spcBef>
            </a:pPr>
            <a:r>
              <a:rPr lang="en-US" sz="15000" b="1" dirty="0">
                <a:solidFill>
                  <a:schemeClr val="bg1"/>
                </a:solidFill>
              </a:rPr>
              <a:t>Quotes/</a:t>
            </a:r>
            <a:br>
              <a:rPr lang="en-US" sz="15000" b="1" dirty="0">
                <a:solidFill>
                  <a:schemeClr val="bg1"/>
                </a:solidFill>
              </a:rPr>
            </a:br>
            <a:r>
              <a:rPr lang="en-US" sz="15000" b="1" dirty="0">
                <a:solidFill>
                  <a:schemeClr val="bg1"/>
                </a:solidFill>
              </a:rPr>
              <a:t>facts</a:t>
            </a:r>
          </a:p>
        </p:txBody>
      </p:sp>
      <p:cxnSp>
        <p:nvCxnSpPr>
          <p:cNvPr id="4" name="Arrow">
            <a:extLst>
              <a:ext uri="{FF2B5EF4-FFF2-40B4-BE49-F238E27FC236}">
                <a16:creationId xmlns:a16="http://schemas.microsoft.com/office/drawing/2014/main" id="{072CDE07-2C86-4CA9-AA97-FE831103A7B5}"/>
              </a:ext>
              <a:ext uri="{C183D7F6-B498-43B3-948B-1728B52AA6E4}">
                <adec:decorative xmlns:adec="http://schemas.microsoft.com/office/drawing/2017/decorative" val="1"/>
              </a:ext>
            </a:extLst>
          </p:cNvPr>
          <p:cNvCxnSpPr>
            <a:cxnSpLocks/>
          </p:cNvCxnSpPr>
          <p:nvPr userDrawn="1"/>
        </p:nvCxnSpPr>
        <p:spPr bwMode="gray">
          <a:xfrm>
            <a:off x="9497148" y="3429000"/>
            <a:ext cx="1951854" cy="0"/>
          </a:xfrm>
          <a:prstGeom prst="line">
            <a:avLst/>
          </a:prstGeom>
          <a:ln w="317500" cap="rnd">
            <a:solidFill>
              <a:schemeClr val="bg1"/>
            </a:solidFill>
            <a:round/>
            <a:tailEnd type="arrow" w="lg"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6730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7" name="Warm White Background">
            <a:extLst>
              <a:ext uri="{FF2B5EF4-FFF2-40B4-BE49-F238E27FC236}">
                <a16:creationId xmlns:a16="http://schemas.microsoft.com/office/drawing/2014/main" id="{EE1EB717-079D-4382-BC6B-05400E354E1D}"/>
              </a:ext>
              <a:ext uri="{C183D7F6-B498-43B3-948B-1728B52AA6E4}">
                <adec:decorative xmlns:adec="http://schemas.microsoft.com/office/drawing/2017/decorative" val="1"/>
              </a:ext>
            </a:extLst>
          </p:cNvPr>
          <p:cNvSpPr/>
          <p:nvPr userDrawn="1"/>
        </p:nvSpPr>
        <p:spPr bwMode="gray">
          <a:xfrm>
            <a:off x="0" y="0"/>
            <a:ext cx="12192000" cy="5994400"/>
          </a:xfrm>
          <a:prstGeom prst="rect">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0"/>
              </a:spcBef>
              <a:spcAft>
                <a:spcPts val="0"/>
              </a:spcAft>
            </a:pPr>
            <a:endParaRPr lang="en-US" sz="1400" b="0" i="0" u="none" baseline="0" dirty="0">
              <a:solidFill>
                <a:srgbClr val="FFFFFF"/>
              </a:solidFill>
            </a:endParaRPr>
          </a:p>
        </p:txBody>
      </p:sp>
      <p:sp>
        <p:nvSpPr>
          <p:cNvPr id="2" name="Quotemark">
            <a:extLst>
              <a:ext uri="{FF2B5EF4-FFF2-40B4-BE49-F238E27FC236}">
                <a16:creationId xmlns:a16="http://schemas.microsoft.com/office/drawing/2014/main" id="{034DE437-E18F-4BCB-BE69-5295B9D49647}"/>
              </a:ext>
              <a:ext uri="{C183D7F6-B498-43B3-948B-1728B52AA6E4}">
                <adec:decorative xmlns:adec="http://schemas.microsoft.com/office/drawing/2017/decorative" val="1"/>
              </a:ext>
            </a:extLst>
          </p:cNvPr>
          <p:cNvSpPr/>
          <p:nvPr/>
        </p:nvSpPr>
        <p:spPr bwMode="gray">
          <a:xfrm>
            <a:off x="1678506" y="853939"/>
            <a:ext cx="1026858" cy="788148"/>
          </a:xfrm>
          <a:custGeom>
            <a:avLst/>
            <a:gdLst>
              <a:gd name="connsiteX0" fmla="*/ 160281 w 454634"/>
              <a:gd name="connsiteY0" fmla="*/ 0 h 348947"/>
              <a:gd name="connsiteX1" fmla="*/ 205697 w 454634"/>
              <a:gd name="connsiteY1" fmla="*/ 64813 h 348947"/>
              <a:gd name="connsiteX2" fmla="*/ 102281 w 454634"/>
              <a:gd name="connsiteY2" fmla="*/ 169364 h 348947"/>
              <a:gd name="connsiteX3" fmla="*/ 187531 w 454634"/>
              <a:gd name="connsiteY3" fmla="*/ 258021 h 348947"/>
              <a:gd name="connsiteX4" fmla="*/ 96604 w 454634"/>
              <a:gd name="connsiteY4" fmla="*/ 348947 h 348947"/>
              <a:gd name="connsiteX5" fmla="*/ 0 w 454634"/>
              <a:gd name="connsiteY5" fmla="*/ 237583 h 348947"/>
              <a:gd name="connsiteX6" fmla="*/ 160281 w 454634"/>
              <a:gd name="connsiteY6" fmla="*/ 0 h 348947"/>
              <a:gd name="connsiteX7" fmla="*/ 409219 w 454634"/>
              <a:gd name="connsiteY7" fmla="*/ 0 h 348947"/>
              <a:gd name="connsiteX8" fmla="*/ 454635 w 454634"/>
              <a:gd name="connsiteY8" fmla="*/ 64813 h 348947"/>
              <a:gd name="connsiteX9" fmla="*/ 351218 w 454634"/>
              <a:gd name="connsiteY9" fmla="*/ 169364 h 348947"/>
              <a:gd name="connsiteX10" fmla="*/ 436468 w 454634"/>
              <a:gd name="connsiteY10" fmla="*/ 258021 h 348947"/>
              <a:gd name="connsiteX11" fmla="*/ 345541 w 454634"/>
              <a:gd name="connsiteY11" fmla="*/ 348947 h 348947"/>
              <a:gd name="connsiteX12" fmla="*/ 248937 w 454634"/>
              <a:gd name="connsiteY12" fmla="*/ 237583 h 348947"/>
              <a:gd name="connsiteX13" fmla="*/ 409219 w 454634"/>
              <a:gd name="connsiteY13" fmla="*/ 0 h 348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54634" h="348947">
                <a:moveTo>
                  <a:pt x="160281" y="0"/>
                </a:moveTo>
                <a:lnTo>
                  <a:pt x="205697" y="64813"/>
                </a:lnTo>
                <a:cubicBezTo>
                  <a:pt x="153374" y="96604"/>
                  <a:pt x="115906" y="130761"/>
                  <a:pt x="102281" y="169364"/>
                </a:cubicBezTo>
                <a:cubicBezTo>
                  <a:pt x="151103" y="172771"/>
                  <a:pt x="187531" y="209198"/>
                  <a:pt x="187531" y="258021"/>
                </a:cubicBezTo>
                <a:cubicBezTo>
                  <a:pt x="187531" y="307978"/>
                  <a:pt x="148927" y="348947"/>
                  <a:pt x="96604" y="348947"/>
                </a:cubicBezTo>
                <a:cubicBezTo>
                  <a:pt x="42010" y="348947"/>
                  <a:pt x="0" y="304667"/>
                  <a:pt x="0" y="237583"/>
                </a:cubicBezTo>
                <a:cubicBezTo>
                  <a:pt x="0" y="134072"/>
                  <a:pt x="58000" y="50052"/>
                  <a:pt x="160281" y="0"/>
                </a:cubicBezTo>
                <a:close/>
                <a:moveTo>
                  <a:pt x="409219" y="0"/>
                </a:moveTo>
                <a:lnTo>
                  <a:pt x="454635" y="64813"/>
                </a:lnTo>
                <a:cubicBezTo>
                  <a:pt x="402406" y="96604"/>
                  <a:pt x="364843" y="130761"/>
                  <a:pt x="351218" y="169364"/>
                </a:cubicBezTo>
                <a:cubicBezTo>
                  <a:pt x="400041" y="172771"/>
                  <a:pt x="436468" y="209198"/>
                  <a:pt x="436468" y="258021"/>
                </a:cubicBezTo>
                <a:cubicBezTo>
                  <a:pt x="436468" y="307978"/>
                  <a:pt x="397865" y="348947"/>
                  <a:pt x="345541" y="348947"/>
                </a:cubicBezTo>
                <a:cubicBezTo>
                  <a:pt x="290947" y="348947"/>
                  <a:pt x="248937" y="304667"/>
                  <a:pt x="248937" y="237583"/>
                </a:cubicBezTo>
                <a:cubicBezTo>
                  <a:pt x="248937" y="134072"/>
                  <a:pt x="306938" y="50052"/>
                  <a:pt x="409219" y="0"/>
                </a:cubicBezTo>
                <a:close/>
              </a:path>
            </a:pathLst>
          </a:custGeom>
          <a:solidFill>
            <a:schemeClr val="tx2"/>
          </a:solidFill>
          <a:ln w="9335" cap="flat">
            <a:noFill/>
            <a:prstDash val="solid"/>
            <a:miter/>
          </a:ln>
        </p:spPr>
        <p:txBody>
          <a:bodyPr rtlCol="0" anchor="ctr"/>
          <a:lstStyle/>
          <a:p>
            <a:endParaRPr lang="en-US"/>
          </a:p>
        </p:txBody>
      </p:sp>
      <p:sp>
        <p:nvSpPr>
          <p:cNvPr id="6" name="Quote Placeholder">
            <a:extLst>
              <a:ext uri="{FF2B5EF4-FFF2-40B4-BE49-F238E27FC236}">
                <a16:creationId xmlns:a16="http://schemas.microsoft.com/office/drawing/2014/main" id="{268D9530-7244-4EEA-9E87-B99110498E7E}"/>
              </a:ext>
            </a:extLst>
          </p:cNvPr>
          <p:cNvSpPr>
            <a:spLocks noGrp="1"/>
          </p:cNvSpPr>
          <p:nvPr>
            <p:ph type="body" sz="quarter" idx="13" hasCustomPrompt="1"/>
          </p:nvPr>
        </p:nvSpPr>
        <p:spPr bwMode="gray">
          <a:xfrm>
            <a:off x="1678505" y="1993315"/>
            <a:ext cx="8846619" cy="2871369"/>
          </a:xfrm>
        </p:spPr>
        <p:txBody>
          <a:bodyPr>
            <a:normAutofit/>
          </a:bodyPr>
          <a:lstStyle>
            <a:lvl1pPr algn="l">
              <a:spcBef>
                <a:spcPts val="1200"/>
              </a:spcBef>
              <a:defRPr sz="3200" spc="0" baseline="0">
                <a:solidFill>
                  <a:schemeClr val="tx1"/>
                </a:solidFill>
                <a:latin typeface="+mj-lt"/>
              </a:defRPr>
            </a:lvl1pPr>
            <a:lvl2pPr>
              <a:defRPr sz="2600">
                <a:solidFill>
                  <a:schemeClr val="accent5"/>
                </a:solidFill>
              </a:defRPr>
            </a:lvl2pPr>
            <a:lvl3pPr>
              <a:defRPr sz="2600">
                <a:solidFill>
                  <a:schemeClr val="accent5"/>
                </a:solidFill>
              </a:defRPr>
            </a:lvl3pPr>
            <a:lvl4pPr>
              <a:defRPr sz="2600">
                <a:solidFill>
                  <a:schemeClr val="accent5"/>
                </a:solidFill>
              </a:defRPr>
            </a:lvl4pPr>
            <a:lvl5pPr>
              <a:defRPr sz="2600">
                <a:solidFill>
                  <a:schemeClr val="accent5"/>
                </a:solidFill>
              </a:defRPr>
            </a:lvl5pPr>
          </a:lstStyle>
          <a:p>
            <a:pPr lvl="0"/>
            <a:r>
              <a:rPr lang="en-US" dirty="0"/>
              <a:t>“Use this textbox to include quotes without an attribution photo. Georgia Pro 32pt, sentence case. Don’t modify size or placement of textbox.”</a:t>
            </a:r>
          </a:p>
        </p:txBody>
      </p:sp>
      <p:sp>
        <p:nvSpPr>
          <p:cNvPr id="10" name="Name Placeholder">
            <a:extLst>
              <a:ext uri="{FF2B5EF4-FFF2-40B4-BE49-F238E27FC236}">
                <a16:creationId xmlns:a16="http://schemas.microsoft.com/office/drawing/2014/main" id="{534C88A3-66AA-4865-9DC5-9F2DF606433E}"/>
              </a:ext>
            </a:extLst>
          </p:cNvPr>
          <p:cNvSpPr>
            <a:spLocks noGrp="1"/>
          </p:cNvSpPr>
          <p:nvPr>
            <p:ph type="body" sz="quarter" idx="14" hasCustomPrompt="1"/>
          </p:nvPr>
        </p:nvSpPr>
        <p:spPr bwMode="gray">
          <a:xfrm>
            <a:off x="5713686" y="5207977"/>
            <a:ext cx="4800600" cy="215444"/>
          </a:xfrm>
        </p:spPr>
        <p:txBody>
          <a:bodyPr wrap="square" anchor="b">
            <a:spAutoFit/>
          </a:bodyPr>
          <a:lstStyle>
            <a:lvl1pPr algn="r">
              <a:defRPr sz="1400" b="1">
                <a:solidFill>
                  <a:schemeClr val="tx1"/>
                </a:solidFill>
              </a:defRPr>
            </a:lvl1pPr>
            <a:lvl2pPr algn="ctr">
              <a:defRPr sz="1400" b="1">
                <a:solidFill>
                  <a:schemeClr val="accent5"/>
                </a:solidFill>
              </a:defRPr>
            </a:lvl2pPr>
            <a:lvl3pPr algn="ctr">
              <a:defRPr sz="1400" b="1">
                <a:solidFill>
                  <a:schemeClr val="accent5"/>
                </a:solidFill>
              </a:defRPr>
            </a:lvl3pPr>
            <a:lvl4pPr algn="ctr">
              <a:defRPr sz="1400" b="1">
                <a:solidFill>
                  <a:schemeClr val="accent5"/>
                </a:solidFill>
              </a:defRPr>
            </a:lvl4pPr>
            <a:lvl5pPr algn="ctr">
              <a:defRPr sz="1400" b="1">
                <a:solidFill>
                  <a:schemeClr val="accent5"/>
                </a:solidFill>
              </a:defRPr>
            </a:lvl5pPr>
          </a:lstStyle>
          <a:p>
            <a:pPr lvl="0"/>
            <a:r>
              <a:rPr lang="en-US" dirty="0"/>
              <a:t>Attribution name, Arial 14pt</a:t>
            </a:r>
          </a:p>
        </p:txBody>
      </p:sp>
      <p:sp>
        <p:nvSpPr>
          <p:cNvPr id="15" name="Title Placeholder">
            <a:extLst>
              <a:ext uri="{FF2B5EF4-FFF2-40B4-BE49-F238E27FC236}">
                <a16:creationId xmlns:a16="http://schemas.microsoft.com/office/drawing/2014/main" id="{539E5E69-25FD-4D9F-BEEC-39E50CAC01B9}"/>
              </a:ext>
            </a:extLst>
          </p:cNvPr>
          <p:cNvSpPr>
            <a:spLocks noGrp="1"/>
          </p:cNvSpPr>
          <p:nvPr>
            <p:ph type="body" sz="quarter" idx="15" hasCustomPrompt="1"/>
          </p:nvPr>
        </p:nvSpPr>
        <p:spPr bwMode="gray">
          <a:xfrm>
            <a:off x="5713686" y="5449865"/>
            <a:ext cx="4800600" cy="184666"/>
          </a:xfrm>
        </p:spPr>
        <p:txBody>
          <a:bodyPr wrap="square" anchor="t">
            <a:spAutoFit/>
          </a:bodyPr>
          <a:lstStyle>
            <a:lvl1pPr algn="r">
              <a:defRPr sz="1200" b="0">
                <a:solidFill>
                  <a:schemeClr val="tx1"/>
                </a:solidFill>
              </a:defRPr>
            </a:lvl1pPr>
            <a:lvl2pPr algn="ctr">
              <a:defRPr sz="1400" b="1">
                <a:solidFill>
                  <a:schemeClr val="accent5"/>
                </a:solidFill>
              </a:defRPr>
            </a:lvl2pPr>
            <a:lvl3pPr algn="ctr">
              <a:defRPr sz="1400" b="1">
                <a:solidFill>
                  <a:schemeClr val="accent5"/>
                </a:solidFill>
              </a:defRPr>
            </a:lvl3pPr>
            <a:lvl4pPr algn="ctr">
              <a:defRPr sz="1400" b="1">
                <a:solidFill>
                  <a:schemeClr val="accent5"/>
                </a:solidFill>
              </a:defRPr>
            </a:lvl4pPr>
            <a:lvl5pPr algn="ctr">
              <a:defRPr sz="1400" b="1">
                <a:solidFill>
                  <a:schemeClr val="accent5"/>
                </a:solidFill>
              </a:defRPr>
            </a:lvl5pPr>
          </a:lstStyle>
          <a:p>
            <a:pPr lvl="0"/>
            <a:r>
              <a:rPr lang="en-US" dirty="0"/>
              <a:t>Attribution title, Arial 12pt</a:t>
            </a:r>
          </a:p>
        </p:txBody>
      </p:sp>
      <p:sp>
        <p:nvSpPr>
          <p:cNvPr id="3" name="Date Placeholder">
            <a:extLst>
              <a:ext uri="{FF2B5EF4-FFF2-40B4-BE49-F238E27FC236}">
                <a16:creationId xmlns:a16="http://schemas.microsoft.com/office/drawing/2014/main" id="{A03ECA26-E932-4438-A611-CD2E9AA59D7D}"/>
              </a:ext>
            </a:extLst>
          </p:cNvPr>
          <p:cNvSpPr>
            <a:spLocks noGrp="1"/>
          </p:cNvSpPr>
          <p:nvPr>
            <p:ph type="dt" sz="half" idx="10"/>
          </p:nvPr>
        </p:nvSpPr>
        <p:spPr bwMode="gray"/>
        <p:txBody>
          <a:bodyPr/>
          <a:lstStyle/>
          <a:p>
            <a:fld id="{6B997ACD-FFD4-42B7-9BA4-F3C2403892BC}" type="datetime1">
              <a:rPr lang="en-US" smtClean="0"/>
              <a:t>5/5/2026</a:t>
            </a:fld>
            <a:endParaRPr lang="en-US" dirty="0"/>
          </a:p>
        </p:txBody>
      </p:sp>
      <p:sp>
        <p:nvSpPr>
          <p:cNvPr id="4" name="Footer Placeholder">
            <a:extLst>
              <a:ext uri="{FF2B5EF4-FFF2-40B4-BE49-F238E27FC236}">
                <a16:creationId xmlns:a16="http://schemas.microsoft.com/office/drawing/2014/main" id="{F671BF93-B235-43C1-B6B1-F5BF550234D5}"/>
              </a:ext>
            </a:extLst>
          </p:cNvPr>
          <p:cNvSpPr>
            <a:spLocks noGrp="1"/>
          </p:cNvSpPr>
          <p:nvPr>
            <p:ph type="ftr" sz="quarter" idx="11"/>
          </p:nvPr>
        </p:nvSpPr>
        <p:spPr bwMode="gray"/>
        <p:txBody>
          <a:bodyPr/>
          <a:lstStyle/>
          <a:p>
            <a:r>
              <a:rPr lang="en-US" dirty="0"/>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3AF1A2B5-5197-4E57-9D4D-CCCEAD7BAFB2}"/>
              </a:ext>
            </a:extLst>
          </p:cNvPr>
          <p:cNvSpPr>
            <a:spLocks noGrp="1"/>
          </p:cNvSpPr>
          <p:nvPr>
            <p:ph type="sldNum" sz="quarter" idx="12"/>
          </p:nvPr>
        </p:nvSpPr>
        <p:spPr bwMode="gray"/>
        <p:txBody>
          <a:bodyPr/>
          <a:lstStyle/>
          <a:p>
            <a:fld id="{03805D93-7D4B-4CBC-BABC-3A8AC08CB7F4}" type="slidenum">
              <a:rPr lang="en-US" smtClean="0"/>
              <a:pPr/>
              <a:t>‹#›</a:t>
            </a:fld>
            <a:endParaRPr lang="en-US" dirty="0"/>
          </a:p>
        </p:txBody>
      </p:sp>
    </p:spTree>
    <p:extLst>
      <p:ext uri="{BB962C8B-B14F-4D97-AF65-F5344CB8AC3E}">
        <p14:creationId xmlns:p14="http://schemas.microsoft.com/office/powerpoint/2010/main" val="1886210125"/>
      </p:ext>
    </p:extLst>
  </p:cSld>
  <p:clrMapOvr>
    <a:masterClrMapping/>
  </p:clrMapOvr>
  <p:extLst>
    <p:ext uri="{DCECCB84-F9BA-43D5-87BE-67443E8EF086}">
      <p15:sldGuideLst xmlns:p15="http://schemas.microsoft.com/office/powerpoint/2012/main">
        <p15:guide id="1" orient="horz" pos="1251">
          <p15:clr>
            <a:srgbClr val="5ACBF0"/>
          </p15:clr>
        </p15:guide>
        <p15:guide id="2" pos="1053">
          <p15:clr>
            <a:srgbClr val="5ACBF0"/>
          </p15:clr>
        </p15:guide>
        <p15:guide id="3" pos="6630">
          <p15:clr>
            <a:srgbClr val="5ACBF0"/>
          </p15:clr>
        </p15:guide>
        <p15:guide id="4" orient="horz" pos="3071">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7" name="Warm White Background">
            <a:extLst>
              <a:ext uri="{FF2B5EF4-FFF2-40B4-BE49-F238E27FC236}">
                <a16:creationId xmlns:a16="http://schemas.microsoft.com/office/drawing/2014/main" id="{EE1EB717-079D-4382-BC6B-05400E354E1D}"/>
              </a:ext>
              <a:ext uri="{C183D7F6-B498-43B3-948B-1728B52AA6E4}">
                <adec:decorative xmlns:adec="http://schemas.microsoft.com/office/drawing/2017/decorative" val="1"/>
              </a:ext>
            </a:extLst>
          </p:cNvPr>
          <p:cNvSpPr/>
          <p:nvPr userDrawn="1"/>
        </p:nvSpPr>
        <p:spPr bwMode="gray">
          <a:xfrm>
            <a:off x="0" y="0"/>
            <a:ext cx="12192000" cy="5994400"/>
          </a:xfrm>
          <a:prstGeom prst="rect">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0"/>
              </a:spcBef>
              <a:spcAft>
                <a:spcPts val="0"/>
              </a:spcAft>
            </a:pPr>
            <a:endParaRPr lang="en-US" sz="1400" b="0" i="0" u="none" baseline="0" dirty="0">
              <a:solidFill>
                <a:srgbClr val="FFFFFF"/>
              </a:solidFill>
            </a:endParaRPr>
          </a:p>
        </p:txBody>
      </p:sp>
      <p:sp>
        <p:nvSpPr>
          <p:cNvPr id="12" name="Quotemark">
            <a:extLst>
              <a:ext uri="{FF2B5EF4-FFF2-40B4-BE49-F238E27FC236}">
                <a16:creationId xmlns:a16="http://schemas.microsoft.com/office/drawing/2014/main" id="{D0DB7721-8B40-E9C3-9C0E-F32FEBBA4C5D}"/>
              </a:ext>
              <a:ext uri="{C183D7F6-B498-43B3-948B-1728B52AA6E4}">
                <adec:decorative xmlns:adec="http://schemas.microsoft.com/office/drawing/2017/decorative" val="1"/>
              </a:ext>
            </a:extLst>
          </p:cNvPr>
          <p:cNvSpPr/>
          <p:nvPr userDrawn="1"/>
        </p:nvSpPr>
        <p:spPr bwMode="gray">
          <a:xfrm>
            <a:off x="1678506" y="853939"/>
            <a:ext cx="1026858" cy="788148"/>
          </a:xfrm>
          <a:custGeom>
            <a:avLst/>
            <a:gdLst>
              <a:gd name="connsiteX0" fmla="*/ 160281 w 454634"/>
              <a:gd name="connsiteY0" fmla="*/ 0 h 348947"/>
              <a:gd name="connsiteX1" fmla="*/ 205697 w 454634"/>
              <a:gd name="connsiteY1" fmla="*/ 64813 h 348947"/>
              <a:gd name="connsiteX2" fmla="*/ 102281 w 454634"/>
              <a:gd name="connsiteY2" fmla="*/ 169364 h 348947"/>
              <a:gd name="connsiteX3" fmla="*/ 187531 w 454634"/>
              <a:gd name="connsiteY3" fmla="*/ 258021 h 348947"/>
              <a:gd name="connsiteX4" fmla="*/ 96604 w 454634"/>
              <a:gd name="connsiteY4" fmla="*/ 348947 h 348947"/>
              <a:gd name="connsiteX5" fmla="*/ 0 w 454634"/>
              <a:gd name="connsiteY5" fmla="*/ 237583 h 348947"/>
              <a:gd name="connsiteX6" fmla="*/ 160281 w 454634"/>
              <a:gd name="connsiteY6" fmla="*/ 0 h 348947"/>
              <a:gd name="connsiteX7" fmla="*/ 409219 w 454634"/>
              <a:gd name="connsiteY7" fmla="*/ 0 h 348947"/>
              <a:gd name="connsiteX8" fmla="*/ 454635 w 454634"/>
              <a:gd name="connsiteY8" fmla="*/ 64813 h 348947"/>
              <a:gd name="connsiteX9" fmla="*/ 351218 w 454634"/>
              <a:gd name="connsiteY9" fmla="*/ 169364 h 348947"/>
              <a:gd name="connsiteX10" fmla="*/ 436468 w 454634"/>
              <a:gd name="connsiteY10" fmla="*/ 258021 h 348947"/>
              <a:gd name="connsiteX11" fmla="*/ 345541 w 454634"/>
              <a:gd name="connsiteY11" fmla="*/ 348947 h 348947"/>
              <a:gd name="connsiteX12" fmla="*/ 248937 w 454634"/>
              <a:gd name="connsiteY12" fmla="*/ 237583 h 348947"/>
              <a:gd name="connsiteX13" fmla="*/ 409219 w 454634"/>
              <a:gd name="connsiteY13" fmla="*/ 0 h 348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54634" h="348947">
                <a:moveTo>
                  <a:pt x="160281" y="0"/>
                </a:moveTo>
                <a:lnTo>
                  <a:pt x="205697" y="64813"/>
                </a:lnTo>
                <a:cubicBezTo>
                  <a:pt x="153374" y="96604"/>
                  <a:pt x="115906" y="130761"/>
                  <a:pt x="102281" y="169364"/>
                </a:cubicBezTo>
                <a:cubicBezTo>
                  <a:pt x="151103" y="172771"/>
                  <a:pt x="187531" y="209198"/>
                  <a:pt x="187531" y="258021"/>
                </a:cubicBezTo>
                <a:cubicBezTo>
                  <a:pt x="187531" y="307978"/>
                  <a:pt x="148927" y="348947"/>
                  <a:pt x="96604" y="348947"/>
                </a:cubicBezTo>
                <a:cubicBezTo>
                  <a:pt x="42010" y="348947"/>
                  <a:pt x="0" y="304667"/>
                  <a:pt x="0" y="237583"/>
                </a:cubicBezTo>
                <a:cubicBezTo>
                  <a:pt x="0" y="134072"/>
                  <a:pt x="58000" y="50052"/>
                  <a:pt x="160281" y="0"/>
                </a:cubicBezTo>
                <a:close/>
                <a:moveTo>
                  <a:pt x="409219" y="0"/>
                </a:moveTo>
                <a:lnTo>
                  <a:pt x="454635" y="64813"/>
                </a:lnTo>
                <a:cubicBezTo>
                  <a:pt x="402406" y="96604"/>
                  <a:pt x="364843" y="130761"/>
                  <a:pt x="351218" y="169364"/>
                </a:cubicBezTo>
                <a:cubicBezTo>
                  <a:pt x="400041" y="172771"/>
                  <a:pt x="436468" y="209198"/>
                  <a:pt x="436468" y="258021"/>
                </a:cubicBezTo>
                <a:cubicBezTo>
                  <a:pt x="436468" y="307978"/>
                  <a:pt x="397865" y="348947"/>
                  <a:pt x="345541" y="348947"/>
                </a:cubicBezTo>
                <a:cubicBezTo>
                  <a:pt x="290947" y="348947"/>
                  <a:pt x="248937" y="304667"/>
                  <a:pt x="248937" y="237583"/>
                </a:cubicBezTo>
                <a:cubicBezTo>
                  <a:pt x="248937" y="134072"/>
                  <a:pt x="306938" y="50052"/>
                  <a:pt x="409219" y="0"/>
                </a:cubicBezTo>
                <a:close/>
              </a:path>
            </a:pathLst>
          </a:custGeom>
          <a:solidFill>
            <a:schemeClr val="tx2"/>
          </a:solidFill>
          <a:ln w="9335" cap="flat">
            <a:noFill/>
            <a:prstDash val="solid"/>
            <a:miter/>
          </a:ln>
        </p:spPr>
        <p:txBody>
          <a:bodyPr rtlCol="0" anchor="ctr"/>
          <a:lstStyle/>
          <a:p>
            <a:endParaRPr lang="en-US"/>
          </a:p>
        </p:txBody>
      </p:sp>
      <p:sp>
        <p:nvSpPr>
          <p:cNvPr id="6" name="Quote Placeholder">
            <a:extLst>
              <a:ext uri="{FF2B5EF4-FFF2-40B4-BE49-F238E27FC236}">
                <a16:creationId xmlns:a16="http://schemas.microsoft.com/office/drawing/2014/main" id="{268D9530-7244-4EEA-9E87-B99110498E7E}"/>
              </a:ext>
            </a:extLst>
          </p:cNvPr>
          <p:cNvSpPr>
            <a:spLocks noGrp="1"/>
          </p:cNvSpPr>
          <p:nvPr>
            <p:ph type="body" sz="quarter" idx="13" hasCustomPrompt="1"/>
          </p:nvPr>
        </p:nvSpPr>
        <p:spPr bwMode="gray">
          <a:xfrm>
            <a:off x="1678505" y="1993315"/>
            <a:ext cx="8851392" cy="2011126"/>
          </a:xfrm>
        </p:spPr>
        <p:txBody>
          <a:bodyPr>
            <a:normAutofit/>
          </a:bodyPr>
          <a:lstStyle>
            <a:lvl1pPr algn="l">
              <a:spcBef>
                <a:spcPts val="1200"/>
              </a:spcBef>
              <a:defRPr sz="3200" spc="0" baseline="0">
                <a:solidFill>
                  <a:schemeClr val="tx1"/>
                </a:solidFill>
                <a:latin typeface="+mj-lt"/>
              </a:defRPr>
            </a:lvl1pPr>
            <a:lvl2pPr>
              <a:defRPr sz="2600">
                <a:solidFill>
                  <a:schemeClr val="accent5"/>
                </a:solidFill>
              </a:defRPr>
            </a:lvl2pPr>
            <a:lvl3pPr>
              <a:defRPr sz="2600">
                <a:solidFill>
                  <a:schemeClr val="accent5"/>
                </a:solidFill>
              </a:defRPr>
            </a:lvl3pPr>
            <a:lvl4pPr>
              <a:defRPr sz="2600">
                <a:solidFill>
                  <a:schemeClr val="accent5"/>
                </a:solidFill>
              </a:defRPr>
            </a:lvl4pPr>
            <a:lvl5pPr>
              <a:defRPr sz="2600">
                <a:solidFill>
                  <a:schemeClr val="accent5"/>
                </a:solidFill>
              </a:defRPr>
            </a:lvl5pPr>
          </a:lstStyle>
          <a:p>
            <a:pPr lvl="0"/>
            <a:r>
              <a:rPr lang="en-US" dirty="0"/>
              <a:t>“Use this textbox to include quotes with an attribution photo. Georgia Pro 32pt, sentence case. Don’t modify size or placement of textbox.”</a:t>
            </a:r>
          </a:p>
        </p:txBody>
      </p:sp>
      <p:sp>
        <p:nvSpPr>
          <p:cNvPr id="13" name="Headshot Placeholder">
            <a:extLst>
              <a:ext uri="{FF2B5EF4-FFF2-40B4-BE49-F238E27FC236}">
                <a16:creationId xmlns:a16="http://schemas.microsoft.com/office/drawing/2014/main" id="{D951BDD7-02E7-4695-9F59-170E730D05B2}"/>
              </a:ext>
              <a:ext uri="{C183D7F6-B498-43B3-948B-1728B52AA6E4}">
                <adec:decorative xmlns:adec="http://schemas.microsoft.com/office/drawing/2017/decorative" val="1"/>
              </a:ext>
            </a:extLst>
          </p:cNvPr>
          <p:cNvSpPr>
            <a:spLocks noGrp="1" noChangeAspect="1"/>
          </p:cNvSpPr>
          <p:nvPr>
            <p:ph type="pic" sz="quarter" idx="16" hasCustomPrompt="1"/>
          </p:nvPr>
        </p:nvSpPr>
        <p:spPr bwMode="gray">
          <a:xfrm>
            <a:off x="3337823" y="4492053"/>
            <a:ext cx="1046830" cy="1046830"/>
          </a:xfrm>
          <a:prstGeom prst="ellipse">
            <a:avLst/>
          </a:prstGeom>
        </p:spPr>
        <p:txBody>
          <a:bodyPr>
            <a:normAutofit/>
          </a:bodyPr>
          <a:lstStyle>
            <a:lvl1pPr algn="ctr">
              <a:spcBef>
                <a:spcPts val="0"/>
              </a:spcBef>
              <a:defRPr sz="800">
                <a:solidFill>
                  <a:schemeClr val="tx1"/>
                </a:solidFill>
              </a:defRPr>
            </a:lvl1pPr>
          </a:lstStyle>
          <a:p>
            <a:r>
              <a:rPr lang="en-US" dirty="0"/>
              <a:t>Insert attribution</a:t>
            </a:r>
          </a:p>
        </p:txBody>
      </p:sp>
      <p:sp>
        <p:nvSpPr>
          <p:cNvPr id="10" name="Name Placeholder">
            <a:extLst>
              <a:ext uri="{FF2B5EF4-FFF2-40B4-BE49-F238E27FC236}">
                <a16:creationId xmlns:a16="http://schemas.microsoft.com/office/drawing/2014/main" id="{534C88A3-66AA-4865-9DC5-9F2DF606433E}"/>
              </a:ext>
            </a:extLst>
          </p:cNvPr>
          <p:cNvSpPr>
            <a:spLocks noGrp="1"/>
          </p:cNvSpPr>
          <p:nvPr>
            <p:ph type="body" sz="quarter" idx="14" hasCustomPrompt="1"/>
          </p:nvPr>
        </p:nvSpPr>
        <p:spPr bwMode="gray">
          <a:xfrm>
            <a:off x="4673162" y="4786149"/>
            <a:ext cx="3657600" cy="215444"/>
          </a:xfrm>
        </p:spPr>
        <p:txBody>
          <a:bodyPr wrap="square" anchor="b">
            <a:spAutoFit/>
          </a:bodyPr>
          <a:lstStyle>
            <a:lvl1pPr algn="l">
              <a:defRPr sz="1400" b="1">
                <a:solidFill>
                  <a:schemeClr val="tx1"/>
                </a:solidFill>
              </a:defRPr>
            </a:lvl1pPr>
            <a:lvl2pPr algn="ctr">
              <a:defRPr sz="1400" b="1">
                <a:solidFill>
                  <a:schemeClr val="accent5"/>
                </a:solidFill>
              </a:defRPr>
            </a:lvl2pPr>
            <a:lvl3pPr algn="ctr">
              <a:defRPr sz="1400" b="1">
                <a:solidFill>
                  <a:schemeClr val="accent5"/>
                </a:solidFill>
              </a:defRPr>
            </a:lvl3pPr>
            <a:lvl4pPr algn="ctr">
              <a:defRPr sz="1400" b="1">
                <a:solidFill>
                  <a:schemeClr val="accent5"/>
                </a:solidFill>
              </a:defRPr>
            </a:lvl4pPr>
            <a:lvl5pPr algn="ctr">
              <a:defRPr sz="1400" b="1">
                <a:solidFill>
                  <a:schemeClr val="accent5"/>
                </a:solidFill>
              </a:defRPr>
            </a:lvl5pPr>
          </a:lstStyle>
          <a:p>
            <a:pPr lvl="0"/>
            <a:r>
              <a:rPr lang="en-US" dirty="0"/>
              <a:t>Attribution name, Arial 14pt</a:t>
            </a:r>
          </a:p>
        </p:txBody>
      </p:sp>
      <p:sp>
        <p:nvSpPr>
          <p:cNvPr id="15" name="Title Placeholder">
            <a:extLst>
              <a:ext uri="{FF2B5EF4-FFF2-40B4-BE49-F238E27FC236}">
                <a16:creationId xmlns:a16="http://schemas.microsoft.com/office/drawing/2014/main" id="{539E5E69-25FD-4D9F-BEEC-39E50CAC01B9}"/>
              </a:ext>
            </a:extLst>
          </p:cNvPr>
          <p:cNvSpPr>
            <a:spLocks noGrp="1"/>
          </p:cNvSpPr>
          <p:nvPr>
            <p:ph type="body" sz="quarter" idx="15" hasCustomPrompt="1"/>
          </p:nvPr>
        </p:nvSpPr>
        <p:spPr bwMode="gray">
          <a:xfrm>
            <a:off x="4673162" y="5028037"/>
            <a:ext cx="3657600" cy="184666"/>
          </a:xfrm>
        </p:spPr>
        <p:txBody>
          <a:bodyPr wrap="square" anchor="t">
            <a:spAutoFit/>
          </a:bodyPr>
          <a:lstStyle>
            <a:lvl1pPr algn="l">
              <a:defRPr sz="1200" b="0">
                <a:solidFill>
                  <a:schemeClr val="tx1"/>
                </a:solidFill>
              </a:defRPr>
            </a:lvl1pPr>
            <a:lvl2pPr algn="ctr">
              <a:defRPr sz="1400" b="1">
                <a:solidFill>
                  <a:schemeClr val="accent5"/>
                </a:solidFill>
              </a:defRPr>
            </a:lvl2pPr>
            <a:lvl3pPr algn="ctr">
              <a:defRPr sz="1400" b="1">
                <a:solidFill>
                  <a:schemeClr val="accent5"/>
                </a:solidFill>
              </a:defRPr>
            </a:lvl3pPr>
            <a:lvl4pPr algn="ctr">
              <a:defRPr sz="1400" b="1">
                <a:solidFill>
                  <a:schemeClr val="accent5"/>
                </a:solidFill>
              </a:defRPr>
            </a:lvl4pPr>
            <a:lvl5pPr algn="ctr">
              <a:defRPr sz="1400" b="1">
                <a:solidFill>
                  <a:schemeClr val="accent5"/>
                </a:solidFill>
              </a:defRPr>
            </a:lvl5pPr>
          </a:lstStyle>
          <a:p>
            <a:pPr lvl="0"/>
            <a:r>
              <a:rPr lang="en-US" dirty="0"/>
              <a:t>Attribution title, Arial 12pt</a:t>
            </a:r>
          </a:p>
        </p:txBody>
      </p:sp>
      <p:sp>
        <p:nvSpPr>
          <p:cNvPr id="3" name="Date Placeholder">
            <a:extLst>
              <a:ext uri="{FF2B5EF4-FFF2-40B4-BE49-F238E27FC236}">
                <a16:creationId xmlns:a16="http://schemas.microsoft.com/office/drawing/2014/main" id="{A03ECA26-E932-4438-A611-CD2E9AA59D7D}"/>
              </a:ext>
            </a:extLst>
          </p:cNvPr>
          <p:cNvSpPr>
            <a:spLocks noGrp="1"/>
          </p:cNvSpPr>
          <p:nvPr>
            <p:ph type="dt" sz="half" idx="10"/>
          </p:nvPr>
        </p:nvSpPr>
        <p:spPr bwMode="gray"/>
        <p:txBody>
          <a:bodyPr/>
          <a:lstStyle/>
          <a:p>
            <a:fld id="{852BD6EE-B5F9-44F3-A830-8ED994B9F4E4}" type="datetime1">
              <a:rPr lang="en-US" smtClean="0"/>
              <a:t>5/5/2026</a:t>
            </a:fld>
            <a:endParaRPr lang="en-US" dirty="0"/>
          </a:p>
        </p:txBody>
      </p:sp>
      <p:sp>
        <p:nvSpPr>
          <p:cNvPr id="4" name="Footer Placeholder">
            <a:extLst>
              <a:ext uri="{FF2B5EF4-FFF2-40B4-BE49-F238E27FC236}">
                <a16:creationId xmlns:a16="http://schemas.microsoft.com/office/drawing/2014/main" id="{F671BF93-B235-43C1-B6B1-F5BF550234D5}"/>
              </a:ext>
            </a:extLst>
          </p:cNvPr>
          <p:cNvSpPr>
            <a:spLocks noGrp="1"/>
          </p:cNvSpPr>
          <p:nvPr>
            <p:ph type="ftr" sz="quarter" idx="11"/>
          </p:nvPr>
        </p:nvSpPr>
        <p:spPr bwMode="gray"/>
        <p:txBody>
          <a:bodyPr/>
          <a:lstStyle/>
          <a:p>
            <a:r>
              <a:rPr lang="en-US" dirty="0"/>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3AF1A2B5-5197-4E57-9D4D-CCCEAD7BAFB2}"/>
              </a:ext>
            </a:extLst>
          </p:cNvPr>
          <p:cNvSpPr>
            <a:spLocks noGrp="1"/>
          </p:cNvSpPr>
          <p:nvPr>
            <p:ph type="sldNum" sz="quarter" idx="12"/>
          </p:nvPr>
        </p:nvSpPr>
        <p:spPr bwMode="gray"/>
        <p:txBody>
          <a:bodyPr/>
          <a:lstStyle/>
          <a:p>
            <a:fld id="{03805D93-7D4B-4CBC-BABC-3A8AC08CB7F4}" type="slidenum">
              <a:rPr lang="en-US" smtClean="0"/>
              <a:pPr/>
              <a:t>‹#›</a:t>
            </a:fld>
            <a:endParaRPr lang="en-US" dirty="0"/>
          </a:p>
        </p:txBody>
      </p:sp>
    </p:spTree>
    <p:extLst>
      <p:ext uri="{BB962C8B-B14F-4D97-AF65-F5344CB8AC3E}">
        <p14:creationId xmlns:p14="http://schemas.microsoft.com/office/powerpoint/2010/main" val="3380717078"/>
      </p:ext>
    </p:extLst>
  </p:cSld>
  <p:clrMapOvr>
    <a:masterClrMapping/>
  </p:clrMapOvr>
  <p:extLst>
    <p:ext uri="{DCECCB84-F9BA-43D5-87BE-67443E8EF086}">
      <p15:sldGuideLst xmlns:p15="http://schemas.microsoft.com/office/powerpoint/2012/main">
        <p15:guide id="1" pos="1053">
          <p15:clr>
            <a:srgbClr val="5ACBF0"/>
          </p15:clr>
        </p15:guide>
        <p15:guide id="2" pos="6632">
          <p15:clr>
            <a:srgbClr val="5ACBF0"/>
          </p15:clr>
        </p15:guide>
        <p15:guide id="3" orient="horz" pos="1248">
          <p15:clr>
            <a:srgbClr val="5ACBF0"/>
          </p15:clr>
        </p15:guide>
        <p15:guide id="4" orient="horz" pos="2522">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Big Fact">
    <p:spTree>
      <p:nvGrpSpPr>
        <p:cNvPr id="1" name=""/>
        <p:cNvGrpSpPr/>
        <p:nvPr/>
      </p:nvGrpSpPr>
      <p:grpSpPr>
        <a:xfrm>
          <a:off x="0" y="0"/>
          <a:ext cx="0" cy="0"/>
          <a:chOff x="0" y="0"/>
          <a:chExt cx="0" cy="0"/>
        </a:xfrm>
      </p:grpSpPr>
      <p:sp>
        <p:nvSpPr>
          <p:cNvPr id="2" name="Warm White Background">
            <a:extLst>
              <a:ext uri="{FF2B5EF4-FFF2-40B4-BE49-F238E27FC236}">
                <a16:creationId xmlns:a16="http://schemas.microsoft.com/office/drawing/2014/main" id="{2DF8CC85-6C7A-A79C-ACE2-18D828718F4E}"/>
              </a:ext>
              <a:ext uri="{C183D7F6-B498-43B3-948B-1728B52AA6E4}">
                <adec:decorative xmlns:adec="http://schemas.microsoft.com/office/drawing/2017/decorative" val="1"/>
              </a:ext>
            </a:extLst>
          </p:cNvPr>
          <p:cNvSpPr/>
          <p:nvPr userDrawn="1"/>
        </p:nvSpPr>
        <p:spPr bwMode="gray">
          <a:xfrm>
            <a:off x="0" y="0"/>
            <a:ext cx="12192000" cy="5994400"/>
          </a:xfrm>
          <a:prstGeom prst="rect">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10" name="Background Circle">
            <a:extLst>
              <a:ext uri="{FF2B5EF4-FFF2-40B4-BE49-F238E27FC236}">
                <a16:creationId xmlns:a16="http://schemas.microsoft.com/office/drawing/2014/main" id="{F69A69E7-DA74-BB81-476B-11D1DF37A703}"/>
              </a:ext>
              <a:ext uri="{C183D7F6-B498-43B3-948B-1728B52AA6E4}">
                <adec:decorative xmlns:adec="http://schemas.microsoft.com/office/drawing/2017/decorative" val="1"/>
              </a:ext>
            </a:extLst>
          </p:cNvPr>
          <p:cNvSpPr/>
          <p:nvPr userDrawn="1"/>
        </p:nvSpPr>
        <p:spPr bwMode="gray">
          <a:xfrm>
            <a:off x="3734326" y="699989"/>
            <a:ext cx="4723349" cy="4723349"/>
          </a:xfrm>
          <a:prstGeom prst="ellipse">
            <a:avLst/>
          </a:prstGeom>
          <a:solidFill>
            <a:schemeClr val="bg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6" name="Fact Placeholder">
            <a:extLst>
              <a:ext uri="{FF2B5EF4-FFF2-40B4-BE49-F238E27FC236}">
                <a16:creationId xmlns:a16="http://schemas.microsoft.com/office/drawing/2014/main" id="{9660E6D3-AAAB-4BAD-BA41-1B807EC96B8A}"/>
              </a:ext>
            </a:extLst>
          </p:cNvPr>
          <p:cNvSpPr>
            <a:spLocks noGrp="1"/>
          </p:cNvSpPr>
          <p:nvPr>
            <p:ph type="body" sz="quarter" idx="13" hasCustomPrompt="1"/>
          </p:nvPr>
        </p:nvSpPr>
        <p:spPr bwMode="gray">
          <a:xfrm>
            <a:off x="4038600" y="2446003"/>
            <a:ext cx="4114800" cy="1231106"/>
          </a:xfrm>
        </p:spPr>
        <p:txBody>
          <a:bodyPr wrap="square" anchor="b">
            <a:spAutoFit/>
          </a:bodyPr>
          <a:lstStyle>
            <a:lvl1pPr algn="ctr">
              <a:spcBef>
                <a:spcPts val="0"/>
              </a:spcBef>
              <a:defRPr sz="8000" b="1" spc="-70" baseline="0">
                <a:solidFill>
                  <a:schemeClr val="tx1"/>
                </a:solidFill>
                <a:latin typeface="+mj-lt"/>
              </a:defRPr>
            </a:lvl1pPr>
          </a:lstStyle>
          <a:p>
            <a:pPr lvl="0"/>
            <a:r>
              <a:rPr lang="en-US" dirty="0"/>
              <a:t>###%</a:t>
            </a:r>
          </a:p>
        </p:txBody>
      </p:sp>
      <p:sp>
        <p:nvSpPr>
          <p:cNvPr id="9" name="Content Placeholder">
            <a:extLst>
              <a:ext uri="{FF2B5EF4-FFF2-40B4-BE49-F238E27FC236}">
                <a16:creationId xmlns:a16="http://schemas.microsoft.com/office/drawing/2014/main" id="{9268A523-92CF-4538-8D9C-5EBFB8A5B5C9}"/>
              </a:ext>
            </a:extLst>
          </p:cNvPr>
          <p:cNvSpPr>
            <a:spLocks noGrp="1"/>
          </p:cNvSpPr>
          <p:nvPr>
            <p:ph type="body" sz="quarter" idx="14" hasCustomPrompt="1"/>
          </p:nvPr>
        </p:nvSpPr>
        <p:spPr bwMode="gray">
          <a:xfrm>
            <a:off x="4038600" y="3708424"/>
            <a:ext cx="4114800" cy="230832"/>
          </a:xfrm>
        </p:spPr>
        <p:txBody>
          <a:bodyPr>
            <a:spAutoFit/>
          </a:bodyPr>
          <a:lstStyle>
            <a:lvl1pPr algn="ctr">
              <a:defRPr sz="1500">
                <a:solidFill>
                  <a:schemeClr val="tx1"/>
                </a:solidFill>
              </a:defRPr>
            </a:lvl1pPr>
          </a:lstStyle>
          <a:p>
            <a:pPr lvl="0"/>
            <a:r>
              <a:rPr lang="en-US" dirty="0"/>
              <a:t>Context about fact</a:t>
            </a:r>
          </a:p>
        </p:txBody>
      </p:sp>
      <p:sp>
        <p:nvSpPr>
          <p:cNvPr id="3" name="Date Placeholder">
            <a:extLst>
              <a:ext uri="{FF2B5EF4-FFF2-40B4-BE49-F238E27FC236}">
                <a16:creationId xmlns:a16="http://schemas.microsoft.com/office/drawing/2014/main" id="{A03ECA26-E932-4438-A611-CD2E9AA59D7D}"/>
              </a:ext>
            </a:extLst>
          </p:cNvPr>
          <p:cNvSpPr>
            <a:spLocks noGrp="1"/>
          </p:cNvSpPr>
          <p:nvPr>
            <p:ph type="dt" sz="half" idx="10"/>
          </p:nvPr>
        </p:nvSpPr>
        <p:spPr bwMode="gray"/>
        <p:txBody>
          <a:bodyPr/>
          <a:lstStyle/>
          <a:p>
            <a:fld id="{8581FF1E-FD87-4EB7-8B9F-158DD263B629}" type="datetime1">
              <a:rPr lang="en-US" smtClean="0"/>
              <a:t>5/5/2026</a:t>
            </a:fld>
            <a:endParaRPr lang="en-US" dirty="0"/>
          </a:p>
        </p:txBody>
      </p:sp>
      <p:sp>
        <p:nvSpPr>
          <p:cNvPr id="4" name="Footer Placeholder">
            <a:extLst>
              <a:ext uri="{FF2B5EF4-FFF2-40B4-BE49-F238E27FC236}">
                <a16:creationId xmlns:a16="http://schemas.microsoft.com/office/drawing/2014/main" id="{F671BF93-B235-43C1-B6B1-F5BF550234D5}"/>
              </a:ext>
            </a:extLst>
          </p:cNvPr>
          <p:cNvSpPr>
            <a:spLocks noGrp="1"/>
          </p:cNvSpPr>
          <p:nvPr>
            <p:ph type="ftr" sz="quarter" idx="11"/>
          </p:nvPr>
        </p:nvSpPr>
        <p:spPr bwMode="gray"/>
        <p:txBody>
          <a:bodyPr/>
          <a:lstStyle/>
          <a:p>
            <a:r>
              <a:rPr lang="en-US" dirty="0"/>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3AF1A2B5-5197-4E57-9D4D-CCCEAD7BAFB2}"/>
              </a:ext>
            </a:extLst>
          </p:cNvPr>
          <p:cNvSpPr>
            <a:spLocks noGrp="1"/>
          </p:cNvSpPr>
          <p:nvPr>
            <p:ph type="sldNum" sz="quarter" idx="12"/>
          </p:nvPr>
        </p:nvSpPr>
        <p:spPr bwMode="gray"/>
        <p:txBody>
          <a:bodyPr/>
          <a:lstStyle/>
          <a:p>
            <a:fld id="{03805D93-7D4B-4CBC-BABC-3A8AC08CB7F4}" type="slidenum">
              <a:rPr lang="en-US" smtClean="0"/>
              <a:pPr/>
              <a:t>‹#›</a:t>
            </a:fld>
            <a:endParaRPr lang="en-US" dirty="0"/>
          </a:p>
        </p:txBody>
      </p:sp>
    </p:spTree>
    <p:extLst>
      <p:ext uri="{BB962C8B-B14F-4D97-AF65-F5344CB8AC3E}">
        <p14:creationId xmlns:p14="http://schemas.microsoft.com/office/powerpoint/2010/main" val="2638283468"/>
      </p:ext>
    </p:extLst>
  </p:cSld>
  <p:clrMapOvr>
    <a:masterClrMapping/>
  </p:clrMapOvr>
  <p:extLst>
    <p:ext uri="{DCECCB84-F9BA-43D5-87BE-67443E8EF086}">
      <p15:sldGuideLst xmlns:p15="http://schemas.microsoft.com/office/powerpoint/2012/main">
        <p15:guide id="1" orient="horz" pos="3776">
          <p15:clr>
            <a:srgbClr val="5ACBF0"/>
          </p15:clr>
        </p15:guide>
        <p15:guide id="2" orient="horz" pos="344">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ig Fact - Sky Blue">
    <p:spTree>
      <p:nvGrpSpPr>
        <p:cNvPr id="1" name=""/>
        <p:cNvGrpSpPr/>
        <p:nvPr/>
      </p:nvGrpSpPr>
      <p:grpSpPr>
        <a:xfrm>
          <a:off x="0" y="0"/>
          <a:ext cx="0" cy="0"/>
          <a:chOff x="0" y="0"/>
          <a:chExt cx="0" cy="0"/>
        </a:xfrm>
      </p:grpSpPr>
      <p:sp>
        <p:nvSpPr>
          <p:cNvPr id="2" name="Warm White Background">
            <a:extLst>
              <a:ext uri="{FF2B5EF4-FFF2-40B4-BE49-F238E27FC236}">
                <a16:creationId xmlns:a16="http://schemas.microsoft.com/office/drawing/2014/main" id="{2DF8CC85-6C7A-A79C-ACE2-18D828718F4E}"/>
              </a:ext>
              <a:ext uri="{C183D7F6-B498-43B3-948B-1728B52AA6E4}">
                <adec:decorative xmlns:adec="http://schemas.microsoft.com/office/drawing/2017/decorative" val="1"/>
              </a:ext>
            </a:extLst>
          </p:cNvPr>
          <p:cNvSpPr/>
          <p:nvPr userDrawn="1"/>
        </p:nvSpPr>
        <p:spPr bwMode="gray">
          <a:xfrm>
            <a:off x="0" y="0"/>
            <a:ext cx="12192000" cy="5994400"/>
          </a:xfrm>
          <a:prstGeom prst="rect">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10" name="Background Circle">
            <a:extLst>
              <a:ext uri="{FF2B5EF4-FFF2-40B4-BE49-F238E27FC236}">
                <a16:creationId xmlns:a16="http://schemas.microsoft.com/office/drawing/2014/main" id="{F69A69E7-DA74-BB81-476B-11D1DF37A703}"/>
              </a:ext>
              <a:ext uri="{C183D7F6-B498-43B3-948B-1728B52AA6E4}">
                <adec:decorative xmlns:adec="http://schemas.microsoft.com/office/drawing/2017/decorative" val="1"/>
              </a:ext>
            </a:extLst>
          </p:cNvPr>
          <p:cNvSpPr/>
          <p:nvPr userDrawn="1"/>
        </p:nvSpPr>
        <p:spPr bwMode="gray">
          <a:xfrm>
            <a:off x="3734326" y="699989"/>
            <a:ext cx="4723349" cy="4723349"/>
          </a:xfrm>
          <a:prstGeom prst="ellipse">
            <a:avLst/>
          </a:pr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6" name="Fact Placeholder">
            <a:extLst>
              <a:ext uri="{FF2B5EF4-FFF2-40B4-BE49-F238E27FC236}">
                <a16:creationId xmlns:a16="http://schemas.microsoft.com/office/drawing/2014/main" id="{9660E6D3-AAAB-4BAD-BA41-1B807EC96B8A}"/>
              </a:ext>
            </a:extLst>
          </p:cNvPr>
          <p:cNvSpPr>
            <a:spLocks noGrp="1"/>
          </p:cNvSpPr>
          <p:nvPr>
            <p:ph type="body" sz="quarter" idx="13" hasCustomPrompt="1"/>
          </p:nvPr>
        </p:nvSpPr>
        <p:spPr bwMode="gray">
          <a:xfrm>
            <a:off x="4038600" y="2446003"/>
            <a:ext cx="4114800" cy="1231106"/>
          </a:xfrm>
        </p:spPr>
        <p:txBody>
          <a:bodyPr wrap="square" anchor="b">
            <a:spAutoFit/>
          </a:bodyPr>
          <a:lstStyle>
            <a:lvl1pPr algn="ctr">
              <a:spcBef>
                <a:spcPts val="0"/>
              </a:spcBef>
              <a:defRPr sz="8000" b="1" spc="-70" baseline="0">
                <a:solidFill>
                  <a:schemeClr val="tx1"/>
                </a:solidFill>
                <a:latin typeface="+mj-lt"/>
              </a:defRPr>
            </a:lvl1pPr>
          </a:lstStyle>
          <a:p>
            <a:pPr lvl="0"/>
            <a:r>
              <a:rPr lang="en-US" dirty="0"/>
              <a:t>###%</a:t>
            </a:r>
          </a:p>
        </p:txBody>
      </p:sp>
      <p:sp>
        <p:nvSpPr>
          <p:cNvPr id="9" name="Content Placeholder">
            <a:extLst>
              <a:ext uri="{FF2B5EF4-FFF2-40B4-BE49-F238E27FC236}">
                <a16:creationId xmlns:a16="http://schemas.microsoft.com/office/drawing/2014/main" id="{9268A523-92CF-4538-8D9C-5EBFB8A5B5C9}"/>
              </a:ext>
            </a:extLst>
          </p:cNvPr>
          <p:cNvSpPr>
            <a:spLocks noGrp="1"/>
          </p:cNvSpPr>
          <p:nvPr>
            <p:ph type="body" sz="quarter" idx="14" hasCustomPrompt="1"/>
          </p:nvPr>
        </p:nvSpPr>
        <p:spPr bwMode="gray">
          <a:xfrm>
            <a:off x="4038600" y="3708424"/>
            <a:ext cx="4114800" cy="230832"/>
          </a:xfrm>
        </p:spPr>
        <p:txBody>
          <a:bodyPr>
            <a:spAutoFit/>
          </a:bodyPr>
          <a:lstStyle>
            <a:lvl1pPr algn="ctr">
              <a:defRPr sz="1500">
                <a:solidFill>
                  <a:schemeClr val="tx1"/>
                </a:solidFill>
              </a:defRPr>
            </a:lvl1pPr>
          </a:lstStyle>
          <a:p>
            <a:pPr lvl="0"/>
            <a:r>
              <a:rPr lang="en-US" dirty="0"/>
              <a:t>Context about fact</a:t>
            </a:r>
          </a:p>
        </p:txBody>
      </p:sp>
      <p:sp>
        <p:nvSpPr>
          <p:cNvPr id="3" name="Date Placeholder">
            <a:extLst>
              <a:ext uri="{FF2B5EF4-FFF2-40B4-BE49-F238E27FC236}">
                <a16:creationId xmlns:a16="http://schemas.microsoft.com/office/drawing/2014/main" id="{A03ECA26-E932-4438-A611-CD2E9AA59D7D}"/>
              </a:ext>
            </a:extLst>
          </p:cNvPr>
          <p:cNvSpPr>
            <a:spLocks noGrp="1"/>
          </p:cNvSpPr>
          <p:nvPr>
            <p:ph type="dt" sz="half" idx="10"/>
          </p:nvPr>
        </p:nvSpPr>
        <p:spPr bwMode="gray"/>
        <p:txBody>
          <a:bodyPr/>
          <a:lstStyle/>
          <a:p>
            <a:fld id="{8581FF1E-FD87-4EB7-8B9F-158DD263B629}" type="datetime1">
              <a:rPr lang="en-US" smtClean="0"/>
              <a:t>5/5/2026</a:t>
            </a:fld>
            <a:endParaRPr lang="en-US" dirty="0"/>
          </a:p>
        </p:txBody>
      </p:sp>
      <p:sp>
        <p:nvSpPr>
          <p:cNvPr id="4" name="Footer Placeholder">
            <a:extLst>
              <a:ext uri="{FF2B5EF4-FFF2-40B4-BE49-F238E27FC236}">
                <a16:creationId xmlns:a16="http://schemas.microsoft.com/office/drawing/2014/main" id="{F671BF93-B235-43C1-B6B1-F5BF550234D5}"/>
              </a:ext>
            </a:extLst>
          </p:cNvPr>
          <p:cNvSpPr>
            <a:spLocks noGrp="1"/>
          </p:cNvSpPr>
          <p:nvPr>
            <p:ph type="ftr" sz="quarter" idx="11"/>
          </p:nvPr>
        </p:nvSpPr>
        <p:spPr bwMode="gray"/>
        <p:txBody>
          <a:bodyPr/>
          <a:lstStyle/>
          <a:p>
            <a:r>
              <a:rPr lang="en-US" dirty="0"/>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3AF1A2B5-5197-4E57-9D4D-CCCEAD7BAFB2}"/>
              </a:ext>
            </a:extLst>
          </p:cNvPr>
          <p:cNvSpPr>
            <a:spLocks noGrp="1"/>
          </p:cNvSpPr>
          <p:nvPr>
            <p:ph type="sldNum" sz="quarter" idx="12"/>
          </p:nvPr>
        </p:nvSpPr>
        <p:spPr bwMode="gray"/>
        <p:txBody>
          <a:bodyPr/>
          <a:lstStyle/>
          <a:p>
            <a:fld id="{03805D93-7D4B-4CBC-BABC-3A8AC08CB7F4}" type="slidenum">
              <a:rPr lang="en-US" smtClean="0"/>
              <a:pPr/>
              <a:t>‹#›</a:t>
            </a:fld>
            <a:endParaRPr lang="en-US" dirty="0"/>
          </a:p>
        </p:txBody>
      </p:sp>
    </p:spTree>
    <p:extLst>
      <p:ext uri="{BB962C8B-B14F-4D97-AF65-F5344CB8AC3E}">
        <p14:creationId xmlns:p14="http://schemas.microsoft.com/office/powerpoint/2010/main" val="3542504797"/>
      </p:ext>
    </p:extLst>
  </p:cSld>
  <p:clrMapOvr>
    <a:masterClrMapping/>
  </p:clrMapOvr>
  <p:extLst>
    <p:ext uri="{DCECCB84-F9BA-43D5-87BE-67443E8EF086}">
      <p15:sldGuideLst xmlns:p15="http://schemas.microsoft.com/office/powerpoint/2012/main">
        <p15:guide id="1" orient="horz" pos="3776">
          <p15:clr>
            <a:srgbClr val="5ACBF0"/>
          </p15:clr>
        </p15:guide>
        <p15:guide id="2" orient="horz" pos="344">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Big Fact - Dawn">
    <p:spTree>
      <p:nvGrpSpPr>
        <p:cNvPr id="1" name=""/>
        <p:cNvGrpSpPr/>
        <p:nvPr/>
      </p:nvGrpSpPr>
      <p:grpSpPr>
        <a:xfrm>
          <a:off x="0" y="0"/>
          <a:ext cx="0" cy="0"/>
          <a:chOff x="0" y="0"/>
          <a:chExt cx="0" cy="0"/>
        </a:xfrm>
      </p:grpSpPr>
      <p:sp>
        <p:nvSpPr>
          <p:cNvPr id="2" name="Warm White Background">
            <a:extLst>
              <a:ext uri="{FF2B5EF4-FFF2-40B4-BE49-F238E27FC236}">
                <a16:creationId xmlns:a16="http://schemas.microsoft.com/office/drawing/2014/main" id="{2DF8CC85-6C7A-A79C-ACE2-18D828718F4E}"/>
              </a:ext>
              <a:ext uri="{C183D7F6-B498-43B3-948B-1728B52AA6E4}">
                <adec:decorative xmlns:adec="http://schemas.microsoft.com/office/drawing/2017/decorative" val="1"/>
              </a:ext>
            </a:extLst>
          </p:cNvPr>
          <p:cNvSpPr/>
          <p:nvPr userDrawn="1"/>
        </p:nvSpPr>
        <p:spPr bwMode="gray">
          <a:xfrm>
            <a:off x="0" y="0"/>
            <a:ext cx="12192000" cy="5994400"/>
          </a:xfrm>
          <a:prstGeom prst="rect">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10" name="Background Circle">
            <a:extLst>
              <a:ext uri="{FF2B5EF4-FFF2-40B4-BE49-F238E27FC236}">
                <a16:creationId xmlns:a16="http://schemas.microsoft.com/office/drawing/2014/main" id="{F69A69E7-DA74-BB81-476B-11D1DF37A703}"/>
              </a:ext>
              <a:ext uri="{C183D7F6-B498-43B3-948B-1728B52AA6E4}">
                <adec:decorative xmlns:adec="http://schemas.microsoft.com/office/drawing/2017/decorative" val="1"/>
              </a:ext>
            </a:extLst>
          </p:cNvPr>
          <p:cNvSpPr/>
          <p:nvPr userDrawn="1"/>
        </p:nvSpPr>
        <p:spPr bwMode="gray">
          <a:xfrm>
            <a:off x="3734326" y="699989"/>
            <a:ext cx="4723349" cy="4723349"/>
          </a:xfrm>
          <a:prstGeom prst="ellipse">
            <a:avLst/>
          </a:prstGeom>
          <a:solidFill>
            <a:srgbClr val="FFD1AB"/>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6" name="Fact Placeholder">
            <a:extLst>
              <a:ext uri="{FF2B5EF4-FFF2-40B4-BE49-F238E27FC236}">
                <a16:creationId xmlns:a16="http://schemas.microsoft.com/office/drawing/2014/main" id="{9660E6D3-AAAB-4BAD-BA41-1B807EC96B8A}"/>
              </a:ext>
            </a:extLst>
          </p:cNvPr>
          <p:cNvSpPr>
            <a:spLocks noGrp="1"/>
          </p:cNvSpPr>
          <p:nvPr>
            <p:ph type="body" sz="quarter" idx="13" hasCustomPrompt="1"/>
          </p:nvPr>
        </p:nvSpPr>
        <p:spPr bwMode="gray">
          <a:xfrm>
            <a:off x="4038600" y="2446003"/>
            <a:ext cx="4114800" cy="1231106"/>
          </a:xfrm>
        </p:spPr>
        <p:txBody>
          <a:bodyPr wrap="square" anchor="b">
            <a:spAutoFit/>
          </a:bodyPr>
          <a:lstStyle>
            <a:lvl1pPr algn="ctr">
              <a:spcBef>
                <a:spcPts val="0"/>
              </a:spcBef>
              <a:defRPr sz="8000" b="1" spc="-70" baseline="0">
                <a:solidFill>
                  <a:schemeClr val="tx1"/>
                </a:solidFill>
                <a:latin typeface="+mj-lt"/>
              </a:defRPr>
            </a:lvl1pPr>
          </a:lstStyle>
          <a:p>
            <a:pPr lvl="0"/>
            <a:r>
              <a:rPr lang="en-US" dirty="0"/>
              <a:t>###%</a:t>
            </a:r>
          </a:p>
        </p:txBody>
      </p:sp>
      <p:sp>
        <p:nvSpPr>
          <p:cNvPr id="9" name="Content Placeholder">
            <a:extLst>
              <a:ext uri="{FF2B5EF4-FFF2-40B4-BE49-F238E27FC236}">
                <a16:creationId xmlns:a16="http://schemas.microsoft.com/office/drawing/2014/main" id="{9268A523-92CF-4538-8D9C-5EBFB8A5B5C9}"/>
              </a:ext>
            </a:extLst>
          </p:cNvPr>
          <p:cNvSpPr>
            <a:spLocks noGrp="1"/>
          </p:cNvSpPr>
          <p:nvPr>
            <p:ph type="body" sz="quarter" idx="14" hasCustomPrompt="1"/>
          </p:nvPr>
        </p:nvSpPr>
        <p:spPr bwMode="gray">
          <a:xfrm>
            <a:off x="4038600" y="3708424"/>
            <a:ext cx="4114800" cy="230832"/>
          </a:xfrm>
        </p:spPr>
        <p:txBody>
          <a:bodyPr>
            <a:spAutoFit/>
          </a:bodyPr>
          <a:lstStyle>
            <a:lvl1pPr algn="ctr">
              <a:defRPr sz="1500">
                <a:solidFill>
                  <a:schemeClr val="tx1"/>
                </a:solidFill>
              </a:defRPr>
            </a:lvl1pPr>
          </a:lstStyle>
          <a:p>
            <a:pPr lvl="0"/>
            <a:r>
              <a:rPr lang="en-US" dirty="0"/>
              <a:t>Context about fact</a:t>
            </a:r>
          </a:p>
        </p:txBody>
      </p:sp>
      <p:sp>
        <p:nvSpPr>
          <p:cNvPr id="3" name="Date Placeholder">
            <a:extLst>
              <a:ext uri="{FF2B5EF4-FFF2-40B4-BE49-F238E27FC236}">
                <a16:creationId xmlns:a16="http://schemas.microsoft.com/office/drawing/2014/main" id="{A03ECA26-E932-4438-A611-CD2E9AA59D7D}"/>
              </a:ext>
            </a:extLst>
          </p:cNvPr>
          <p:cNvSpPr>
            <a:spLocks noGrp="1"/>
          </p:cNvSpPr>
          <p:nvPr>
            <p:ph type="dt" sz="half" idx="10"/>
          </p:nvPr>
        </p:nvSpPr>
        <p:spPr bwMode="gray"/>
        <p:txBody>
          <a:bodyPr/>
          <a:lstStyle/>
          <a:p>
            <a:fld id="{8581FF1E-FD87-4EB7-8B9F-158DD263B629}" type="datetime1">
              <a:rPr lang="en-US" smtClean="0"/>
              <a:t>5/5/2026</a:t>
            </a:fld>
            <a:endParaRPr lang="en-US" dirty="0"/>
          </a:p>
        </p:txBody>
      </p:sp>
      <p:sp>
        <p:nvSpPr>
          <p:cNvPr id="4" name="Footer Placeholder">
            <a:extLst>
              <a:ext uri="{FF2B5EF4-FFF2-40B4-BE49-F238E27FC236}">
                <a16:creationId xmlns:a16="http://schemas.microsoft.com/office/drawing/2014/main" id="{F671BF93-B235-43C1-B6B1-F5BF550234D5}"/>
              </a:ext>
            </a:extLst>
          </p:cNvPr>
          <p:cNvSpPr>
            <a:spLocks noGrp="1"/>
          </p:cNvSpPr>
          <p:nvPr>
            <p:ph type="ftr" sz="quarter" idx="11"/>
          </p:nvPr>
        </p:nvSpPr>
        <p:spPr bwMode="gray"/>
        <p:txBody>
          <a:bodyPr/>
          <a:lstStyle/>
          <a:p>
            <a:r>
              <a:rPr lang="en-US" dirty="0"/>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3AF1A2B5-5197-4E57-9D4D-CCCEAD7BAFB2}"/>
              </a:ext>
            </a:extLst>
          </p:cNvPr>
          <p:cNvSpPr>
            <a:spLocks noGrp="1"/>
          </p:cNvSpPr>
          <p:nvPr>
            <p:ph type="sldNum" sz="quarter" idx="12"/>
          </p:nvPr>
        </p:nvSpPr>
        <p:spPr bwMode="gray"/>
        <p:txBody>
          <a:bodyPr/>
          <a:lstStyle/>
          <a:p>
            <a:fld id="{03805D93-7D4B-4CBC-BABC-3A8AC08CB7F4}" type="slidenum">
              <a:rPr lang="en-US" smtClean="0"/>
              <a:pPr/>
              <a:t>‹#›</a:t>
            </a:fld>
            <a:endParaRPr lang="en-US" dirty="0"/>
          </a:p>
        </p:txBody>
      </p:sp>
    </p:spTree>
    <p:extLst>
      <p:ext uri="{BB962C8B-B14F-4D97-AF65-F5344CB8AC3E}">
        <p14:creationId xmlns:p14="http://schemas.microsoft.com/office/powerpoint/2010/main" val="61729581"/>
      </p:ext>
    </p:extLst>
  </p:cSld>
  <p:clrMapOvr>
    <a:masterClrMapping/>
  </p:clrMapOvr>
  <p:extLst>
    <p:ext uri="{DCECCB84-F9BA-43D5-87BE-67443E8EF086}">
      <p15:sldGuideLst xmlns:p15="http://schemas.microsoft.com/office/powerpoint/2012/main">
        <p15:guide id="1" orient="horz" pos="3776">
          <p15:clr>
            <a:srgbClr val="5ACBF0"/>
          </p15:clr>
        </p15:guide>
        <p15:guide id="2" orient="horz" pos="344">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Big Fact 02">
    <p:spTree>
      <p:nvGrpSpPr>
        <p:cNvPr id="1" name=""/>
        <p:cNvGrpSpPr/>
        <p:nvPr/>
      </p:nvGrpSpPr>
      <p:grpSpPr>
        <a:xfrm>
          <a:off x="0" y="0"/>
          <a:ext cx="0" cy="0"/>
          <a:chOff x="0" y="0"/>
          <a:chExt cx="0" cy="0"/>
        </a:xfrm>
      </p:grpSpPr>
      <p:sp>
        <p:nvSpPr>
          <p:cNvPr id="2" name="Warm White Background">
            <a:extLst>
              <a:ext uri="{FF2B5EF4-FFF2-40B4-BE49-F238E27FC236}">
                <a16:creationId xmlns:a16="http://schemas.microsoft.com/office/drawing/2014/main" id="{6F5C39BF-69B3-2837-3539-9EC6AC63B6E4}"/>
              </a:ext>
              <a:ext uri="{C183D7F6-B498-43B3-948B-1728B52AA6E4}">
                <adec:decorative xmlns:adec="http://schemas.microsoft.com/office/drawing/2017/decorative" val="1"/>
              </a:ext>
            </a:extLst>
          </p:cNvPr>
          <p:cNvSpPr/>
          <p:nvPr userDrawn="1"/>
        </p:nvSpPr>
        <p:spPr bwMode="gray">
          <a:xfrm>
            <a:off x="0" y="0"/>
            <a:ext cx="12192000" cy="5994400"/>
          </a:xfrm>
          <a:prstGeom prst="rect">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6" name="Fact Placeholder 1">
            <a:extLst>
              <a:ext uri="{FF2B5EF4-FFF2-40B4-BE49-F238E27FC236}">
                <a16:creationId xmlns:a16="http://schemas.microsoft.com/office/drawing/2014/main" id="{9660E6D3-AAAB-4BAD-BA41-1B807EC96B8A}"/>
              </a:ext>
            </a:extLst>
          </p:cNvPr>
          <p:cNvSpPr>
            <a:spLocks noGrp="1"/>
          </p:cNvSpPr>
          <p:nvPr>
            <p:ph type="body" sz="quarter" idx="13" hasCustomPrompt="1"/>
          </p:nvPr>
        </p:nvSpPr>
        <p:spPr bwMode="gray">
          <a:xfrm>
            <a:off x="1521502" y="2446003"/>
            <a:ext cx="4343400" cy="1231106"/>
          </a:xfrm>
        </p:spPr>
        <p:txBody>
          <a:bodyPr wrap="square" anchor="b">
            <a:spAutoFit/>
          </a:bodyPr>
          <a:lstStyle>
            <a:lvl1pPr algn="ctr">
              <a:spcBef>
                <a:spcPts val="0"/>
              </a:spcBef>
              <a:defRPr sz="8000" b="1" spc="-70" baseline="0">
                <a:solidFill>
                  <a:schemeClr val="tx1"/>
                </a:solidFill>
                <a:latin typeface="+mj-lt"/>
              </a:defRPr>
            </a:lvl1pPr>
          </a:lstStyle>
          <a:p>
            <a:pPr lvl="0"/>
            <a:r>
              <a:rPr lang="en-US" dirty="0"/>
              <a:t>###%</a:t>
            </a:r>
          </a:p>
        </p:txBody>
      </p:sp>
      <p:sp>
        <p:nvSpPr>
          <p:cNvPr id="9" name="Content Placeholder 1">
            <a:extLst>
              <a:ext uri="{FF2B5EF4-FFF2-40B4-BE49-F238E27FC236}">
                <a16:creationId xmlns:a16="http://schemas.microsoft.com/office/drawing/2014/main" id="{9268A523-92CF-4538-8D9C-5EBFB8A5B5C9}"/>
              </a:ext>
            </a:extLst>
          </p:cNvPr>
          <p:cNvSpPr>
            <a:spLocks noGrp="1"/>
          </p:cNvSpPr>
          <p:nvPr>
            <p:ph type="body" sz="quarter" idx="14" hasCustomPrompt="1"/>
          </p:nvPr>
        </p:nvSpPr>
        <p:spPr bwMode="gray">
          <a:xfrm>
            <a:off x="1521502" y="3708424"/>
            <a:ext cx="4343400" cy="230832"/>
          </a:xfrm>
        </p:spPr>
        <p:txBody>
          <a:bodyPr>
            <a:spAutoFit/>
          </a:bodyPr>
          <a:lstStyle>
            <a:lvl1pPr algn="ctr">
              <a:defRPr sz="1500">
                <a:solidFill>
                  <a:schemeClr val="tx1"/>
                </a:solidFill>
              </a:defRPr>
            </a:lvl1pPr>
          </a:lstStyle>
          <a:p>
            <a:pPr lvl="0"/>
            <a:r>
              <a:rPr lang="en-US" dirty="0"/>
              <a:t>Context about fact</a:t>
            </a:r>
          </a:p>
        </p:txBody>
      </p:sp>
      <p:sp>
        <p:nvSpPr>
          <p:cNvPr id="7" name="Fact Placeholder 2">
            <a:extLst>
              <a:ext uri="{FF2B5EF4-FFF2-40B4-BE49-F238E27FC236}">
                <a16:creationId xmlns:a16="http://schemas.microsoft.com/office/drawing/2014/main" id="{9AC900CD-4561-4E07-9B13-BD98740C35AB}"/>
              </a:ext>
            </a:extLst>
          </p:cNvPr>
          <p:cNvSpPr>
            <a:spLocks noGrp="1"/>
          </p:cNvSpPr>
          <p:nvPr>
            <p:ph type="body" sz="quarter" idx="15" hasCustomPrompt="1"/>
          </p:nvPr>
        </p:nvSpPr>
        <p:spPr bwMode="gray">
          <a:xfrm>
            <a:off x="6330863" y="2446003"/>
            <a:ext cx="4343400" cy="1231106"/>
          </a:xfrm>
        </p:spPr>
        <p:txBody>
          <a:bodyPr wrap="square" anchor="b">
            <a:spAutoFit/>
          </a:bodyPr>
          <a:lstStyle>
            <a:lvl1pPr algn="ctr">
              <a:spcBef>
                <a:spcPts val="0"/>
              </a:spcBef>
              <a:defRPr sz="8000" b="1" spc="-70" baseline="0">
                <a:solidFill>
                  <a:schemeClr val="tx1"/>
                </a:solidFill>
                <a:latin typeface="+mj-lt"/>
              </a:defRPr>
            </a:lvl1pPr>
          </a:lstStyle>
          <a:p>
            <a:pPr lvl="0"/>
            <a:r>
              <a:rPr lang="en-US" dirty="0"/>
              <a:t>###%</a:t>
            </a:r>
          </a:p>
        </p:txBody>
      </p:sp>
      <p:sp>
        <p:nvSpPr>
          <p:cNvPr id="8" name="Content Placeholder 2">
            <a:extLst>
              <a:ext uri="{FF2B5EF4-FFF2-40B4-BE49-F238E27FC236}">
                <a16:creationId xmlns:a16="http://schemas.microsoft.com/office/drawing/2014/main" id="{8AD4B4AB-AD99-4AC4-B37B-D2B3938FC3A2}"/>
              </a:ext>
            </a:extLst>
          </p:cNvPr>
          <p:cNvSpPr>
            <a:spLocks noGrp="1"/>
          </p:cNvSpPr>
          <p:nvPr>
            <p:ph type="body" sz="quarter" idx="16" hasCustomPrompt="1"/>
          </p:nvPr>
        </p:nvSpPr>
        <p:spPr bwMode="gray">
          <a:xfrm>
            <a:off x="6330863" y="3708424"/>
            <a:ext cx="4343400" cy="230832"/>
          </a:xfrm>
        </p:spPr>
        <p:txBody>
          <a:bodyPr>
            <a:spAutoFit/>
          </a:bodyPr>
          <a:lstStyle>
            <a:lvl1pPr algn="ctr">
              <a:defRPr sz="1500">
                <a:solidFill>
                  <a:schemeClr val="tx1"/>
                </a:solidFill>
              </a:defRPr>
            </a:lvl1pPr>
          </a:lstStyle>
          <a:p>
            <a:pPr lvl="0"/>
            <a:r>
              <a:rPr lang="en-US" dirty="0"/>
              <a:t>Context about fact</a:t>
            </a:r>
          </a:p>
        </p:txBody>
      </p:sp>
      <p:sp>
        <p:nvSpPr>
          <p:cNvPr id="3" name="Date Placeholder">
            <a:extLst>
              <a:ext uri="{FF2B5EF4-FFF2-40B4-BE49-F238E27FC236}">
                <a16:creationId xmlns:a16="http://schemas.microsoft.com/office/drawing/2014/main" id="{A03ECA26-E932-4438-A611-CD2E9AA59D7D}"/>
              </a:ext>
            </a:extLst>
          </p:cNvPr>
          <p:cNvSpPr>
            <a:spLocks noGrp="1"/>
          </p:cNvSpPr>
          <p:nvPr>
            <p:ph type="dt" sz="half" idx="10"/>
          </p:nvPr>
        </p:nvSpPr>
        <p:spPr bwMode="gray"/>
        <p:txBody>
          <a:bodyPr/>
          <a:lstStyle/>
          <a:p>
            <a:fld id="{188F3D36-6F24-466D-BEC2-9B7949FEAF1E}" type="datetime1">
              <a:rPr lang="en-US" smtClean="0"/>
              <a:t>5/5/2026</a:t>
            </a:fld>
            <a:endParaRPr lang="en-US" dirty="0"/>
          </a:p>
        </p:txBody>
      </p:sp>
      <p:sp>
        <p:nvSpPr>
          <p:cNvPr id="4" name="Footer Placeholder">
            <a:extLst>
              <a:ext uri="{FF2B5EF4-FFF2-40B4-BE49-F238E27FC236}">
                <a16:creationId xmlns:a16="http://schemas.microsoft.com/office/drawing/2014/main" id="{F671BF93-B235-43C1-B6B1-F5BF550234D5}"/>
              </a:ext>
            </a:extLst>
          </p:cNvPr>
          <p:cNvSpPr>
            <a:spLocks noGrp="1"/>
          </p:cNvSpPr>
          <p:nvPr>
            <p:ph type="ftr" sz="quarter" idx="11"/>
          </p:nvPr>
        </p:nvSpPr>
        <p:spPr bwMode="gray"/>
        <p:txBody>
          <a:bodyPr/>
          <a:lstStyle/>
          <a:p>
            <a:r>
              <a:rPr lang="en-US" dirty="0"/>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3AF1A2B5-5197-4E57-9D4D-CCCEAD7BAFB2}"/>
              </a:ext>
            </a:extLst>
          </p:cNvPr>
          <p:cNvSpPr>
            <a:spLocks noGrp="1"/>
          </p:cNvSpPr>
          <p:nvPr>
            <p:ph type="sldNum" sz="quarter" idx="12"/>
          </p:nvPr>
        </p:nvSpPr>
        <p:spPr bwMode="gray"/>
        <p:txBody>
          <a:bodyPr/>
          <a:lstStyle/>
          <a:p>
            <a:fld id="{03805D93-7D4B-4CBC-BABC-3A8AC08CB7F4}" type="slidenum">
              <a:rPr lang="en-US" smtClean="0"/>
              <a:pPr/>
              <a:t>‹#›</a:t>
            </a:fld>
            <a:endParaRPr lang="en-US" dirty="0"/>
          </a:p>
        </p:txBody>
      </p:sp>
    </p:spTree>
    <p:extLst>
      <p:ext uri="{BB962C8B-B14F-4D97-AF65-F5344CB8AC3E}">
        <p14:creationId xmlns:p14="http://schemas.microsoft.com/office/powerpoint/2010/main" val="686274363"/>
      </p:ext>
    </p:extLst>
  </p:cSld>
  <p:clrMapOvr>
    <a:masterClrMapping/>
  </p:clrMapOvr>
  <p:extLst>
    <p:ext uri="{DCECCB84-F9BA-43D5-87BE-67443E8EF086}">
      <p15:sldGuideLst xmlns:p15="http://schemas.microsoft.com/office/powerpoint/2012/main">
        <p15:guide id="1" orient="horz" pos="3776">
          <p15:clr>
            <a:srgbClr val="5ACBF0"/>
          </p15:clr>
        </p15:guide>
        <p15:guide id="2" orient="horz" pos="344">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      ___      ">
    <p:bg bwMode="gray">
      <p:bgPr>
        <a:solidFill>
          <a:srgbClr val="7030A0"/>
        </a:solidFill>
        <a:effectLst/>
      </p:bgPr>
    </p:bg>
    <p:spTree>
      <p:nvGrpSpPr>
        <p:cNvPr id="1" name=""/>
        <p:cNvGrpSpPr/>
        <p:nvPr/>
      </p:nvGrpSpPr>
      <p:grpSpPr>
        <a:xfrm>
          <a:off x="0" y="0"/>
          <a:ext cx="0" cy="0"/>
          <a:chOff x="0" y="0"/>
          <a:chExt cx="0" cy="0"/>
        </a:xfrm>
      </p:grpSpPr>
      <p:sp>
        <p:nvSpPr>
          <p:cNvPr id="12" name="TextBox 1">
            <a:extLst>
              <a:ext uri="{FF2B5EF4-FFF2-40B4-BE49-F238E27FC236}">
                <a16:creationId xmlns:a16="http://schemas.microsoft.com/office/drawing/2014/main" id="{63F147AB-BC07-4B04-AF4C-C611763A1EAE}"/>
              </a:ext>
            </a:extLst>
          </p:cNvPr>
          <p:cNvSpPr txBox="1"/>
          <p:nvPr userDrawn="1"/>
        </p:nvSpPr>
        <p:spPr bwMode="gray">
          <a:xfrm>
            <a:off x="742998" y="2390254"/>
            <a:ext cx="9891327" cy="2077492"/>
          </a:xfrm>
          <a:prstGeom prst="rect">
            <a:avLst/>
          </a:prstGeom>
          <a:noFill/>
        </p:spPr>
        <p:txBody>
          <a:bodyPr wrap="square" lIns="0" tIns="0" rIns="0" bIns="0" rtlCol="0">
            <a:spAutoFit/>
          </a:bodyPr>
          <a:lstStyle/>
          <a:p>
            <a:pPr>
              <a:lnSpc>
                <a:spcPct val="90000"/>
              </a:lnSpc>
              <a:spcBef>
                <a:spcPts val="0"/>
              </a:spcBef>
            </a:pPr>
            <a:r>
              <a:rPr lang="en-US" sz="15000" b="1" dirty="0">
                <a:solidFill>
                  <a:schemeClr val="bg1"/>
                </a:solidFill>
              </a:rPr>
              <a:t>Closing</a:t>
            </a:r>
          </a:p>
        </p:txBody>
      </p:sp>
      <p:cxnSp>
        <p:nvCxnSpPr>
          <p:cNvPr id="4" name="Arrow">
            <a:extLst>
              <a:ext uri="{FF2B5EF4-FFF2-40B4-BE49-F238E27FC236}">
                <a16:creationId xmlns:a16="http://schemas.microsoft.com/office/drawing/2014/main" id="{C96135BB-E1DE-4F71-B831-68F8DC213F8C}"/>
              </a:ext>
              <a:ext uri="{C183D7F6-B498-43B3-948B-1728B52AA6E4}">
                <adec:decorative xmlns:adec="http://schemas.microsoft.com/office/drawing/2017/decorative" val="1"/>
              </a:ext>
            </a:extLst>
          </p:cNvPr>
          <p:cNvCxnSpPr>
            <a:cxnSpLocks/>
          </p:cNvCxnSpPr>
          <p:nvPr userDrawn="1"/>
        </p:nvCxnSpPr>
        <p:spPr bwMode="gray">
          <a:xfrm>
            <a:off x="9497148" y="3429000"/>
            <a:ext cx="1951854" cy="0"/>
          </a:xfrm>
          <a:prstGeom prst="line">
            <a:avLst/>
          </a:prstGeom>
          <a:ln w="317500" cap="rnd">
            <a:solidFill>
              <a:schemeClr val="bg1"/>
            </a:solidFill>
            <a:round/>
            <a:tailEnd type="arrow" w="lg"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0068849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Closing Slide">
    <p:spTree>
      <p:nvGrpSpPr>
        <p:cNvPr id="1" name=""/>
        <p:cNvGrpSpPr/>
        <p:nvPr/>
      </p:nvGrpSpPr>
      <p:grpSpPr>
        <a:xfrm>
          <a:off x="0" y="0"/>
          <a:ext cx="0" cy="0"/>
          <a:chOff x="0" y="0"/>
          <a:chExt cx="0" cy="0"/>
        </a:xfrm>
      </p:grpSpPr>
      <p:sp>
        <p:nvSpPr>
          <p:cNvPr id="13" name="Warm White Background">
            <a:extLst>
              <a:ext uri="{FF2B5EF4-FFF2-40B4-BE49-F238E27FC236}">
                <a16:creationId xmlns:a16="http://schemas.microsoft.com/office/drawing/2014/main" id="{7C3A9A97-61E4-4883-B3FD-88A5E8E0FF70}"/>
              </a:ext>
              <a:ext uri="{C183D7F6-B498-43B3-948B-1728B52AA6E4}">
                <adec:decorative xmlns:adec="http://schemas.microsoft.com/office/drawing/2017/decorative" val="1"/>
              </a:ext>
            </a:extLst>
          </p:cNvPr>
          <p:cNvSpPr/>
          <p:nvPr userDrawn="1"/>
        </p:nvSpPr>
        <p:spPr bwMode="gray">
          <a:xfrm>
            <a:off x="184404" y="182880"/>
            <a:ext cx="11823192" cy="6492240"/>
          </a:xfrm>
          <a:prstGeom prst="roundRect">
            <a:avLst>
              <a:gd name="adj" fmla="val 1011"/>
            </a:avLst>
          </a:prstGeom>
          <a:solidFill>
            <a:srgbClr val="FBF9F4"/>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0"/>
              </a:spcBef>
              <a:spcAft>
                <a:spcPts val="0"/>
              </a:spcAft>
            </a:pPr>
            <a:endParaRPr lang="en-US" sz="1400" b="0" i="0" u="none" baseline="0" dirty="0">
              <a:solidFill>
                <a:srgbClr val="FFFFFF"/>
              </a:solidFill>
            </a:endParaRPr>
          </a:p>
        </p:txBody>
      </p:sp>
      <p:pic>
        <p:nvPicPr>
          <p:cNvPr id="6" name="Optum Logo" descr="Optum">
            <a:extLst>
              <a:ext uri="{FF2B5EF4-FFF2-40B4-BE49-F238E27FC236}">
                <a16:creationId xmlns:a16="http://schemas.microsoft.com/office/drawing/2014/main" id="{89BF741E-7372-4DA5-9FBB-22AB498402A5}"/>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051940" y="2837147"/>
            <a:ext cx="4088119" cy="1183707"/>
          </a:xfrm>
          <a:prstGeom prst="rect">
            <a:avLst/>
          </a:prstGeom>
        </p:spPr>
      </p:pic>
      <p:sp>
        <p:nvSpPr>
          <p:cNvPr id="14" name="Boilerplate">
            <a:extLst>
              <a:ext uri="{FF2B5EF4-FFF2-40B4-BE49-F238E27FC236}">
                <a16:creationId xmlns:a16="http://schemas.microsoft.com/office/drawing/2014/main" id="{9EB9C69C-A308-416E-9EF4-CDCBABF60D86}"/>
              </a:ext>
            </a:extLst>
          </p:cNvPr>
          <p:cNvSpPr txBox="1"/>
          <p:nvPr userDrawn="1"/>
        </p:nvSpPr>
        <p:spPr bwMode="gray">
          <a:xfrm>
            <a:off x="3818873" y="5837129"/>
            <a:ext cx="4554255" cy="507831"/>
          </a:xfrm>
          <a:prstGeom prst="rect">
            <a:avLst/>
          </a:prstGeom>
          <a:noFill/>
        </p:spPr>
        <p:txBody>
          <a:bodyPr vert="horz" wrap="square" lIns="0" tIns="0" rIns="0" bIns="0" rtlCol="0">
            <a:spAutoFit/>
          </a:bodyPr>
          <a:lstStyle/>
          <a:p>
            <a:pPr algn="ctr">
              <a:spcBef>
                <a:spcPts val="600"/>
              </a:spcBef>
            </a:pPr>
            <a:r>
              <a:rPr lang="en-US" sz="700" b="0" i="0" u="none" baseline="0" dirty="0">
                <a:solidFill>
                  <a:schemeClr val="tx1"/>
                </a:solidFill>
                <a:latin typeface="+mn-lt"/>
              </a:rPr>
              <a:t>Optum is a registered trademark of Optum, Inc. in the U.S. and other jurisdictions. All other brand or product names are the property of their respective owners. Because we are continuously improving our products and services, Optum reserves the right to change specifications without prior notice. Optum is an equal opportunity employer.</a:t>
            </a:r>
          </a:p>
          <a:p>
            <a:pPr algn="ctr">
              <a:spcBef>
                <a:spcPts val="600"/>
              </a:spcBef>
            </a:pPr>
            <a:r>
              <a:rPr lang="en-US" sz="700" b="0" i="0" u="none" baseline="0" dirty="0">
                <a:solidFill>
                  <a:schemeClr val="tx1"/>
                </a:solidFill>
                <a:latin typeface="+mn-lt"/>
              </a:rPr>
              <a:t>© 2026 Optum, Inc. All rights reserved.</a:t>
            </a:r>
          </a:p>
        </p:txBody>
      </p:sp>
    </p:spTree>
    <p:extLst>
      <p:ext uri="{BB962C8B-B14F-4D97-AF65-F5344CB8AC3E}">
        <p14:creationId xmlns:p14="http://schemas.microsoft.com/office/powerpoint/2010/main" val="241863768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Closing Slide - Alt">
    <p:spTree>
      <p:nvGrpSpPr>
        <p:cNvPr id="1" name=""/>
        <p:cNvGrpSpPr/>
        <p:nvPr/>
      </p:nvGrpSpPr>
      <p:grpSpPr>
        <a:xfrm>
          <a:off x="0" y="0"/>
          <a:ext cx="0" cy="0"/>
          <a:chOff x="0" y="0"/>
          <a:chExt cx="0" cy="0"/>
        </a:xfrm>
      </p:grpSpPr>
      <p:sp>
        <p:nvSpPr>
          <p:cNvPr id="13" name="Warm White Background">
            <a:extLst>
              <a:ext uri="{FF2B5EF4-FFF2-40B4-BE49-F238E27FC236}">
                <a16:creationId xmlns:a16="http://schemas.microsoft.com/office/drawing/2014/main" id="{7C3A9A97-61E4-4883-B3FD-88A5E8E0FF70}"/>
              </a:ext>
              <a:ext uri="{C183D7F6-B498-43B3-948B-1728B52AA6E4}">
                <adec:decorative xmlns:adec="http://schemas.microsoft.com/office/drawing/2017/decorative" val="1"/>
              </a:ext>
            </a:extLst>
          </p:cNvPr>
          <p:cNvSpPr/>
          <p:nvPr userDrawn="1"/>
        </p:nvSpPr>
        <p:spPr bwMode="gray">
          <a:xfrm>
            <a:off x="184404" y="182880"/>
            <a:ext cx="11823192" cy="6492240"/>
          </a:xfrm>
          <a:prstGeom prst="roundRect">
            <a:avLst>
              <a:gd name="adj" fmla="val 1011"/>
            </a:avLst>
          </a:prstGeom>
          <a:solidFill>
            <a:srgbClr val="FBF9F4"/>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0"/>
              </a:spcBef>
              <a:spcAft>
                <a:spcPts val="0"/>
              </a:spcAft>
            </a:pPr>
            <a:endParaRPr lang="en-US" sz="1400" b="0" i="0" u="none" baseline="0" dirty="0">
              <a:solidFill>
                <a:srgbClr val="FFFFFF"/>
              </a:solidFill>
            </a:endParaRPr>
          </a:p>
        </p:txBody>
      </p:sp>
      <p:sp>
        <p:nvSpPr>
          <p:cNvPr id="10" name="Optum Logo" descr="Optum">
            <a:extLst>
              <a:ext uri="{FF2B5EF4-FFF2-40B4-BE49-F238E27FC236}">
                <a16:creationId xmlns:a16="http://schemas.microsoft.com/office/drawing/2014/main" id="{1A7A9804-2478-CD00-E2AF-A61CDE018953}"/>
              </a:ext>
              <a:ext uri="{C183D7F6-B498-43B3-948B-1728B52AA6E4}">
                <adec:decorative xmlns:adec="http://schemas.microsoft.com/office/drawing/2017/decorative" val="0"/>
              </a:ext>
            </a:extLst>
          </p:cNvPr>
          <p:cNvSpPr/>
          <p:nvPr/>
        </p:nvSpPr>
        <p:spPr bwMode="gray">
          <a:xfrm>
            <a:off x="184404" y="1349116"/>
            <a:ext cx="11823192" cy="3534131"/>
          </a:xfrm>
          <a:custGeom>
            <a:avLst/>
            <a:gdLst>
              <a:gd name="connsiteX0" fmla="*/ 3997943 w 11823192"/>
              <a:gd name="connsiteY0" fmla="*/ 1184415 h 3534131"/>
              <a:gd name="connsiteX1" fmla="*/ 3511808 w 11823192"/>
              <a:gd name="connsiteY1" fmla="*/ 1697581 h 3534131"/>
              <a:gd name="connsiteX2" fmla="*/ 3997943 w 11823192"/>
              <a:gd name="connsiteY2" fmla="*/ 2214536 h 3534131"/>
              <a:gd name="connsiteX3" fmla="*/ 4480290 w 11823192"/>
              <a:gd name="connsiteY3" fmla="*/ 1697581 h 3534131"/>
              <a:gd name="connsiteX4" fmla="*/ 3997943 w 11823192"/>
              <a:gd name="connsiteY4" fmla="*/ 1184415 h 3534131"/>
              <a:gd name="connsiteX5" fmla="*/ 6725845 w 11823192"/>
              <a:gd name="connsiteY5" fmla="*/ 663672 h 3534131"/>
              <a:gd name="connsiteX6" fmla="*/ 7397273 w 11823192"/>
              <a:gd name="connsiteY6" fmla="*/ 663672 h 3534131"/>
              <a:gd name="connsiteX7" fmla="*/ 7397273 w 11823192"/>
              <a:gd name="connsiteY7" fmla="*/ 1925406 h 3534131"/>
              <a:gd name="connsiteX8" fmla="*/ 7690538 w 11823192"/>
              <a:gd name="connsiteY8" fmla="*/ 2222457 h 3534131"/>
              <a:gd name="connsiteX9" fmla="*/ 7983804 w 11823192"/>
              <a:gd name="connsiteY9" fmla="*/ 1925406 h 3534131"/>
              <a:gd name="connsiteX10" fmla="*/ 7983804 w 11823192"/>
              <a:gd name="connsiteY10" fmla="*/ 663672 h 3534131"/>
              <a:gd name="connsiteX11" fmla="*/ 8655232 w 11823192"/>
              <a:gd name="connsiteY11" fmla="*/ 663672 h 3534131"/>
              <a:gd name="connsiteX12" fmla="*/ 8655232 w 11823192"/>
              <a:gd name="connsiteY12" fmla="*/ 1944521 h 3534131"/>
              <a:gd name="connsiteX13" fmla="*/ 8654887 w 11823192"/>
              <a:gd name="connsiteY13" fmla="*/ 1944521 h 3534131"/>
              <a:gd name="connsiteX14" fmla="*/ 7690366 w 11823192"/>
              <a:gd name="connsiteY14" fmla="*/ 2777986 h 3534131"/>
              <a:gd name="connsiteX15" fmla="*/ 6725845 w 11823192"/>
              <a:gd name="connsiteY15" fmla="*/ 1944521 h 3534131"/>
              <a:gd name="connsiteX16" fmla="*/ 1227678 w 11823192"/>
              <a:gd name="connsiteY16" fmla="*/ 640425 h 3534131"/>
              <a:gd name="connsiteX17" fmla="*/ 525426 w 11823192"/>
              <a:gd name="connsiteY17" fmla="*/ 1381244 h 3534131"/>
              <a:gd name="connsiteX18" fmla="*/ 1227678 w 11823192"/>
              <a:gd name="connsiteY18" fmla="*/ 2122063 h 3534131"/>
              <a:gd name="connsiteX19" fmla="*/ 1929931 w 11823192"/>
              <a:gd name="connsiteY19" fmla="*/ 1381244 h 3534131"/>
              <a:gd name="connsiteX20" fmla="*/ 1227678 w 11823192"/>
              <a:gd name="connsiteY20" fmla="*/ 640425 h 3534131"/>
              <a:gd name="connsiteX21" fmla="*/ 10086256 w 11823192"/>
              <a:gd name="connsiteY21" fmla="*/ 632848 h 3534131"/>
              <a:gd name="connsiteX22" fmla="*/ 10676576 w 11823192"/>
              <a:gd name="connsiteY22" fmla="*/ 968472 h 3534131"/>
              <a:gd name="connsiteX23" fmla="*/ 11309258 w 11823192"/>
              <a:gd name="connsiteY23" fmla="*/ 632848 h 3534131"/>
              <a:gd name="connsiteX24" fmla="*/ 11728549 w 11823192"/>
              <a:gd name="connsiteY24" fmla="*/ 762880 h 3534131"/>
              <a:gd name="connsiteX25" fmla="*/ 11823192 w 11823192"/>
              <a:gd name="connsiteY25" fmla="*/ 851969 h 3534131"/>
              <a:gd name="connsiteX26" fmla="*/ 11823192 w 11823192"/>
              <a:gd name="connsiteY26" fmla="*/ 2731835 h 3534131"/>
              <a:gd name="connsiteX27" fmla="*/ 11340082 w 11823192"/>
              <a:gd name="connsiteY27" fmla="*/ 2731835 h 3534131"/>
              <a:gd name="connsiteX28" fmla="*/ 11340082 w 11823192"/>
              <a:gd name="connsiteY28" fmla="*/ 1500925 h 3534131"/>
              <a:gd name="connsiteX29" fmla="*/ 11058355 w 11823192"/>
              <a:gd name="connsiteY29" fmla="*/ 1180627 h 3534131"/>
              <a:gd name="connsiteX30" fmla="*/ 10776627 w 11823192"/>
              <a:gd name="connsiteY30" fmla="*/ 1500925 h 3534131"/>
              <a:gd name="connsiteX31" fmla="*/ 10776627 w 11823192"/>
              <a:gd name="connsiteY31" fmla="*/ 2731663 h 3534131"/>
              <a:gd name="connsiteX32" fmla="*/ 10109160 w 11823192"/>
              <a:gd name="connsiteY32" fmla="*/ 2731663 h 3534131"/>
              <a:gd name="connsiteX33" fmla="*/ 10109160 w 11823192"/>
              <a:gd name="connsiteY33" fmla="*/ 1500925 h 3534131"/>
              <a:gd name="connsiteX34" fmla="*/ 9827432 w 11823192"/>
              <a:gd name="connsiteY34" fmla="*/ 1180627 h 3534131"/>
              <a:gd name="connsiteX35" fmla="*/ 9545705 w 11823192"/>
              <a:gd name="connsiteY35" fmla="*/ 1500925 h 3534131"/>
              <a:gd name="connsiteX36" fmla="*/ 9545705 w 11823192"/>
              <a:gd name="connsiteY36" fmla="*/ 2731663 h 3534131"/>
              <a:gd name="connsiteX37" fmla="*/ 8878581 w 11823192"/>
              <a:gd name="connsiteY37" fmla="*/ 2731663 h 3534131"/>
              <a:gd name="connsiteX38" fmla="*/ 8878581 w 11823192"/>
              <a:gd name="connsiteY38" fmla="*/ 663672 h 3534131"/>
              <a:gd name="connsiteX39" fmla="*/ 9534511 w 11823192"/>
              <a:gd name="connsiteY39" fmla="*/ 663672 h 3534131"/>
              <a:gd name="connsiteX40" fmla="*/ 9538299 w 11823192"/>
              <a:gd name="connsiteY40" fmla="*/ 910612 h 3534131"/>
              <a:gd name="connsiteX41" fmla="*/ 10086256 w 11823192"/>
              <a:gd name="connsiteY41" fmla="*/ 632848 h 3534131"/>
              <a:gd name="connsiteX42" fmla="*/ 4152239 w 11823192"/>
              <a:gd name="connsiteY42" fmla="*/ 632675 h 3534131"/>
              <a:gd name="connsiteX43" fmla="*/ 5151545 w 11823192"/>
              <a:gd name="connsiteY43" fmla="*/ 1697581 h 3534131"/>
              <a:gd name="connsiteX44" fmla="*/ 4152239 w 11823192"/>
              <a:gd name="connsiteY44" fmla="*/ 2766276 h 3534131"/>
              <a:gd name="connsiteX45" fmla="*/ 3511808 w 11823192"/>
              <a:gd name="connsiteY45" fmla="*/ 2515548 h 3534131"/>
              <a:gd name="connsiteX46" fmla="*/ 3511808 w 11823192"/>
              <a:gd name="connsiteY46" fmla="*/ 3534131 h 3534131"/>
              <a:gd name="connsiteX47" fmla="*/ 2840552 w 11823192"/>
              <a:gd name="connsiteY47" fmla="*/ 3534131 h 3534131"/>
              <a:gd name="connsiteX48" fmla="*/ 2840552 w 11823192"/>
              <a:gd name="connsiteY48" fmla="*/ 663500 h 3534131"/>
              <a:gd name="connsiteX49" fmla="*/ 3488732 w 11823192"/>
              <a:gd name="connsiteY49" fmla="*/ 663500 h 3534131"/>
              <a:gd name="connsiteX50" fmla="*/ 3492521 w 11823192"/>
              <a:gd name="connsiteY50" fmla="*/ 902690 h 3534131"/>
              <a:gd name="connsiteX51" fmla="*/ 4152239 w 11823192"/>
              <a:gd name="connsiteY51" fmla="*/ 632675 h 3534131"/>
              <a:gd name="connsiteX52" fmla="*/ 5325128 w 11823192"/>
              <a:gd name="connsiteY52" fmla="*/ 135007 h 3534131"/>
              <a:gd name="connsiteX53" fmla="*/ 5992596 w 11823192"/>
              <a:gd name="connsiteY53" fmla="*/ 135007 h 3534131"/>
              <a:gd name="connsiteX54" fmla="*/ 5992596 w 11823192"/>
              <a:gd name="connsiteY54" fmla="*/ 663672 h 3534131"/>
              <a:gd name="connsiteX55" fmla="*/ 6544341 w 11823192"/>
              <a:gd name="connsiteY55" fmla="*/ 663672 h 3534131"/>
              <a:gd name="connsiteX56" fmla="*/ 6544341 w 11823192"/>
              <a:gd name="connsiteY56" fmla="*/ 1196125 h 3534131"/>
              <a:gd name="connsiteX57" fmla="*/ 5992596 w 11823192"/>
              <a:gd name="connsiteY57" fmla="*/ 1196125 h 3534131"/>
              <a:gd name="connsiteX58" fmla="*/ 5992596 w 11823192"/>
              <a:gd name="connsiteY58" fmla="*/ 1936772 h 3534131"/>
              <a:gd name="connsiteX59" fmla="*/ 6289650 w 11823192"/>
              <a:gd name="connsiteY59" fmla="*/ 2206787 h 3534131"/>
              <a:gd name="connsiteX60" fmla="*/ 6544341 w 11823192"/>
              <a:gd name="connsiteY60" fmla="*/ 2164425 h 3534131"/>
              <a:gd name="connsiteX61" fmla="*/ 6544341 w 11823192"/>
              <a:gd name="connsiteY61" fmla="*/ 2693089 h 3534131"/>
              <a:gd name="connsiteX62" fmla="*/ 6119855 w 11823192"/>
              <a:gd name="connsiteY62" fmla="*/ 2762487 h 3534131"/>
              <a:gd name="connsiteX63" fmla="*/ 5325128 w 11823192"/>
              <a:gd name="connsiteY63" fmla="*/ 1990844 h 3534131"/>
              <a:gd name="connsiteX64" fmla="*/ 1227678 w 11823192"/>
              <a:gd name="connsiteY64" fmla="*/ 0 h 3534131"/>
              <a:gd name="connsiteX65" fmla="*/ 2639761 w 11823192"/>
              <a:gd name="connsiteY65" fmla="*/ 1381244 h 3534131"/>
              <a:gd name="connsiteX66" fmla="*/ 1227678 w 11823192"/>
              <a:gd name="connsiteY66" fmla="*/ 2762487 h 3534131"/>
              <a:gd name="connsiteX67" fmla="*/ 53840 w 11823192"/>
              <a:gd name="connsiteY67" fmla="*/ 2155714 h 3534131"/>
              <a:gd name="connsiteX68" fmla="*/ 0 w 11823192"/>
              <a:gd name="connsiteY68" fmla="*/ 2068189 h 3534131"/>
              <a:gd name="connsiteX69" fmla="*/ 0 w 11823192"/>
              <a:gd name="connsiteY69" fmla="*/ 694299 h 3534131"/>
              <a:gd name="connsiteX70" fmla="*/ 53840 w 11823192"/>
              <a:gd name="connsiteY70" fmla="*/ 606774 h 3534131"/>
              <a:gd name="connsiteX71" fmla="*/ 1227678 w 11823192"/>
              <a:gd name="connsiteY71" fmla="*/ 0 h 3534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11823192" h="3534131">
                <a:moveTo>
                  <a:pt x="3997943" y="1184415"/>
                </a:moveTo>
                <a:cubicBezTo>
                  <a:pt x="3727925" y="1184415"/>
                  <a:pt x="3511808" y="1404319"/>
                  <a:pt x="3511808" y="1697581"/>
                </a:cubicBezTo>
                <a:cubicBezTo>
                  <a:pt x="3511808" y="1994632"/>
                  <a:pt x="3727925" y="2214536"/>
                  <a:pt x="3997943" y="2214536"/>
                </a:cubicBezTo>
                <a:cubicBezTo>
                  <a:pt x="4264172" y="2214536"/>
                  <a:pt x="4480290" y="1994632"/>
                  <a:pt x="4480290" y="1697581"/>
                </a:cubicBezTo>
                <a:cubicBezTo>
                  <a:pt x="4480290" y="1404491"/>
                  <a:pt x="4264172" y="1184415"/>
                  <a:pt x="3997943" y="1184415"/>
                </a:cubicBezTo>
                <a:close/>
                <a:moveTo>
                  <a:pt x="6725845" y="663672"/>
                </a:moveTo>
                <a:lnTo>
                  <a:pt x="7397273" y="663672"/>
                </a:lnTo>
                <a:lnTo>
                  <a:pt x="7397273" y="1925406"/>
                </a:lnTo>
                <a:cubicBezTo>
                  <a:pt x="7397273" y="2106737"/>
                  <a:pt x="7516956" y="2222457"/>
                  <a:pt x="7690538" y="2222457"/>
                </a:cubicBezTo>
                <a:cubicBezTo>
                  <a:pt x="7864121" y="2222457"/>
                  <a:pt x="7983804" y="2106737"/>
                  <a:pt x="7983804" y="1925406"/>
                </a:cubicBezTo>
                <a:lnTo>
                  <a:pt x="7983804" y="663672"/>
                </a:lnTo>
                <a:lnTo>
                  <a:pt x="8655232" y="663672"/>
                </a:lnTo>
                <a:lnTo>
                  <a:pt x="8655232" y="1944521"/>
                </a:lnTo>
                <a:lnTo>
                  <a:pt x="8654887" y="1944521"/>
                </a:lnTo>
                <a:cubicBezTo>
                  <a:pt x="8654887" y="2476974"/>
                  <a:pt x="8230401" y="2777986"/>
                  <a:pt x="7690366" y="2777986"/>
                </a:cubicBezTo>
                <a:cubicBezTo>
                  <a:pt x="7150159" y="2777986"/>
                  <a:pt x="6725845" y="2476974"/>
                  <a:pt x="6725845" y="1944521"/>
                </a:cubicBezTo>
                <a:close/>
                <a:moveTo>
                  <a:pt x="1227678" y="640425"/>
                </a:moveTo>
                <a:cubicBezTo>
                  <a:pt x="837978" y="640425"/>
                  <a:pt x="525426" y="956762"/>
                  <a:pt x="525426" y="1381244"/>
                </a:cubicBezTo>
                <a:cubicBezTo>
                  <a:pt x="525426" y="1805725"/>
                  <a:pt x="837978" y="2122063"/>
                  <a:pt x="1227678" y="2122063"/>
                </a:cubicBezTo>
                <a:cubicBezTo>
                  <a:pt x="1617379" y="2122063"/>
                  <a:pt x="1929931" y="1805725"/>
                  <a:pt x="1929931" y="1381244"/>
                </a:cubicBezTo>
                <a:cubicBezTo>
                  <a:pt x="1929931" y="956934"/>
                  <a:pt x="1617379" y="640425"/>
                  <a:pt x="1227678" y="640425"/>
                </a:cubicBezTo>
                <a:close/>
                <a:moveTo>
                  <a:pt x="10086256" y="632848"/>
                </a:moveTo>
                <a:cubicBezTo>
                  <a:pt x="10367985" y="632848"/>
                  <a:pt x="10568603" y="764067"/>
                  <a:pt x="10676576" y="968472"/>
                </a:cubicBezTo>
                <a:cubicBezTo>
                  <a:pt x="10807796" y="744608"/>
                  <a:pt x="11054738" y="632848"/>
                  <a:pt x="11309258" y="632848"/>
                </a:cubicBezTo>
                <a:cubicBezTo>
                  <a:pt x="11478514" y="632848"/>
                  <a:pt x="11619026" y="680602"/>
                  <a:pt x="11728549" y="762880"/>
                </a:cubicBezTo>
                <a:lnTo>
                  <a:pt x="11823192" y="851969"/>
                </a:lnTo>
                <a:lnTo>
                  <a:pt x="11823192" y="2731835"/>
                </a:lnTo>
                <a:lnTo>
                  <a:pt x="11340082" y="2731835"/>
                </a:lnTo>
                <a:lnTo>
                  <a:pt x="11340082" y="1500925"/>
                </a:lnTo>
                <a:cubicBezTo>
                  <a:pt x="11340082" y="1300308"/>
                  <a:pt x="11212823" y="1180627"/>
                  <a:pt x="11058355" y="1180627"/>
                </a:cubicBezTo>
                <a:cubicBezTo>
                  <a:pt x="10903887" y="1180627"/>
                  <a:pt x="10776627" y="1300308"/>
                  <a:pt x="10776627" y="1500925"/>
                </a:cubicBezTo>
                <a:lnTo>
                  <a:pt x="10776627" y="2731663"/>
                </a:lnTo>
                <a:lnTo>
                  <a:pt x="10109160" y="2731663"/>
                </a:lnTo>
                <a:lnTo>
                  <a:pt x="10109160" y="1500925"/>
                </a:lnTo>
                <a:cubicBezTo>
                  <a:pt x="10109160" y="1300308"/>
                  <a:pt x="9981900" y="1180627"/>
                  <a:pt x="9827432" y="1180627"/>
                </a:cubicBezTo>
                <a:cubicBezTo>
                  <a:pt x="9673136" y="1180627"/>
                  <a:pt x="9545705" y="1300308"/>
                  <a:pt x="9545705" y="1500925"/>
                </a:cubicBezTo>
                <a:lnTo>
                  <a:pt x="9545705" y="2731663"/>
                </a:lnTo>
                <a:lnTo>
                  <a:pt x="8878581" y="2731663"/>
                </a:lnTo>
                <a:lnTo>
                  <a:pt x="8878581" y="663672"/>
                </a:lnTo>
                <a:lnTo>
                  <a:pt x="9534511" y="663672"/>
                </a:lnTo>
                <a:lnTo>
                  <a:pt x="9538299" y="910612"/>
                </a:lnTo>
                <a:cubicBezTo>
                  <a:pt x="9669519" y="721532"/>
                  <a:pt x="9862389" y="632848"/>
                  <a:pt x="10086256" y="632848"/>
                </a:cubicBezTo>
                <a:close/>
                <a:moveTo>
                  <a:pt x="4152239" y="632675"/>
                </a:moveTo>
                <a:cubicBezTo>
                  <a:pt x="4711734" y="632675"/>
                  <a:pt x="5151545" y="1107268"/>
                  <a:pt x="5151545" y="1697581"/>
                </a:cubicBezTo>
                <a:cubicBezTo>
                  <a:pt x="5151545" y="2291683"/>
                  <a:pt x="4711734" y="2766276"/>
                  <a:pt x="4152239" y="2766276"/>
                </a:cubicBezTo>
                <a:cubicBezTo>
                  <a:pt x="3905297" y="2766276"/>
                  <a:pt x="3681602" y="2673803"/>
                  <a:pt x="3511808" y="2515548"/>
                </a:cubicBezTo>
                <a:lnTo>
                  <a:pt x="3511808" y="3534131"/>
                </a:lnTo>
                <a:lnTo>
                  <a:pt x="2840552" y="3534131"/>
                </a:lnTo>
                <a:lnTo>
                  <a:pt x="2840552" y="663500"/>
                </a:lnTo>
                <a:lnTo>
                  <a:pt x="3488732" y="663500"/>
                </a:lnTo>
                <a:lnTo>
                  <a:pt x="3492521" y="902690"/>
                </a:lnTo>
                <a:cubicBezTo>
                  <a:pt x="3666104" y="733070"/>
                  <a:pt x="3893759" y="632675"/>
                  <a:pt x="4152239" y="632675"/>
                </a:cubicBezTo>
                <a:close/>
                <a:moveTo>
                  <a:pt x="5325128" y="135007"/>
                </a:moveTo>
                <a:lnTo>
                  <a:pt x="5992596" y="135007"/>
                </a:lnTo>
                <a:lnTo>
                  <a:pt x="5992596" y="663672"/>
                </a:lnTo>
                <a:lnTo>
                  <a:pt x="6544341" y="663672"/>
                </a:lnTo>
                <a:lnTo>
                  <a:pt x="6544341" y="1196125"/>
                </a:lnTo>
                <a:lnTo>
                  <a:pt x="5992596" y="1196125"/>
                </a:lnTo>
                <a:lnTo>
                  <a:pt x="5992596" y="1936772"/>
                </a:lnTo>
                <a:cubicBezTo>
                  <a:pt x="5992596" y="2125679"/>
                  <a:pt x="6112106" y="2206787"/>
                  <a:pt x="6289650" y="2206787"/>
                </a:cubicBezTo>
                <a:cubicBezTo>
                  <a:pt x="6363009" y="2206787"/>
                  <a:pt x="6447906" y="2195249"/>
                  <a:pt x="6544341" y="2164425"/>
                </a:cubicBezTo>
                <a:lnTo>
                  <a:pt x="6544341" y="2693089"/>
                </a:lnTo>
                <a:cubicBezTo>
                  <a:pt x="6413120" y="2746989"/>
                  <a:pt x="6262613" y="2762487"/>
                  <a:pt x="6119855" y="2762487"/>
                </a:cubicBezTo>
                <a:cubicBezTo>
                  <a:pt x="5629932" y="2762487"/>
                  <a:pt x="5325128" y="2504010"/>
                  <a:pt x="5325128" y="1990844"/>
                </a:cubicBezTo>
                <a:close/>
                <a:moveTo>
                  <a:pt x="1227678" y="0"/>
                </a:moveTo>
                <a:cubicBezTo>
                  <a:pt x="2018617" y="0"/>
                  <a:pt x="2639761" y="613389"/>
                  <a:pt x="2639761" y="1381244"/>
                </a:cubicBezTo>
                <a:cubicBezTo>
                  <a:pt x="2639761" y="2149099"/>
                  <a:pt x="2018617" y="2762487"/>
                  <a:pt x="1227678" y="2762487"/>
                </a:cubicBezTo>
                <a:cubicBezTo>
                  <a:pt x="733342" y="2762487"/>
                  <a:pt x="305331" y="2522882"/>
                  <a:pt x="53840" y="2155714"/>
                </a:cubicBezTo>
                <a:lnTo>
                  <a:pt x="0" y="2068189"/>
                </a:lnTo>
                <a:lnTo>
                  <a:pt x="0" y="694299"/>
                </a:lnTo>
                <a:lnTo>
                  <a:pt x="53840" y="606774"/>
                </a:lnTo>
                <a:cubicBezTo>
                  <a:pt x="305331" y="239605"/>
                  <a:pt x="733342" y="0"/>
                  <a:pt x="1227678" y="0"/>
                </a:cubicBezTo>
                <a:close/>
              </a:path>
            </a:pathLst>
          </a:custGeom>
          <a:solidFill>
            <a:srgbClr val="FF612B"/>
          </a:solidFill>
          <a:ln w="16696" cap="flat">
            <a:noFill/>
            <a:prstDash val="solid"/>
            <a:miter/>
          </a:ln>
        </p:spPr>
        <p:txBody>
          <a:bodyPr rtlCol="0" anchor="ctr"/>
          <a:lstStyle/>
          <a:p>
            <a:endParaRPr lang="en-US" dirty="0"/>
          </a:p>
        </p:txBody>
      </p:sp>
      <p:sp>
        <p:nvSpPr>
          <p:cNvPr id="14" name="Boilerplate">
            <a:extLst>
              <a:ext uri="{FF2B5EF4-FFF2-40B4-BE49-F238E27FC236}">
                <a16:creationId xmlns:a16="http://schemas.microsoft.com/office/drawing/2014/main" id="{9EB9C69C-A308-416E-9EF4-CDCBABF60D86}"/>
              </a:ext>
            </a:extLst>
          </p:cNvPr>
          <p:cNvSpPr txBox="1"/>
          <p:nvPr userDrawn="1"/>
        </p:nvSpPr>
        <p:spPr bwMode="gray">
          <a:xfrm>
            <a:off x="3818873" y="5837129"/>
            <a:ext cx="4554255" cy="507831"/>
          </a:xfrm>
          <a:prstGeom prst="rect">
            <a:avLst/>
          </a:prstGeom>
          <a:noFill/>
        </p:spPr>
        <p:txBody>
          <a:bodyPr vert="horz" wrap="square" lIns="0" tIns="0" rIns="0" bIns="0" rtlCol="0">
            <a:spAutoFit/>
          </a:bodyPr>
          <a:lstStyle/>
          <a:p>
            <a:pPr algn="ctr">
              <a:spcBef>
                <a:spcPts val="600"/>
              </a:spcBef>
            </a:pPr>
            <a:r>
              <a:rPr lang="en-US" sz="700" b="0" i="0" u="none" baseline="0" dirty="0">
                <a:solidFill>
                  <a:schemeClr val="tx1"/>
                </a:solidFill>
                <a:latin typeface="+mn-lt"/>
              </a:rPr>
              <a:t>Optum is a registered trademark of Optum, Inc. in the U.S. and other jurisdictions. All other brand or product names are the property of their respective owners. Because we are continuously improving our products and services, Optum reserves the right to change specifications without prior notice. Optum is an equal opportunity employer.</a:t>
            </a:r>
          </a:p>
          <a:p>
            <a:pPr algn="ctr">
              <a:spcBef>
                <a:spcPts val="600"/>
              </a:spcBef>
            </a:pPr>
            <a:r>
              <a:rPr lang="en-US" sz="700" b="0" i="0" u="none" baseline="0" dirty="0">
                <a:solidFill>
                  <a:schemeClr val="tx1"/>
                </a:solidFill>
                <a:latin typeface="+mn-lt"/>
              </a:rPr>
              <a:t>© 2026 Optum, Inc. All rights reserved.</a:t>
            </a:r>
          </a:p>
        </p:txBody>
      </p:sp>
    </p:spTree>
    <p:extLst>
      <p:ext uri="{BB962C8B-B14F-4D97-AF65-F5344CB8AC3E}">
        <p14:creationId xmlns:p14="http://schemas.microsoft.com/office/powerpoint/2010/main" val="31478651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       ___       ">
    <p:bg bwMode="gray">
      <p:bgPr>
        <a:solidFill>
          <a:srgbClr val="7030A0"/>
        </a:solidFill>
        <a:effectLst/>
      </p:bgPr>
    </p:bg>
    <p:spTree>
      <p:nvGrpSpPr>
        <p:cNvPr id="1" name=""/>
        <p:cNvGrpSpPr/>
        <p:nvPr/>
      </p:nvGrpSpPr>
      <p:grpSpPr>
        <a:xfrm>
          <a:off x="0" y="0"/>
          <a:ext cx="0" cy="0"/>
          <a:chOff x="0" y="0"/>
          <a:chExt cx="0" cy="0"/>
        </a:xfrm>
      </p:grpSpPr>
      <p:sp>
        <p:nvSpPr>
          <p:cNvPr id="11" name="TextBox 1">
            <a:extLst>
              <a:ext uri="{FF2B5EF4-FFF2-40B4-BE49-F238E27FC236}">
                <a16:creationId xmlns:a16="http://schemas.microsoft.com/office/drawing/2014/main" id="{B0B3D229-4274-4EDF-910A-B6C2E87EC949}"/>
              </a:ext>
            </a:extLst>
          </p:cNvPr>
          <p:cNvSpPr txBox="1"/>
          <p:nvPr userDrawn="1"/>
        </p:nvSpPr>
        <p:spPr bwMode="gray">
          <a:xfrm>
            <a:off x="742998" y="312763"/>
            <a:ext cx="9891327" cy="6232475"/>
          </a:xfrm>
          <a:prstGeom prst="rect">
            <a:avLst/>
          </a:prstGeom>
          <a:noFill/>
        </p:spPr>
        <p:txBody>
          <a:bodyPr wrap="square" lIns="0" tIns="0" rIns="0" bIns="0" rtlCol="0">
            <a:spAutoFit/>
          </a:bodyPr>
          <a:lstStyle/>
          <a:p>
            <a:pPr>
              <a:lnSpc>
                <a:spcPct val="90000"/>
              </a:lnSpc>
              <a:spcBef>
                <a:spcPts val="0"/>
              </a:spcBef>
            </a:pPr>
            <a:r>
              <a:rPr lang="en-US" sz="15000" b="1" dirty="0">
                <a:solidFill>
                  <a:schemeClr val="bg1"/>
                </a:solidFill>
              </a:rPr>
              <a:t>Layouts not for use.</a:t>
            </a:r>
          </a:p>
        </p:txBody>
      </p:sp>
      <p:cxnSp>
        <p:nvCxnSpPr>
          <p:cNvPr id="4" name="Arrow">
            <a:extLst>
              <a:ext uri="{FF2B5EF4-FFF2-40B4-BE49-F238E27FC236}">
                <a16:creationId xmlns:a16="http://schemas.microsoft.com/office/drawing/2014/main" id="{F3C0B7D9-B70B-4C5C-87F9-2330B866F444}"/>
              </a:ext>
              <a:ext uri="{C183D7F6-B498-43B3-948B-1728B52AA6E4}">
                <adec:decorative xmlns:adec="http://schemas.microsoft.com/office/drawing/2017/decorative" val="1"/>
              </a:ext>
            </a:extLst>
          </p:cNvPr>
          <p:cNvCxnSpPr>
            <a:cxnSpLocks/>
          </p:cNvCxnSpPr>
          <p:nvPr userDrawn="1"/>
        </p:nvCxnSpPr>
        <p:spPr bwMode="gray">
          <a:xfrm>
            <a:off x="9497148" y="3429000"/>
            <a:ext cx="1951854" cy="0"/>
          </a:xfrm>
          <a:prstGeom prst="line">
            <a:avLst/>
          </a:prstGeom>
          <a:ln w="317500" cap="rnd">
            <a:solidFill>
              <a:schemeClr val="bg1"/>
            </a:solidFill>
            <a:round/>
            <a:tailEnd type="arrow" w="lg"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2184210"/>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304815" indent="0" algn="ctr">
              <a:buNone/>
              <a:defRPr>
                <a:solidFill>
                  <a:schemeClr val="tx1">
                    <a:tint val="75000"/>
                  </a:schemeClr>
                </a:solidFill>
              </a:defRPr>
            </a:lvl2pPr>
            <a:lvl3pPr marL="609630" indent="0" algn="ctr">
              <a:buNone/>
              <a:defRPr>
                <a:solidFill>
                  <a:schemeClr val="tx1">
                    <a:tint val="75000"/>
                  </a:schemeClr>
                </a:solidFill>
              </a:defRPr>
            </a:lvl3pPr>
            <a:lvl4pPr marL="914446" indent="0" algn="ctr">
              <a:buNone/>
              <a:defRPr>
                <a:solidFill>
                  <a:schemeClr val="tx1">
                    <a:tint val="75000"/>
                  </a:schemeClr>
                </a:solidFill>
              </a:defRPr>
            </a:lvl4pPr>
            <a:lvl5pPr marL="1219261" indent="0" algn="ctr">
              <a:buNone/>
              <a:defRPr>
                <a:solidFill>
                  <a:schemeClr val="tx1">
                    <a:tint val="75000"/>
                  </a:schemeClr>
                </a:solidFill>
              </a:defRPr>
            </a:lvl5pPr>
            <a:lvl6pPr marL="1524076" indent="0" algn="ctr">
              <a:buNone/>
              <a:defRPr>
                <a:solidFill>
                  <a:schemeClr val="tx1">
                    <a:tint val="75000"/>
                  </a:schemeClr>
                </a:solidFill>
              </a:defRPr>
            </a:lvl6pPr>
            <a:lvl7pPr marL="1828891" indent="0" algn="ctr">
              <a:buNone/>
              <a:defRPr>
                <a:solidFill>
                  <a:schemeClr val="tx1">
                    <a:tint val="75000"/>
                  </a:schemeClr>
                </a:solidFill>
              </a:defRPr>
            </a:lvl7pPr>
            <a:lvl8pPr marL="2133707" indent="0" algn="ctr">
              <a:buNone/>
              <a:defRPr>
                <a:solidFill>
                  <a:schemeClr val="tx1">
                    <a:tint val="75000"/>
                  </a:schemeClr>
                </a:solidFill>
              </a:defRPr>
            </a:lvl8pPr>
            <a:lvl9pPr marL="243852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8701059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0042200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667" b="1" cap="all"/>
            </a:lvl1pPr>
          </a:lstStyle>
          <a:p>
            <a:r>
              <a:rPr lang="en-US"/>
              <a:t>Click to edit Master title style</a:t>
            </a:r>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33">
                <a:solidFill>
                  <a:schemeClr val="tx1">
                    <a:tint val="75000"/>
                  </a:schemeClr>
                </a:solidFill>
              </a:defRPr>
            </a:lvl1pPr>
            <a:lvl2pPr marL="304815" indent="0">
              <a:buNone/>
              <a:defRPr sz="1200">
                <a:solidFill>
                  <a:schemeClr val="tx1">
                    <a:tint val="75000"/>
                  </a:schemeClr>
                </a:solidFill>
              </a:defRPr>
            </a:lvl2pPr>
            <a:lvl3pPr marL="609630" indent="0">
              <a:buNone/>
              <a:defRPr sz="1067">
                <a:solidFill>
                  <a:schemeClr val="tx1">
                    <a:tint val="75000"/>
                  </a:schemeClr>
                </a:solidFill>
              </a:defRPr>
            </a:lvl3pPr>
            <a:lvl4pPr marL="914446" indent="0">
              <a:buNone/>
              <a:defRPr sz="933">
                <a:solidFill>
                  <a:schemeClr val="tx1">
                    <a:tint val="75000"/>
                  </a:schemeClr>
                </a:solidFill>
              </a:defRPr>
            </a:lvl4pPr>
            <a:lvl5pPr marL="1219261" indent="0">
              <a:buNone/>
              <a:defRPr sz="933">
                <a:solidFill>
                  <a:schemeClr val="tx1">
                    <a:tint val="75000"/>
                  </a:schemeClr>
                </a:solidFill>
              </a:defRPr>
            </a:lvl5pPr>
            <a:lvl6pPr marL="1524076" indent="0">
              <a:buNone/>
              <a:defRPr sz="933">
                <a:solidFill>
                  <a:schemeClr val="tx1">
                    <a:tint val="75000"/>
                  </a:schemeClr>
                </a:solidFill>
              </a:defRPr>
            </a:lvl6pPr>
            <a:lvl7pPr marL="1828891" indent="0">
              <a:buNone/>
              <a:defRPr sz="933">
                <a:solidFill>
                  <a:schemeClr val="tx1">
                    <a:tint val="75000"/>
                  </a:schemeClr>
                </a:solidFill>
              </a:defRPr>
            </a:lvl7pPr>
            <a:lvl8pPr marL="2133707" indent="0">
              <a:buNone/>
              <a:defRPr sz="933">
                <a:solidFill>
                  <a:schemeClr val="tx1">
                    <a:tint val="75000"/>
                  </a:schemeClr>
                </a:solidFill>
              </a:defRPr>
            </a:lvl8pPr>
            <a:lvl9pPr marL="2438522" indent="0">
              <a:buNone/>
              <a:defRPr sz="9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786014"/>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0716657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8017264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81431861"/>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7912856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33" b="1"/>
            </a:lvl1pPr>
          </a:lstStyle>
          <a:p>
            <a:r>
              <a:rPr lang="en-US"/>
              <a:t>Click to edit Master title style</a:t>
            </a:r>
          </a:p>
        </p:txBody>
      </p:sp>
      <p:sp>
        <p:nvSpPr>
          <p:cNvPr id="3" name="Content Placeholder 2"/>
          <p:cNvSpPr>
            <a:spLocks noGrp="1"/>
          </p:cNvSpPr>
          <p:nvPr>
            <p:ph idx="1"/>
          </p:nvPr>
        </p:nvSpPr>
        <p:spPr>
          <a:xfrm>
            <a:off x="2383367" y="182034"/>
            <a:ext cx="3407833" cy="3902075"/>
          </a:xfrm>
        </p:spPr>
        <p:txBody>
          <a:bodyPr/>
          <a:lstStyle>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956734"/>
            <a:ext cx="2005542" cy="31273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7044621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33"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endParaRPr lang="en-US"/>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03041558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05802487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1969622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61" Type="http://schemas.openxmlformats.org/officeDocument/2006/relationships/slideLayout" Target="../slideLayouts/slideLayout6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image" Target="../media/image1.sv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71.xml"/><Relationship Id="rId3" Type="http://schemas.openxmlformats.org/officeDocument/2006/relationships/slideLayout" Target="../slideLayouts/slideLayout66.xml"/><Relationship Id="rId7" Type="http://schemas.openxmlformats.org/officeDocument/2006/relationships/slideLayout" Target="../slideLayouts/slideLayout70.xml"/><Relationship Id="rId12" Type="http://schemas.openxmlformats.org/officeDocument/2006/relationships/theme" Target="../theme/theme2.xml"/><Relationship Id="rId2" Type="http://schemas.openxmlformats.org/officeDocument/2006/relationships/slideLayout" Target="../slideLayouts/slideLayout65.xml"/><Relationship Id="rId1" Type="http://schemas.openxmlformats.org/officeDocument/2006/relationships/slideLayout" Target="../slideLayouts/slideLayout64.xml"/><Relationship Id="rId6" Type="http://schemas.openxmlformats.org/officeDocument/2006/relationships/slideLayout" Target="../slideLayouts/slideLayout69.xml"/><Relationship Id="rId11" Type="http://schemas.openxmlformats.org/officeDocument/2006/relationships/slideLayout" Target="../slideLayouts/slideLayout74.xml"/><Relationship Id="rId5" Type="http://schemas.openxmlformats.org/officeDocument/2006/relationships/slideLayout" Target="../slideLayouts/slideLayout68.xml"/><Relationship Id="rId10" Type="http://schemas.openxmlformats.org/officeDocument/2006/relationships/slideLayout" Target="../slideLayouts/slideLayout73.xml"/><Relationship Id="rId4" Type="http://schemas.openxmlformats.org/officeDocument/2006/relationships/slideLayout" Target="../slideLayouts/slideLayout67.xml"/><Relationship Id="rId9" Type="http://schemas.openxmlformats.org/officeDocument/2006/relationships/slideLayout" Target="../slideLayouts/slideLayout7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16AB501-2D32-4243-9F5D-C56CB3493024}"/>
              </a:ext>
            </a:extLst>
          </p:cNvPr>
          <p:cNvSpPr>
            <a:spLocks noGrp="1"/>
          </p:cNvSpPr>
          <p:nvPr>
            <p:ph type="title"/>
          </p:nvPr>
        </p:nvSpPr>
        <p:spPr bwMode="gray">
          <a:xfrm>
            <a:off x="467926" y="555639"/>
            <a:ext cx="9601200" cy="304699"/>
          </a:xfrm>
          <a:prstGeom prst="rect">
            <a:avLst/>
          </a:prstGeom>
        </p:spPr>
        <p:txBody>
          <a:bodyPr vert="horz" wrap="square" lIns="0" tIns="0" rIns="0" bIns="0" rtlCol="0" anchor="t" anchorCtr="0">
            <a:spAutoFit/>
          </a:bodyPr>
          <a:lstStyle/>
          <a:p>
            <a:r>
              <a:rPr lang="en-US" dirty="0"/>
              <a:t>Click to edit Primary title style</a:t>
            </a:r>
          </a:p>
        </p:txBody>
      </p:sp>
      <p:sp>
        <p:nvSpPr>
          <p:cNvPr id="3" name="Text Placeholder">
            <a:extLst>
              <a:ext uri="{FF2B5EF4-FFF2-40B4-BE49-F238E27FC236}">
                <a16:creationId xmlns:a16="http://schemas.microsoft.com/office/drawing/2014/main" id="{68E17BD5-C929-47AD-BA00-6B31C4591E22}"/>
              </a:ext>
            </a:extLst>
          </p:cNvPr>
          <p:cNvSpPr>
            <a:spLocks noGrp="1"/>
          </p:cNvSpPr>
          <p:nvPr>
            <p:ph type="body" idx="1"/>
          </p:nvPr>
        </p:nvSpPr>
        <p:spPr bwMode="gray">
          <a:xfrm>
            <a:off x="1524000" y="1468197"/>
            <a:ext cx="9144000" cy="3930085"/>
          </a:xfrm>
          <a:prstGeom prst="rect">
            <a:avLst/>
          </a:prstGeom>
        </p:spPr>
        <p:txBody>
          <a:bodyPr vert="horz" lIns="0" tIns="0" rIns="0" bIns="0" rtlCol="0">
            <a:normAutofit/>
          </a:bodyPr>
          <a:lstStyle/>
          <a:p>
            <a:pPr lvl="0"/>
            <a:r>
              <a:rPr lang="en-US" dirty="0"/>
              <a:t>Click to edit Primary text styles</a:t>
            </a:r>
          </a:p>
          <a:p>
            <a:pPr lvl="1"/>
            <a:r>
              <a:rPr lang="en-US" dirty="0"/>
              <a:t>Second level</a:t>
            </a:r>
          </a:p>
          <a:p>
            <a:pPr lvl="2"/>
            <a:r>
              <a:rPr lang="en-US" dirty="0"/>
              <a:t>Third level</a:t>
            </a:r>
          </a:p>
          <a:p>
            <a:pPr lvl="3"/>
            <a:r>
              <a:rPr lang="en-US" dirty="0"/>
              <a:t>Fourth level</a:t>
            </a:r>
          </a:p>
          <a:p>
            <a:pPr lvl="4"/>
            <a:r>
              <a:rPr lang="en-US" dirty="0"/>
              <a:t>Fifth level</a:t>
            </a:r>
          </a:p>
          <a:p>
            <a:pPr lvl="4"/>
            <a:r>
              <a:rPr lang="en-US" dirty="0"/>
              <a:t>Sixth level</a:t>
            </a:r>
          </a:p>
          <a:p>
            <a:pPr lvl="4"/>
            <a:r>
              <a:rPr lang="en-US" dirty="0"/>
              <a:t>Seventh level</a:t>
            </a:r>
          </a:p>
          <a:p>
            <a:pPr lvl="4"/>
            <a:r>
              <a:rPr lang="en-US" dirty="0"/>
              <a:t>Eighth level</a:t>
            </a:r>
          </a:p>
          <a:p>
            <a:pPr lvl="4"/>
            <a:r>
              <a:rPr lang="en-US" dirty="0"/>
              <a:t>Nineth level</a:t>
            </a:r>
          </a:p>
        </p:txBody>
      </p:sp>
      <p:pic>
        <p:nvPicPr>
          <p:cNvPr id="13" name="Optum Logo" descr="Optum">
            <a:extLst>
              <a:ext uri="{FF2B5EF4-FFF2-40B4-BE49-F238E27FC236}">
                <a16:creationId xmlns:a16="http://schemas.microsoft.com/office/drawing/2014/main" id="{EDF4E185-2777-43CD-A55D-4A19FED186A6}"/>
              </a:ext>
              <a:ext uri="{C183D7F6-B498-43B3-948B-1728B52AA6E4}">
                <adec:decorative xmlns:adec="http://schemas.microsoft.com/office/drawing/2017/decorative" val="0"/>
              </a:ext>
            </a:extLst>
          </p:cNvPr>
          <p:cNvPicPr>
            <a:picLocks noRot="1" noChangeAspect="1" noMove="1" noResize="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65"/>
              </a:ext>
            </a:extLst>
          </a:blip>
          <a:stretch>
            <a:fillRect/>
          </a:stretch>
        </p:blipFill>
        <p:spPr bwMode="gray">
          <a:xfrm>
            <a:off x="461961" y="6343650"/>
            <a:ext cx="773055" cy="223837"/>
          </a:xfrm>
          <a:prstGeom prst="rect">
            <a:avLst/>
          </a:prstGeom>
        </p:spPr>
      </p:pic>
      <p:sp>
        <p:nvSpPr>
          <p:cNvPr id="11" name="Page Number">
            <a:extLst>
              <a:ext uri="{FF2B5EF4-FFF2-40B4-BE49-F238E27FC236}">
                <a16:creationId xmlns:a16="http://schemas.microsoft.com/office/drawing/2014/main" id="{43B6C28E-DF9A-44F3-A9C1-829C74510E39}"/>
              </a:ext>
            </a:extLst>
          </p:cNvPr>
          <p:cNvSpPr txBox="1"/>
          <p:nvPr userDrawn="1"/>
        </p:nvSpPr>
        <p:spPr bwMode="gray">
          <a:xfrm>
            <a:off x="11576115" y="6394249"/>
            <a:ext cx="157094" cy="153888"/>
          </a:xfrm>
          <a:prstGeom prst="rect">
            <a:avLst/>
          </a:prstGeom>
          <a:noFill/>
        </p:spPr>
        <p:txBody>
          <a:bodyPr wrap="none" lIns="0" tIns="0" rIns="0" bIns="0" rtlCol="0">
            <a:spAutoFit/>
          </a:bodyPr>
          <a:lstStyle/>
          <a:p>
            <a:pPr algn="r"/>
            <a:fld id="{F5A598C3-6D56-4DAD-9460-40026567CEE1}" type="slidenum">
              <a:rPr lang="en-US" sz="1000" b="1" smtClean="0">
                <a:solidFill>
                  <a:schemeClr val="tx1"/>
                </a:solidFill>
              </a:rPr>
              <a:pPr algn="r"/>
              <a:t>‹#›</a:t>
            </a:fld>
            <a:endParaRPr lang="en-US" sz="1000" b="1" dirty="0">
              <a:solidFill>
                <a:schemeClr val="tx1"/>
              </a:solidFill>
            </a:endParaRPr>
          </a:p>
        </p:txBody>
      </p:sp>
      <p:sp>
        <p:nvSpPr>
          <p:cNvPr id="14" name="Copyright">
            <a:extLst>
              <a:ext uri="{FF2B5EF4-FFF2-40B4-BE49-F238E27FC236}">
                <a16:creationId xmlns:a16="http://schemas.microsoft.com/office/drawing/2014/main" id="{60BE7E32-782B-4635-9369-4283481B5B95}"/>
              </a:ext>
            </a:extLst>
          </p:cNvPr>
          <p:cNvSpPr txBox="1"/>
          <p:nvPr userDrawn="1"/>
        </p:nvSpPr>
        <p:spPr bwMode="gray">
          <a:xfrm>
            <a:off x="4699002" y="6431633"/>
            <a:ext cx="2793997" cy="107722"/>
          </a:xfrm>
          <a:prstGeom prst="rect">
            <a:avLst/>
          </a:prstGeom>
          <a:noFill/>
        </p:spPr>
        <p:txBody>
          <a:bodyPr wrap="square" lIns="0" tIns="0" rIns="0" bIns="0" rtlCol="0">
            <a:spAutoFit/>
          </a:bodyPr>
          <a:lstStyle/>
          <a:p>
            <a:pPr algn="ctr"/>
            <a:r>
              <a:rPr lang="en-US" sz="700" b="0" spc="0" baseline="0" dirty="0">
                <a:solidFill>
                  <a:schemeClr val="tx1"/>
                </a:solidFill>
              </a:rPr>
              <a:t>© 2026 Optum, Inc. All rights reserved.</a:t>
            </a:r>
          </a:p>
        </p:txBody>
      </p:sp>
      <p:sp>
        <p:nvSpPr>
          <p:cNvPr id="5" name="Footer Placeholder">
            <a:extLst>
              <a:ext uri="{FF2B5EF4-FFF2-40B4-BE49-F238E27FC236}">
                <a16:creationId xmlns:a16="http://schemas.microsoft.com/office/drawing/2014/main" id="{C134DC45-7B06-4349-A773-6C8765250867}"/>
              </a:ext>
            </a:extLst>
          </p:cNvPr>
          <p:cNvSpPr>
            <a:spLocks noGrp="1"/>
          </p:cNvSpPr>
          <p:nvPr>
            <p:ph type="ftr" sz="quarter" idx="3"/>
          </p:nvPr>
        </p:nvSpPr>
        <p:spPr bwMode="gray">
          <a:xfrm>
            <a:off x="0" y="7120415"/>
            <a:ext cx="1155766" cy="30778"/>
          </a:xfrm>
          <a:prstGeom prst="rect">
            <a:avLst/>
          </a:prstGeom>
        </p:spPr>
        <p:txBody>
          <a:bodyPr vert="horz" wrap="none" lIns="0" tIns="0" rIns="0" bIns="0" rtlCol="0" anchor="ctr">
            <a:spAutoFit/>
          </a:bodyPr>
          <a:lstStyle>
            <a:lvl1pPr algn="l">
              <a:defRPr sz="200" spc="0" baseline="0">
                <a:solidFill>
                  <a:schemeClr val="tx1"/>
                </a:solidFill>
              </a:defRPr>
            </a:lvl1pPr>
          </a:lstStyle>
          <a:p>
            <a:r>
              <a:rPr lang="en-US" dirty="0"/>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0C930D79-CD36-49F3-BF41-A3B38F3193DB}"/>
              </a:ext>
            </a:extLst>
          </p:cNvPr>
          <p:cNvSpPr>
            <a:spLocks noGrp="1"/>
          </p:cNvSpPr>
          <p:nvPr>
            <p:ph type="sldNum" sz="quarter" idx="4"/>
          </p:nvPr>
        </p:nvSpPr>
        <p:spPr bwMode="gray">
          <a:xfrm>
            <a:off x="0" y="7221433"/>
            <a:ext cx="914400" cy="30778"/>
          </a:xfrm>
          <a:prstGeom prst="rect">
            <a:avLst/>
          </a:prstGeom>
        </p:spPr>
        <p:txBody>
          <a:bodyPr vert="horz" lIns="0" tIns="0" rIns="0" bIns="0" rtlCol="0" anchor="ctr">
            <a:spAutoFit/>
          </a:bodyPr>
          <a:lstStyle>
            <a:lvl1pPr algn="l">
              <a:defRPr sz="200">
                <a:solidFill>
                  <a:schemeClr val="tx1"/>
                </a:solidFill>
              </a:defRPr>
            </a:lvl1pPr>
          </a:lstStyle>
          <a:p>
            <a:fld id="{03805D93-7D4B-4CBC-BABC-3A8AC08CB7F4}" type="slidenum">
              <a:rPr lang="en-US" smtClean="0"/>
              <a:pPr/>
              <a:t>‹#›</a:t>
            </a:fld>
            <a:endParaRPr lang="en-US" dirty="0"/>
          </a:p>
        </p:txBody>
      </p:sp>
      <p:sp>
        <p:nvSpPr>
          <p:cNvPr id="4" name="Date Placeholder">
            <a:extLst>
              <a:ext uri="{FF2B5EF4-FFF2-40B4-BE49-F238E27FC236}">
                <a16:creationId xmlns:a16="http://schemas.microsoft.com/office/drawing/2014/main" id="{CF36062A-1655-4530-ACBD-3C58ED2B33A6}"/>
              </a:ext>
              <a:ext uri="{C183D7F6-B498-43B3-948B-1728B52AA6E4}">
                <adec:decorative xmlns:adec="http://schemas.microsoft.com/office/drawing/2017/decorative" val="0"/>
              </a:ext>
            </a:extLst>
          </p:cNvPr>
          <p:cNvSpPr>
            <a:spLocks noGrp="1"/>
          </p:cNvSpPr>
          <p:nvPr>
            <p:ph type="dt" sz="half" idx="2"/>
          </p:nvPr>
        </p:nvSpPr>
        <p:spPr bwMode="gray">
          <a:xfrm>
            <a:off x="0" y="7170924"/>
            <a:ext cx="914400" cy="30778"/>
          </a:xfrm>
          <a:prstGeom prst="rect">
            <a:avLst/>
          </a:prstGeom>
        </p:spPr>
        <p:txBody>
          <a:bodyPr vert="horz" lIns="0" tIns="0" rIns="0" bIns="0" rtlCol="0" anchor="ctr">
            <a:spAutoFit/>
          </a:bodyPr>
          <a:lstStyle>
            <a:lvl1pPr algn="l">
              <a:defRPr sz="200">
                <a:solidFill>
                  <a:schemeClr val="tx1"/>
                </a:solidFill>
              </a:defRPr>
            </a:lvl1pPr>
          </a:lstStyle>
          <a:p>
            <a:fld id="{830A57F3-210F-48D5-90D0-3AA9C6D87045}" type="datetime1">
              <a:rPr lang="en-US" smtClean="0"/>
              <a:t>5/5/2026</a:t>
            </a:fld>
            <a:endParaRPr lang="en-US" dirty="0"/>
          </a:p>
        </p:txBody>
      </p:sp>
    </p:spTree>
    <p:extLst>
      <p:ext uri="{BB962C8B-B14F-4D97-AF65-F5344CB8AC3E}">
        <p14:creationId xmlns:p14="http://schemas.microsoft.com/office/powerpoint/2010/main" val="125103375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Lst>
  <p:hf sldNum="0" hdr="0" ftr="0" dt="0"/>
  <p:txStyles>
    <p:titleStyle>
      <a:lvl1pPr algn="l" defTabSz="914400" rtl="0" eaLnBrk="1" latinLnBrk="0" hangingPunct="1">
        <a:lnSpc>
          <a:spcPct val="90000"/>
        </a:lnSpc>
        <a:spcBef>
          <a:spcPct val="0"/>
        </a:spcBef>
        <a:buNone/>
        <a:defRPr sz="2200" b="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sz="1600" kern="1200">
          <a:solidFill>
            <a:schemeClr val="tx1"/>
          </a:solidFill>
          <a:latin typeface="+mn-lt"/>
          <a:ea typeface="+mn-ea"/>
          <a:cs typeface="+mn-cs"/>
        </a:defRPr>
      </a:lvl1pPr>
      <a:lvl2pPr marL="171450" indent="-171450" algn="l" defTabSz="914400" rtl="0" eaLnBrk="1" latinLnBrk="0" hangingPunct="1">
        <a:lnSpc>
          <a:spcPct val="100000"/>
        </a:lnSpc>
        <a:spcBef>
          <a:spcPts val="600"/>
        </a:spcBef>
        <a:buClr>
          <a:schemeClr val="tx1"/>
        </a:buClr>
        <a:buFont typeface="Arial" panose="020B0604020202020204" pitchFamily="34" charset="0"/>
        <a:buChar char="•"/>
        <a:defRPr sz="1600" kern="1200">
          <a:solidFill>
            <a:schemeClr val="tx1"/>
          </a:solidFill>
          <a:latin typeface="+mn-lt"/>
          <a:ea typeface="+mn-ea"/>
          <a:cs typeface="+mn-cs"/>
        </a:defRPr>
      </a:lvl2pPr>
      <a:lvl3pPr marL="171450" indent="0" algn="l" defTabSz="914400" rtl="0" eaLnBrk="1" latinLnBrk="0" hangingPunct="1">
        <a:lnSpc>
          <a:spcPct val="100000"/>
        </a:lnSpc>
        <a:spcBef>
          <a:spcPts val="600"/>
        </a:spcBef>
        <a:buFontTx/>
        <a:buNone/>
        <a:defRPr sz="1600" kern="1200">
          <a:solidFill>
            <a:schemeClr val="tx1"/>
          </a:solidFill>
          <a:latin typeface="+mn-lt"/>
          <a:ea typeface="+mn-ea"/>
          <a:cs typeface="+mn-cs"/>
        </a:defRPr>
      </a:lvl3pPr>
      <a:lvl4pPr marL="400050" indent="-228600" algn="l" defTabSz="914400" rtl="0" eaLnBrk="1" latinLnBrk="0" hangingPunct="1">
        <a:lnSpc>
          <a:spcPct val="100000"/>
        </a:lnSpc>
        <a:spcBef>
          <a:spcPts val="600"/>
        </a:spcBef>
        <a:buClr>
          <a:schemeClr val="tx1"/>
        </a:buClr>
        <a:buFont typeface="Arial" panose="020B0604020202020204" pitchFamily="34" charset="0"/>
        <a:buChar char="–"/>
        <a:defRPr sz="1600" kern="1200">
          <a:solidFill>
            <a:schemeClr val="tx1"/>
          </a:solidFill>
          <a:latin typeface="+mn-lt"/>
          <a:ea typeface="+mn-ea"/>
          <a:cs typeface="+mn-cs"/>
        </a:defRPr>
      </a:lvl4pPr>
      <a:lvl5pPr marL="571500" indent="-17145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300" kern="1200">
          <a:solidFill>
            <a:schemeClr val="tx1"/>
          </a:solidFill>
          <a:latin typeface="+mn-lt"/>
          <a:ea typeface="+mn-ea"/>
          <a:cs typeface="+mn-cs"/>
        </a:defRPr>
      </a:lvl1pPr>
      <a:lvl2pPr marL="0" algn="l" defTabSz="914400" rtl="0" eaLnBrk="1" latinLnBrk="0" hangingPunct="1">
        <a:defRPr sz="1300" kern="1200">
          <a:solidFill>
            <a:schemeClr val="tx1"/>
          </a:solidFill>
          <a:latin typeface="+mn-lt"/>
          <a:ea typeface="+mn-ea"/>
          <a:cs typeface="+mn-cs"/>
        </a:defRPr>
      </a:lvl2pPr>
      <a:lvl3pPr marL="0" algn="l" defTabSz="914400" rtl="0" eaLnBrk="1" latinLnBrk="0" hangingPunct="1">
        <a:defRPr sz="1300" kern="1200">
          <a:solidFill>
            <a:schemeClr val="tx1"/>
          </a:solidFill>
          <a:latin typeface="+mn-lt"/>
          <a:ea typeface="+mn-ea"/>
          <a:cs typeface="+mn-cs"/>
        </a:defRPr>
      </a:lvl3pPr>
      <a:lvl4pPr marL="0" algn="l" defTabSz="914400" rtl="0" eaLnBrk="1" latinLnBrk="0" hangingPunct="1">
        <a:defRPr sz="1300" kern="1200">
          <a:solidFill>
            <a:schemeClr val="tx1"/>
          </a:solidFill>
          <a:latin typeface="+mn-lt"/>
          <a:ea typeface="+mn-ea"/>
          <a:cs typeface="+mn-cs"/>
        </a:defRPr>
      </a:lvl4pPr>
      <a:lvl5pPr marL="0" algn="l" defTabSz="914400" rtl="0" eaLnBrk="1" latinLnBrk="0" hangingPunct="1">
        <a:defRPr sz="1300" kern="1200">
          <a:solidFill>
            <a:schemeClr val="tx1"/>
          </a:solidFill>
          <a:latin typeface="+mn-lt"/>
          <a:ea typeface="+mn-ea"/>
          <a:cs typeface="+mn-cs"/>
        </a:defRPr>
      </a:lvl5pPr>
      <a:lvl6pPr marL="0" algn="l" defTabSz="914400" rtl="0" eaLnBrk="1" latinLnBrk="0" hangingPunct="1">
        <a:defRPr sz="1300" kern="1200">
          <a:solidFill>
            <a:schemeClr val="tx1"/>
          </a:solidFill>
          <a:latin typeface="+mn-lt"/>
          <a:ea typeface="+mn-ea"/>
          <a:cs typeface="+mn-cs"/>
        </a:defRPr>
      </a:lvl6pPr>
      <a:lvl7pPr marL="0" algn="l" defTabSz="914400" rtl="0" eaLnBrk="1" latinLnBrk="0" hangingPunct="1">
        <a:defRPr sz="1300" kern="1200">
          <a:solidFill>
            <a:schemeClr val="tx1"/>
          </a:solidFill>
          <a:latin typeface="+mn-lt"/>
          <a:ea typeface="+mn-ea"/>
          <a:cs typeface="+mn-cs"/>
        </a:defRPr>
      </a:lvl7pPr>
      <a:lvl8pPr marL="0" algn="l" defTabSz="914400" rtl="0" eaLnBrk="1" latinLnBrk="0" hangingPunct="1">
        <a:defRPr sz="1300" kern="1200">
          <a:solidFill>
            <a:schemeClr val="tx1"/>
          </a:solidFill>
          <a:latin typeface="+mn-lt"/>
          <a:ea typeface="+mn-ea"/>
          <a:cs typeface="+mn-cs"/>
        </a:defRPr>
      </a:lvl8pPr>
      <a:lvl9pPr marL="0" algn="l" defTabSz="914400" rtl="0" eaLnBrk="1" latinLnBrk="0" hangingPunct="1">
        <a:defRPr sz="13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88">
          <p15:clr>
            <a:srgbClr val="C35EA4"/>
          </p15:clr>
        </p15:guide>
        <p15:guide id="4" pos="7390">
          <p15:clr>
            <a:srgbClr val="C35E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defRPr>
            </a:lvl1pPr>
          </a:lstStyle>
          <a:p>
            <a:fld id="{1D8BD707-D9CF-40AE-B4C6-C98DA3205C09}" type="datetimeFigureOut">
              <a:rPr lang="en-US" smtClean="0"/>
              <a:pPr/>
              <a:t>5/5/2026</a:t>
            </a:fld>
            <a:endParaRPr lang="en-US"/>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4036401672"/>
      </p:ext>
    </p:extLst>
  </p:cSld>
  <p:clrMap bg1="lt1" tx1="dk1" bg2="lt2" tx2="dk2" accent1="accent1" accent2="accent2" accent3="accent3" accent4="accent4" accent5="accent5" accent6="accent6" hlink="hlink" folHlink="folHlink"/>
  <p:sldLayoutIdLst>
    <p:sldLayoutId id="2147483725" r:id="rId1"/>
    <p:sldLayoutId id="2147483726" r:id="rId2"/>
    <p:sldLayoutId id="2147483727" r:id="rId3"/>
    <p:sldLayoutId id="2147483728" r:id="rId4"/>
    <p:sldLayoutId id="2147483729" r:id="rId5"/>
    <p:sldLayoutId id="2147483730" r:id="rId6"/>
    <p:sldLayoutId id="2147483731" r:id="rId7"/>
    <p:sldLayoutId id="2147483732" r:id="rId8"/>
    <p:sldLayoutId id="2147483733" r:id="rId9"/>
    <p:sldLayoutId id="2147483734" r:id="rId10"/>
    <p:sldLayoutId id="2147483735" r:id="rId11"/>
  </p:sldLayoutIdLst>
  <p:txStyles>
    <p:titleStyle>
      <a:lvl1pPr algn="ctr" defTabSz="609630" rtl="0" eaLnBrk="1" latinLnBrk="0" hangingPunct="1">
        <a:spcBef>
          <a:spcPct val="0"/>
        </a:spcBef>
        <a:buNone/>
        <a:defRPr sz="2933" kern="1200">
          <a:solidFill>
            <a:schemeClr val="tx1"/>
          </a:solidFill>
          <a:latin typeface="+mj-lt"/>
          <a:ea typeface="+mj-ea"/>
          <a:cs typeface="+mj-cs"/>
        </a:defRPr>
      </a:lvl1pPr>
    </p:titleStyle>
    <p:body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themeOverride" Target="../theme/themeOverr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24.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9.png"/><Relationship Id="rId2" Type="http://schemas.openxmlformats.org/officeDocument/2006/relationships/image" Target="../media/image12.png"/><Relationship Id="rId1" Type="http://schemas.openxmlformats.org/officeDocument/2006/relationships/slideLayout" Target="../slideLayouts/slideLayout24.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21.png"/><Relationship Id="rId2" Type="http://schemas.openxmlformats.org/officeDocument/2006/relationships/image" Target="../media/image12.png"/><Relationship Id="rId1" Type="http://schemas.openxmlformats.org/officeDocument/2006/relationships/slideLayout" Target="../slideLayouts/slideLayout24.xml"/><Relationship Id="rId6" Type="http://schemas.openxmlformats.org/officeDocument/2006/relationships/image" Target="../media/image20.png"/><Relationship Id="rId5" Type="http://schemas.openxmlformats.org/officeDocument/2006/relationships/image" Target="../media/image17.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2.svg"/><Relationship Id="rId7" Type="http://schemas.openxmlformats.org/officeDocument/2006/relationships/image" Target="../media/image25.png"/><Relationship Id="rId2" Type="http://schemas.openxmlformats.org/officeDocument/2006/relationships/notesSlide" Target="../notesSlides/notesSlide1.xml"/><Relationship Id="rId1" Type="http://schemas.openxmlformats.org/officeDocument/2006/relationships/slideLayout" Target="../slideLayouts/slideLayout70.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hyperlink" Target="http://www.uhc.com/" TargetMode="External"/><Relationship Id="rId9" Type="http://schemas.openxmlformats.org/officeDocument/2006/relationships/image" Target="../media/image27.png"/></Relationships>
</file>

<file path=ppt/slides/_rels/slide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xml"/><Relationship Id="rId1" Type="http://schemas.openxmlformats.org/officeDocument/2006/relationships/slideLayout" Target="../slideLayouts/slideLayout24.xml"/><Relationship Id="rId5" Type="http://schemas.openxmlformats.org/officeDocument/2006/relationships/image" Target="../media/image30.png"/><Relationship Id="rId4" Type="http://schemas.openxmlformats.org/officeDocument/2006/relationships/image" Target="../media/image29.png"/></Relationships>
</file>

<file path=ppt/slides/_rels/slide9.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29.png"/><Relationship Id="rId2" Type="http://schemas.openxmlformats.org/officeDocument/2006/relationships/notesSlide" Target="../notesSlides/notesSlide3.xml"/><Relationship Id="rId1" Type="http://schemas.openxmlformats.org/officeDocument/2006/relationships/slideLayout" Target="../slideLayouts/slideLayout24.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4.xml"/><Relationship Id="rId5" Type="http://schemas.openxmlformats.org/officeDocument/2006/relationships/image" Target="../media/image29.png"/><Relationship Id="rId4" Type="http://schemas.openxmlformats.org/officeDocument/2006/relationships/image" Target="../media/image34.png"/></Relationships>
</file>

<file path=ppt/slides/_rels/slide1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xml"/><Relationship Id="rId1" Type="http://schemas.openxmlformats.org/officeDocument/2006/relationships/slideLayout" Target="../slideLayouts/slideLayout24.xml"/><Relationship Id="rId5" Type="http://schemas.openxmlformats.org/officeDocument/2006/relationships/image" Target="../media/image29.png"/><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5.png"/><Relationship Id="rId1" Type="http://schemas.openxmlformats.org/officeDocument/2006/relationships/slideLayout" Target="../slideLayouts/slideLayout24.xml"/><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C5E97-399C-BAA2-0B56-F065672CA78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31588AF-EC8D-B66D-B867-06B37A761689}"/>
              </a:ext>
            </a:extLst>
          </p:cNvPr>
          <p:cNvSpPr>
            <a:spLocks noGrp="1"/>
          </p:cNvSpPr>
          <p:nvPr>
            <p:ph type="title"/>
          </p:nvPr>
        </p:nvSpPr>
        <p:spPr>
          <a:xfrm>
            <a:off x="2187967" y="2454381"/>
            <a:ext cx="7772400" cy="1661993"/>
          </a:xfrm>
        </p:spPr>
        <p:txBody>
          <a:bodyPr/>
          <a:lstStyle/>
          <a:p>
            <a:r>
              <a:rPr lang="en-US" dirty="0"/>
              <a:t>Communication Aptitude Test (CAT)</a:t>
            </a:r>
          </a:p>
        </p:txBody>
      </p:sp>
      <p:sp>
        <p:nvSpPr>
          <p:cNvPr id="10" name="Text Placeholder 9">
            <a:extLst>
              <a:ext uri="{FF2B5EF4-FFF2-40B4-BE49-F238E27FC236}">
                <a16:creationId xmlns:a16="http://schemas.microsoft.com/office/drawing/2014/main" id="{E1FE0105-1327-04BA-5272-7677E2CA5795}"/>
              </a:ext>
            </a:extLst>
          </p:cNvPr>
          <p:cNvSpPr>
            <a:spLocks noGrp="1"/>
          </p:cNvSpPr>
          <p:nvPr>
            <p:ph type="body" sz="quarter" idx="11"/>
          </p:nvPr>
        </p:nvSpPr>
        <p:spPr>
          <a:xfrm>
            <a:off x="2187967" y="5334953"/>
            <a:ext cx="4572000" cy="215444"/>
          </a:xfrm>
        </p:spPr>
        <p:txBody>
          <a:bodyPr/>
          <a:lstStyle/>
          <a:p>
            <a:r>
              <a:rPr lang="en-US" dirty="0"/>
              <a:t>April 2026</a:t>
            </a:r>
          </a:p>
        </p:txBody>
      </p:sp>
      <p:sp>
        <p:nvSpPr>
          <p:cNvPr id="2" name="Text Placeholder 2">
            <a:extLst>
              <a:ext uri="{FF2B5EF4-FFF2-40B4-BE49-F238E27FC236}">
                <a16:creationId xmlns:a16="http://schemas.microsoft.com/office/drawing/2014/main" id="{11B179DB-30F7-4251-8D16-210D82828DD8}"/>
              </a:ext>
            </a:extLst>
          </p:cNvPr>
          <p:cNvSpPr>
            <a:spLocks noGrp="1"/>
          </p:cNvSpPr>
          <p:nvPr>
            <p:ph type="body" sz="quarter" idx="10"/>
          </p:nvPr>
        </p:nvSpPr>
        <p:spPr>
          <a:xfrm>
            <a:off x="2187967" y="4125732"/>
            <a:ext cx="4572000" cy="276999"/>
          </a:xfrm>
        </p:spPr>
        <p:txBody>
          <a:bodyPr/>
          <a:lstStyle/>
          <a:p>
            <a:r>
              <a:rPr lang="en-US"/>
              <a:t>CAT Overview</a:t>
            </a:r>
            <a:endParaRPr lang="en-US" dirty="0"/>
          </a:p>
        </p:txBody>
      </p:sp>
    </p:spTree>
    <p:extLst>
      <p:ext uri="{BB962C8B-B14F-4D97-AF65-F5344CB8AC3E}">
        <p14:creationId xmlns:p14="http://schemas.microsoft.com/office/powerpoint/2010/main" val="35033014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F1DD0BB-D2E2-ACBD-F09E-5149388961AB}"/>
              </a:ext>
            </a:extLst>
          </p:cNvPr>
          <p:cNvSpPr/>
          <p:nvPr/>
        </p:nvSpPr>
        <p:spPr bwMode="gray">
          <a:xfrm>
            <a:off x="7084555" y="2874648"/>
            <a:ext cx="4364364" cy="2272508"/>
          </a:xfrm>
          <a:prstGeom prst="rect">
            <a:avLst/>
          </a:prstGeom>
          <a:noFill/>
          <a:ln w="28575" cap="rnd">
            <a:solidFill>
              <a:schemeClr val="tx1"/>
            </a:solid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Arial"/>
              <a:ea typeface="+mn-ea"/>
              <a:cs typeface="+mn-cs"/>
            </a:endParaRPr>
          </a:p>
        </p:txBody>
      </p:sp>
      <p:sp>
        <p:nvSpPr>
          <p:cNvPr id="9" name="TextBox 8">
            <a:extLst>
              <a:ext uri="{FF2B5EF4-FFF2-40B4-BE49-F238E27FC236}">
                <a16:creationId xmlns:a16="http://schemas.microsoft.com/office/drawing/2014/main" id="{8F5EACF6-DFD6-2809-5296-617AE53232BD}"/>
              </a:ext>
            </a:extLst>
          </p:cNvPr>
          <p:cNvSpPr txBox="1"/>
          <p:nvPr/>
        </p:nvSpPr>
        <p:spPr bwMode="gray">
          <a:xfrm>
            <a:off x="729093" y="1211202"/>
            <a:ext cx="10951630" cy="1216936"/>
          </a:xfrm>
          <a:prstGeom prst="rect">
            <a:avLst/>
          </a:prstGeom>
          <a:noFill/>
        </p:spPr>
        <p:txBody>
          <a:bodyPr wrap="square">
            <a:spAutoFit/>
          </a:bodyPr>
          <a:lstStyle/>
          <a:p>
            <a:pPr lvl="0">
              <a:lnSpc>
                <a:spcPct val="120000"/>
              </a:lnSpc>
              <a:defRPr/>
            </a:pPr>
            <a:r>
              <a:rPr kumimoji="0" lang="en-US" sz="1400" b="1" i="0" u="none" strike="noStrike" kern="1200" cap="none" spc="0" normalizeH="0" baseline="0" noProof="0" dirty="0">
                <a:ln>
                  <a:noFill/>
                </a:ln>
                <a:solidFill>
                  <a:srgbClr val="3D3C38"/>
                </a:solidFill>
                <a:effectLst/>
                <a:uLnTx/>
                <a:uFillTx/>
                <a:latin typeface="Arial"/>
                <a:ea typeface="+mn-ea"/>
                <a:cs typeface="+mn-cs"/>
              </a:rPr>
              <a:t>Communication </a:t>
            </a:r>
            <a:r>
              <a:rPr lang="en-US" sz="1400" b="1" dirty="0">
                <a:solidFill>
                  <a:srgbClr val="3D3C38"/>
                </a:solidFill>
                <a:latin typeface="Arial"/>
              </a:rPr>
              <a:t>Aptitude Test </a:t>
            </a:r>
            <a:r>
              <a:rPr kumimoji="0" lang="en-US" sz="1400" b="1" i="0" u="none" strike="noStrike" kern="1200" cap="none" spc="0" normalizeH="0" baseline="0" noProof="0" dirty="0">
                <a:ln>
                  <a:noFill/>
                </a:ln>
                <a:solidFill>
                  <a:srgbClr val="3D3C38"/>
                </a:solidFill>
                <a:effectLst/>
                <a:uLnTx/>
                <a:uFillTx/>
                <a:latin typeface="Arial"/>
                <a:ea typeface="+mn-ea"/>
                <a:cs typeface="+mn-cs"/>
              </a:rPr>
              <a:t>(CAT) </a:t>
            </a:r>
            <a:r>
              <a:rPr lang="en-US" sz="1200" dirty="0">
                <a:solidFill>
                  <a:srgbClr val="4B4D4F"/>
                </a:solidFill>
                <a:cs typeface="Arial" panose="020B0604020202020204" pitchFamily="34" charset="0"/>
              </a:rPr>
              <a:t>started in 2016 supporting one line of business and grew to support 28 LOBs in 2020</a:t>
            </a:r>
            <a:r>
              <a:rPr kumimoji="0" lang="en-US" sz="1200" b="0" i="0" u="none" strike="noStrike" kern="1200" cap="none" spc="0" normalizeH="0" baseline="0" noProof="0" dirty="0">
                <a:ln>
                  <a:noFill/>
                </a:ln>
                <a:solidFill>
                  <a:srgbClr val="4B4D4F"/>
                </a:solidFill>
                <a:effectLst/>
                <a:uLnTx/>
                <a:uFillTx/>
                <a:latin typeface="Arial"/>
                <a:ea typeface="+mn-ea"/>
                <a:cs typeface="Arial" panose="020B0604020202020204" pitchFamily="34" charset="0"/>
              </a:rPr>
              <a:t>. A hiring benchmark of 2.2 (CEFR B1) followed by the Talent Acquisition Team in PH and IND. </a:t>
            </a:r>
          </a:p>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4B4D4F"/>
              </a:solidFill>
              <a:effectLst/>
              <a:uLnTx/>
              <a:uFillTx/>
              <a:latin typeface="Arial"/>
              <a:ea typeface="+mn-ea"/>
              <a:cs typeface="Arial" panose="020B0604020202020204" pitchFamily="34" charset="0"/>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B4D4F"/>
                </a:solidFill>
                <a:effectLst/>
                <a:uLnTx/>
                <a:uFillTx/>
                <a:latin typeface="Arial"/>
                <a:ea typeface="+mn-ea"/>
                <a:cs typeface="Arial" panose="020B0604020202020204" pitchFamily="34" charset="0"/>
              </a:rPr>
              <a:t>The </a:t>
            </a:r>
            <a:r>
              <a:rPr kumimoji="0" lang="en-US" sz="1200" b="1" i="0" u="none" strike="noStrike" kern="1200" cap="none" spc="0" normalizeH="0" baseline="0" noProof="0" dirty="0">
                <a:ln>
                  <a:noFill/>
                </a:ln>
                <a:solidFill>
                  <a:srgbClr val="3D3C38"/>
                </a:solidFill>
                <a:effectLst/>
                <a:uLnTx/>
                <a:uFillTx/>
                <a:latin typeface="Arial"/>
                <a:ea typeface="+mn-ea"/>
                <a:cs typeface="Arial" panose="020B0604020202020204" pitchFamily="34" charset="0"/>
              </a:rPr>
              <a:t>CAT Written Assessment </a:t>
            </a:r>
            <a:r>
              <a:rPr kumimoji="0" lang="en-US" sz="1200" b="0" i="0" u="none" strike="noStrike" kern="1200" cap="none" spc="0" normalizeH="0" baseline="0" noProof="0" dirty="0">
                <a:ln>
                  <a:noFill/>
                </a:ln>
                <a:solidFill>
                  <a:srgbClr val="4B4D4F"/>
                </a:solidFill>
                <a:effectLst/>
                <a:uLnTx/>
                <a:uFillTx/>
                <a:latin typeface="Arial"/>
                <a:ea typeface="+mn-ea"/>
                <a:cs typeface="Arial" panose="020B0604020202020204" pitchFamily="34" charset="0"/>
              </a:rPr>
              <a:t>was introduced in 2019 and the </a:t>
            </a:r>
            <a:r>
              <a:rPr kumimoji="0" lang="en-US" sz="1200" b="1" i="0" u="none" strike="noStrike" kern="1200" cap="none" spc="0" normalizeH="0" baseline="0" noProof="0" dirty="0">
                <a:ln>
                  <a:noFill/>
                </a:ln>
                <a:solidFill>
                  <a:srgbClr val="3D3C38"/>
                </a:solidFill>
                <a:effectLst/>
                <a:uLnTx/>
                <a:uFillTx/>
                <a:latin typeface="Arial"/>
                <a:ea typeface="+mn-ea"/>
                <a:cs typeface="Arial" panose="020B0604020202020204" pitchFamily="34" charset="0"/>
              </a:rPr>
              <a:t>CAT Chat assessment</a:t>
            </a:r>
            <a:r>
              <a:rPr kumimoji="0" lang="en-US" sz="1200" b="0" i="0" u="none" strike="noStrike" kern="1200" cap="none" spc="0" normalizeH="0" baseline="0" noProof="0" dirty="0">
                <a:ln>
                  <a:noFill/>
                </a:ln>
                <a:solidFill>
                  <a:srgbClr val="4B4D4F"/>
                </a:solidFill>
                <a:effectLst/>
                <a:uLnTx/>
                <a:uFillTx/>
                <a:latin typeface="Arial"/>
                <a:ea typeface="+mn-ea"/>
                <a:cs typeface="Arial" panose="020B0604020202020204" pitchFamily="34" charset="0"/>
              </a:rPr>
              <a:t> was added in 2024 to support Non-voice LOBs. In 2024, </a:t>
            </a:r>
            <a:r>
              <a:rPr kumimoji="0" lang="en-US" sz="1200" b="1" i="0" u="none" strike="noStrike" kern="1200" cap="none" spc="0" normalizeH="0" baseline="0" noProof="0" dirty="0">
                <a:ln>
                  <a:noFill/>
                </a:ln>
                <a:solidFill>
                  <a:srgbClr val="3D3C38"/>
                </a:solidFill>
                <a:effectLst/>
                <a:uLnTx/>
                <a:uFillTx/>
                <a:latin typeface="Arial"/>
                <a:ea typeface="+mn-ea"/>
                <a:cs typeface="Arial" panose="020B0604020202020204" pitchFamily="34" charset="0"/>
              </a:rPr>
              <a:t>the CAT Center was established in India</a:t>
            </a:r>
            <a:r>
              <a:rPr kumimoji="0" lang="en-US" sz="1200" b="0" i="0" u="none" strike="noStrike" kern="1200" cap="none" spc="0" normalizeH="0" baseline="0" noProof="0" dirty="0">
                <a:ln>
                  <a:noFill/>
                </a:ln>
                <a:solidFill>
                  <a:srgbClr val="4B4D4F"/>
                </a:solidFill>
                <a:effectLst/>
                <a:uLnTx/>
                <a:uFillTx/>
                <a:latin typeface="Arial"/>
                <a:ea typeface="+mn-ea"/>
                <a:cs typeface="Arial" panose="020B0604020202020204" pitchFamily="34" charset="0"/>
              </a:rPr>
              <a:t> to support voice and non-voice hiring.</a:t>
            </a:r>
          </a:p>
        </p:txBody>
      </p:sp>
      <p:sp>
        <p:nvSpPr>
          <p:cNvPr id="12" name="Title 24">
            <a:extLst>
              <a:ext uri="{FF2B5EF4-FFF2-40B4-BE49-F238E27FC236}">
                <a16:creationId xmlns:a16="http://schemas.microsoft.com/office/drawing/2014/main" id="{D75D77EB-934F-68B9-E7EE-773827028887}"/>
              </a:ext>
            </a:extLst>
          </p:cNvPr>
          <p:cNvSpPr>
            <a:spLocks noGrp="1"/>
          </p:cNvSpPr>
          <p:nvPr>
            <p:ph type="title"/>
          </p:nvPr>
        </p:nvSpPr>
        <p:spPr/>
        <p:txBody>
          <a:bodyPr/>
          <a:lstStyle/>
          <a:p>
            <a:r>
              <a:rPr lang="en-US" dirty="0"/>
              <a:t>Communication Aptitude Test (CAT)</a:t>
            </a:r>
          </a:p>
        </p:txBody>
      </p:sp>
      <p:sp>
        <p:nvSpPr>
          <p:cNvPr id="3" name="Rectangle 2">
            <a:extLst>
              <a:ext uri="{FF2B5EF4-FFF2-40B4-BE49-F238E27FC236}">
                <a16:creationId xmlns:a16="http://schemas.microsoft.com/office/drawing/2014/main" id="{608F4726-97AA-0299-6884-3EB151A85C43}"/>
              </a:ext>
            </a:extLst>
          </p:cNvPr>
          <p:cNvSpPr/>
          <p:nvPr/>
        </p:nvSpPr>
        <p:spPr>
          <a:xfrm>
            <a:off x="780884" y="3194407"/>
            <a:ext cx="2001609" cy="736805"/>
          </a:xfrm>
          <a:prstGeom prst="rect">
            <a:avLst/>
          </a:prstGeom>
        </p:spPr>
        <p:txBody>
          <a:bodyPr wrap="square">
            <a:spAutoFit/>
          </a:bodyPr>
          <a:lstStyle/>
          <a:p>
            <a:pPr marL="0" marR="0" lvl="0" indent="-171450" algn="l" defTabSz="914400" rtl="0" eaLnBrk="1" fontAlgn="auto" latinLnBrk="0" hangingPunct="1">
              <a:lnSpc>
                <a:spcPct val="12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dirty="0">
                <a:ln>
                  <a:noFill/>
                </a:ln>
                <a:solidFill>
                  <a:srgbClr val="4B4D4F"/>
                </a:solidFill>
                <a:effectLst/>
                <a:uLnTx/>
                <a:uFillTx/>
                <a:latin typeface="Arial"/>
                <a:ea typeface="+mn-ea"/>
                <a:cs typeface="Arial" panose="020B0604020202020204" pitchFamily="34" charset="0"/>
              </a:rPr>
              <a:t>Describe and Instruct</a:t>
            </a:r>
          </a:p>
          <a:p>
            <a:pPr marL="0" marR="0" lvl="0" indent="-171450" algn="l" defTabSz="914400" rtl="0" eaLnBrk="1" fontAlgn="auto" latinLnBrk="0" hangingPunct="1">
              <a:lnSpc>
                <a:spcPct val="12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dirty="0">
                <a:ln>
                  <a:noFill/>
                </a:ln>
                <a:solidFill>
                  <a:srgbClr val="4B4D4F"/>
                </a:solidFill>
                <a:effectLst/>
                <a:uLnTx/>
                <a:uFillTx/>
                <a:latin typeface="Arial"/>
                <a:ea typeface="+mn-ea"/>
                <a:cs typeface="Arial" panose="020B0604020202020204" pitchFamily="34" charset="0"/>
              </a:rPr>
              <a:t>Compare and Contrast</a:t>
            </a:r>
          </a:p>
          <a:p>
            <a:pPr marL="0" marR="0" lvl="0" indent="-171450" algn="l" defTabSz="914400" rtl="0" eaLnBrk="1" fontAlgn="auto" latinLnBrk="0" hangingPunct="1">
              <a:lnSpc>
                <a:spcPct val="12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dirty="0">
                <a:ln>
                  <a:noFill/>
                </a:ln>
                <a:solidFill>
                  <a:srgbClr val="4B4D4F"/>
                </a:solidFill>
                <a:effectLst/>
                <a:uLnTx/>
                <a:uFillTx/>
                <a:latin typeface="Arial"/>
                <a:ea typeface="+mn-ea"/>
                <a:cs typeface="Arial" panose="020B0604020202020204" pitchFamily="34" charset="0"/>
              </a:rPr>
              <a:t>Decide and Justify</a:t>
            </a:r>
          </a:p>
        </p:txBody>
      </p:sp>
      <p:sp>
        <p:nvSpPr>
          <p:cNvPr id="4" name="Rounded Rectangle 87">
            <a:extLst>
              <a:ext uri="{FF2B5EF4-FFF2-40B4-BE49-F238E27FC236}">
                <a16:creationId xmlns:a16="http://schemas.microsoft.com/office/drawing/2014/main" id="{8CB3E7A6-7F36-5534-CEB7-29F791629FB9}"/>
              </a:ext>
            </a:extLst>
          </p:cNvPr>
          <p:cNvSpPr/>
          <p:nvPr/>
        </p:nvSpPr>
        <p:spPr>
          <a:xfrm>
            <a:off x="780884" y="2874648"/>
            <a:ext cx="2001608" cy="258198"/>
          </a:xfrm>
          <a:prstGeom prst="roundRect">
            <a:avLst/>
          </a:prstGeom>
          <a:solidFill>
            <a:srgbClr val="D9F6FC"/>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3D3C38"/>
                </a:solidFill>
                <a:latin typeface="Arial"/>
              </a:rPr>
              <a:t>Question Category</a:t>
            </a:r>
          </a:p>
        </p:txBody>
      </p:sp>
      <p:sp>
        <p:nvSpPr>
          <p:cNvPr id="5" name="Rectangle 4">
            <a:extLst>
              <a:ext uri="{FF2B5EF4-FFF2-40B4-BE49-F238E27FC236}">
                <a16:creationId xmlns:a16="http://schemas.microsoft.com/office/drawing/2014/main" id="{C432AA5C-C828-4F19-1924-C49772FDF287}"/>
              </a:ext>
            </a:extLst>
          </p:cNvPr>
          <p:cNvSpPr/>
          <p:nvPr/>
        </p:nvSpPr>
        <p:spPr>
          <a:xfrm>
            <a:off x="3077263" y="3234480"/>
            <a:ext cx="3533096" cy="958404"/>
          </a:xfrm>
          <a:prstGeom prst="rect">
            <a:avLst/>
          </a:prstGeom>
        </p:spPr>
        <p:txBody>
          <a:bodyPr wrap="square">
            <a:spAutoFit/>
          </a:bodyPr>
          <a:lstStyle/>
          <a:p>
            <a:pPr marL="0" marR="0" lvl="0" indent="-171450" algn="l" defTabSz="914400" rtl="0" eaLnBrk="1" fontAlgn="auto" latinLnBrk="0" hangingPunct="1">
              <a:lnSpc>
                <a:spcPct val="12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4B4D4F"/>
                </a:solidFill>
                <a:effectLst/>
                <a:uLnTx/>
                <a:uFillTx/>
                <a:latin typeface="Arial"/>
                <a:ea typeface="+mn-ea"/>
                <a:cs typeface="Arial" panose="020B0604020202020204" pitchFamily="34" charset="0"/>
              </a:rPr>
              <a:t>Description and narration of events or topics</a:t>
            </a:r>
          </a:p>
          <a:p>
            <a:pPr marL="0" marR="0" lvl="0" indent="-171450" algn="l" defTabSz="914400" rtl="0" eaLnBrk="1" fontAlgn="auto" latinLnBrk="0" hangingPunct="1">
              <a:lnSpc>
                <a:spcPct val="12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4B4D4F"/>
                </a:solidFill>
                <a:effectLst/>
                <a:uLnTx/>
                <a:uFillTx/>
                <a:latin typeface="Arial"/>
                <a:ea typeface="+mn-ea"/>
                <a:cs typeface="Arial" panose="020B0604020202020204" pitchFamily="34" charset="0"/>
              </a:rPr>
              <a:t>Comparison or Differentiation</a:t>
            </a:r>
          </a:p>
          <a:p>
            <a:pPr marL="0" marR="0" lvl="0" indent="-171450" algn="l" defTabSz="914400" rtl="0" eaLnBrk="1" fontAlgn="auto" latinLnBrk="0" hangingPunct="1">
              <a:lnSpc>
                <a:spcPct val="12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4B4D4F"/>
                </a:solidFill>
                <a:effectLst/>
                <a:uLnTx/>
                <a:uFillTx/>
                <a:latin typeface="Arial"/>
                <a:ea typeface="+mn-ea"/>
                <a:cs typeface="Arial" panose="020B0604020202020204" pitchFamily="34" charset="0"/>
              </a:rPr>
              <a:t>Expound on a choice. </a:t>
            </a:r>
          </a:p>
          <a:p>
            <a:pPr marL="0" marR="0" lvl="0" indent="-171450" algn="l" defTabSz="914400" rtl="0" eaLnBrk="1" fontAlgn="auto" latinLnBrk="0" hangingPunct="1">
              <a:lnSpc>
                <a:spcPct val="12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4B4D4F"/>
                </a:solidFill>
                <a:effectLst/>
                <a:uLnTx/>
                <a:uFillTx/>
                <a:latin typeface="Arial"/>
                <a:ea typeface="+mn-ea"/>
                <a:cs typeface="Arial" panose="020B0604020202020204" pitchFamily="34" charset="0"/>
              </a:rPr>
              <a:t>Presentation and inference. </a:t>
            </a:r>
          </a:p>
        </p:txBody>
      </p:sp>
      <p:sp>
        <p:nvSpPr>
          <p:cNvPr id="6" name="Rounded Rectangle 89">
            <a:extLst>
              <a:ext uri="{FF2B5EF4-FFF2-40B4-BE49-F238E27FC236}">
                <a16:creationId xmlns:a16="http://schemas.microsoft.com/office/drawing/2014/main" id="{CC446742-43AF-C8DA-51D8-03996C62B2E5}"/>
              </a:ext>
            </a:extLst>
          </p:cNvPr>
          <p:cNvSpPr/>
          <p:nvPr/>
        </p:nvSpPr>
        <p:spPr>
          <a:xfrm>
            <a:off x="3105838" y="2874648"/>
            <a:ext cx="2001609" cy="258198"/>
          </a:xfrm>
          <a:prstGeom prst="roundRect">
            <a:avLst/>
          </a:prstGeom>
          <a:solidFill>
            <a:srgbClr val="D9F6FC"/>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r>
              <a:rPr lang="en-US" sz="1200" b="1" dirty="0">
                <a:solidFill>
                  <a:srgbClr val="3D3C38"/>
                </a:solidFill>
                <a:latin typeface="Arial"/>
              </a:rPr>
              <a:t>Task</a:t>
            </a:r>
          </a:p>
        </p:txBody>
      </p:sp>
      <p:sp>
        <p:nvSpPr>
          <p:cNvPr id="7" name="Rectangle 6">
            <a:extLst>
              <a:ext uri="{FF2B5EF4-FFF2-40B4-BE49-F238E27FC236}">
                <a16:creationId xmlns:a16="http://schemas.microsoft.com/office/drawing/2014/main" id="{89023150-ED76-CB6B-B6C7-EC044E26D56F}"/>
              </a:ext>
            </a:extLst>
          </p:cNvPr>
          <p:cNvSpPr/>
          <p:nvPr/>
        </p:nvSpPr>
        <p:spPr>
          <a:xfrm>
            <a:off x="780884" y="4882519"/>
            <a:ext cx="2001609" cy="736805"/>
          </a:xfrm>
          <a:prstGeom prst="rect">
            <a:avLst/>
          </a:prstGeom>
        </p:spPr>
        <p:txBody>
          <a:bodyPr wrap="square">
            <a:spAutoFit/>
          </a:bodyPr>
          <a:lstStyle/>
          <a:p>
            <a:pPr marL="0" marR="0" lvl="0" indent="-171450" algn="l" defTabSz="914400" rtl="0" eaLnBrk="1" fontAlgn="auto" latinLnBrk="0" hangingPunct="1">
              <a:lnSpc>
                <a:spcPct val="12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dirty="0">
                <a:ln>
                  <a:noFill/>
                </a:ln>
                <a:solidFill>
                  <a:srgbClr val="4B4D4F"/>
                </a:solidFill>
                <a:effectLst/>
                <a:uLnTx/>
                <a:uFillTx/>
                <a:latin typeface="Arial"/>
                <a:ea typeface="+mn-ea"/>
                <a:cs typeface="Arial" panose="020B0604020202020204" pitchFamily="34" charset="0"/>
              </a:rPr>
              <a:t>Description</a:t>
            </a:r>
          </a:p>
          <a:p>
            <a:pPr marL="0" marR="0" lvl="0" indent="-171450" algn="l" defTabSz="914400" rtl="0" eaLnBrk="1" fontAlgn="auto" latinLnBrk="0" hangingPunct="1">
              <a:lnSpc>
                <a:spcPct val="12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dirty="0">
                <a:ln>
                  <a:noFill/>
                </a:ln>
                <a:solidFill>
                  <a:srgbClr val="4B4D4F"/>
                </a:solidFill>
                <a:effectLst/>
                <a:uLnTx/>
                <a:uFillTx/>
                <a:latin typeface="Arial"/>
                <a:ea typeface="+mn-ea"/>
                <a:cs typeface="Arial" panose="020B0604020202020204" pitchFamily="34" charset="0"/>
              </a:rPr>
              <a:t>Narration</a:t>
            </a:r>
          </a:p>
          <a:p>
            <a:pPr marL="0" marR="0" lvl="0" indent="-171450" algn="l" defTabSz="914400" rtl="0" eaLnBrk="1" fontAlgn="auto" latinLnBrk="0" hangingPunct="1">
              <a:lnSpc>
                <a:spcPct val="12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dirty="0">
                <a:ln>
                  <a:noFill/>
                </a:ln>
                <a:solidFill>
                  <a:srgbClr val="4B4D4F"/>
                </a:solidFill>
                <a:effectLst/>
                <a:uLnTx/>
                <a:uFillTx/>
                <a:latin typeface="Arial"/>
                <a:ea typeface="+mn-ea"/>
                <a:cs typeface="Arial" panose="020B0604020202020204" pitchFamily="34" charset="0"/>
              </a:rPr>
              <a:t>Interactive discussion</a:t>
            </a:r>
          </a:p>
        </p:txBody>
      </p:sp>
      <p:sp>
        <p:nvSpPr>
          <p:cNvPr id="8" name="Rounded Rectangle 88">
            <a:extLst>
              <a:ext uri="{FF2B5EF4-FFF2-40B4-BE49-F238E27FC236}">
                <a16:creationId xmlns:a16="http://schemas.microsoft.com/office/drawing/2014/main" id="{71864A51-0A80-2BD4-4EA8-B4301F18FA82}"/>
              </a:ext>
            </a:extLst>
          </p:cNvPr>
          <p:cNvSpPr/>
          <p:nvPr/>
        </p:nvSpPr>
        <p:spPr>
          <a:xfrm>
            <a:off x="775735" y="4500438"/>
            <a:ext cx="2001609" cy="258198"/>
          </a:xfrm>
          <a:prstGeom prst="roundRect">
            <a:avLst/>
          </a:prstGeom>
          <a:solidFill>
            <a:srgbClr val="D9F6FC"/>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fontAlgn="auto">
              <a:lnSpc>
                <a:spcPct val="100000"/>
              </a:lnSpc>
              <a:spcBef>
                <a:spcPts val="0"/>
              </a:spcBef>
              <a:spcAft>
                <a:spcPts val="0"/>
              </a:spcAft>
              <a:buClrTx/>
              <a:buSzTx/>
              <a:buFontTx/>
              <a:buNone/>
              <a:tabLst/>
              <a:defRPr/>
            </a:pPr>
            <a:r>
              <a:rPr lang="en-US" sz="1200" b="1" dirty="0">
                <a:solidFill>
                  <a:srgbClr val="3D3C38"/>
                </a:solidFill>
                <a:latin typeface="Arial"/>
              </a:rPr>
              <a:t>Discourse Type</a:t>
            </a:r>
          </a:p>
        </p:txBody>
      </p:sp>
      <p:sp>
        <p:nvSpPr>
          <p:cNvPr id="10" name="Rounded Rectangle 88">
            <a:extLst>
              <a:ext uri="{FF2B5EF4-FFF2-40B4-BE49-F238E27FC236}">
                <a16:creationId xmlns:a16="http://schemas.microsoft.com/office/drawing/2014/main" id="{BFFEFF69-28EA-447D-A17A-1FB25198CA0A}"/>
              </a:ext>
            </a:extLst>
          </p:cNvPr>
          <p:cNvSpPr/>
          <p:nvPr/>
        </p:nvSpPr>
        <p:spPr>
          <a:xfrm>
            <a:off x="3077263" y="4500438"/>
            <a:ext cx="2001609" cy="258198"/>
          </a:xfrm>
          <a:prstGeom prst="roundRect">
            <a:avLst/>
          </a:prstGeom>
          <a:solidFill>
            <a:srgbClr val="D9F6FC"/>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r>
              <a:rPr lang="en-US" sz="1200" b="1" dirty="0">
                <a:solidFill>
                  <a:srgbClr val="3D3C38"/>
                </a:solidFill>
                <a:latin typeface="Arial"/>
              </a:rPr>
              <a:t>Expected Responses</a:t>
            </a:r>
          </a:p>
        </p:txBody>
      </p:sp>
      <p:sp>
        <p:nvSpPr>
          <p:cNvPr id="11" name="Rectangle 10">
            <a:extLst>
              <a:ext uri="{FF2B5EF4-FFF2-40B4-BE49-F238E27FC236}">
                <a16:creationId xmlns:a16="http://schemas.microsoft.com/office/drawing/2014/main" id="{1774AD91-688D-9D11-15B5-FF0D981A8951}"/>
              </a:ext>
            </a:extLst>
          </p:cNvPr>
          <p:cNvSpPr/>
          <p:nvPr/>
        </p:nvSpPr>
        <p:spPr>
          <a:xfrm>
            <a:off x="3105838" y="4876069"/>
            <a:ext cx="3533096" cy="958404"/>
          </a:xfrm>
          <a:prstGeom prst="rect">
            <a:avLst/>
          </a:prstGeom>
        </p:spPr>
        <p:txBody>
          <a:bodyPr wrap="square">
            <a:spAutoFit/>
          </a:bodyPr>
          <a:lstStyle/>
          <a:p>
            <a:pPr marL="0" marR="0" lvl="0" indent="-171450" algn="l" defTabSz="914400" rtl="0" eaLnBrk="1" fontAlgn="auto" latinLnBrk="0" hangingPunct="1">
              <a:lnSpc>
                <a:spcPct val="12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4B4D4F"/>
                </a:solidFill>
                <a:effectLst/>
                <a:uLnTx/>
                <a:uFillTx/>
                <a:latin typeface="Arial"/>
                <a:ea typeface="+mn-ea"/>
                <a:cs typeface="Arial" panose="020B0604020202020204" pitchFamily="34" charset="0"/>
              </a:rPr>
              <a:t>Short and extended monologue and interaction</a:t>
            </a:r>
          </a:p>
          <a:p>
            <a:pPr marL="0" marR="0" lvl="0" indent="-171450" algn="l" defTabSz="914400" rtl="0" eaLnBrk="1" fontAlgn="auto" latinLnBrk="0" hangingPunct="1">
              <a:lnSpc>
                <a:spcPct val="12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4B4D4F"/>
                </a:solidFill>
                <a:effectLst/>
                <a:uLnTx/>
                <a:uFillTx/>
                <a:latin typeface="Arial"/>
                <a:ea typeface="+mn-ea"/>
                <a:cs typeface="Arial" panose="020B0604020202020204" pitchFamily="34" charset="0"/>
              </a:rPr>
              <a:t>Clear and concise</a:t>
            </a:r>
          </a:p>
          <a:p>
            <a:pPr marL="0" marR="0" lvl="0" indent="-171450" algn="l" defTabSz="914400" rtl="0" eaLnBrk="1" fontAlgn="auto" latinLnBrk="0" hangingPunct="1">
              <a:lnSpc>
                <a:spcPct val="12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4B4D4F"/>
                </a:solidFill>
                <a:effectLst/>
                <a:uLnTx/>
                <a:uFillTx/>
                <a:latin typeface="Arial"/>
                <a:ea typeface="+mn-ea"/>
                <a:cs typeface="Arial" panose="020B0604020202020204" pitchFamily="34" charset="0"/>
              </a:rPr>
              <a:t>Sequential</a:t>
            </a:r>
          </a:p>
          <a:p>
            <a:pPr marL="0" marR="0" lvl="0" indent="-171450" algn="l" defTabSz="914400" rtl="0" eaLnBrk="1" fontAlgn="auto" latinLnBrk="0" hangingPunct="1">
              <a:lnSpc>
                <a:spcPct val="12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4B4D4F"/>
                </a:solidFill>
                <a:effectLst/>
                <a:uLnTx/>
                <a:uFillTx/>
                <a:latin typeface="Arial"/>
                <a:ea typeface="+mn-ea"/>
                <a:cs typeface="Arial" panose="020B0604020202020204" pitchFamily="34" charset="0"/>
              </a:rPr>
              <a:t>Logical</a:t>
            </a:r>
          </a:p>
        </p:txBody>
      </p:sp>
      <p:graphicFrame>
        <p:nvGraphicFramePr>
          <p:cNvPr id="15" name="Table 14">
            <a:extLst>
              <a:ext uri="{FF2B5EF4-FFF2-40B4-BE49-F238E27FC236}">
                <a16:creationId xmlns:a16="http://schemas.microsoft.com/office/drawing/2014/main" id="{FCD1ED59-8167-BB39-DD3D-A3FDA3B890CB}"/>
              </a:ext>
            </a:extLst>
          </p:cNvPr>
          <p:cNvGraphicFramePr>
            <a:graphicFrameLocks noGrp="1"/>
          </p:cNvGraphicFramePr>
          <p:nvPr>
            <p:extLst>
              <p:ext uri="{D42A27DB-BD31-4B8C-83A1-F6EECF244321}">
                <p14:modId xmlns:p14="http://schemas.microsoft.com/office/powerpoint/2010/main" val="3653564875"/>
              </p:ext>
            </p:extLst>
          </p:nvPr>
        </p:nvGraphicFramePr>
        <p:xfrm>
          <a:off x="7254853" y="3057482"/>
          <a:ext cx="4073532" cy="1950720"/>
        </p:xfrm>
        <a:graphic>
          <a:graphicData uri="http://schemas.openxmlformats.org/drawingml/2006/table">
            <a:tbl>
              <a:tblPr firstRow="1" bandRow="1">
                <a:tableStyleId>{5C22544A-7EE6-4342-B048-85BDC9FD1C3A}</a:tableStyleId>
              </a:tblPr>
              <a:tblGrid>
                <a:gridCol w="2036766">
                  <a:extLst>
                    <a:ext uri="{9D8B030D-6E8A-4147-A177-3AD203B41FA5}">
                      <a16:colId xmlns:a16="http://schemas.microsoft.com/office/drawing/2014/main" val="2794546430"/>
                    </a:ext>
                  </a:extLst>
                </a:gridCol>
                <a:gridCol w="2036766">
                  <a:extLst>
                    <a:ext uri="{9D8B030D-6E8A-4147-A177-3AD203B41FA5}">
                      <a16:colId xmlns:a16="http://schemas.microsoft.com/office/drawing/2014/main" val="1392862315"/>
                    </a:ext>
                  </a:extLst>
                </a:gridCol>
              </a:tblGrid>
              <a:tr h="0">
                <a:tc>
                  <a:txBody>
                    <a:bodyPr/>
                    <a:lstStyle/>
                    <a:p>
                      <a:pPr algn="ctr"/>
                      <a:r>
                        <a:rPr lang="en-US" sz="1000" b="1" dirty="0"/>
                        <a:t>CEFR</a:t>
                      </a:r>
                    </a:p>
                  </a:txBody>
                  <a:tcPr>
                    <a:solidFill>
                      <a:srgbClr val="002677"/>
                    </a:solidFill>
                  </a:tcPr>
                </a:tc>
                <a:tc>
                  <a:txBody>
                    <a:bodyPr/>
                    <a:lstStyle/>
                    <a:p>
                      <a:pPr algn="ctr"/>
                      <a:r>
                        <a:rPr lang="en-US" sz="1000" b="1" dirty="0"/>
                        <a:t>CAT 3.0</a:t>
                      </a:r>
                    </a:p>
                  </a:txBody>
                  <a:tcPr>
                    <a:solidFill>
                      <a:srgbClr val="002677"/>
                    </a:solidFill>
                  </a:tcPr>
                </a:tc>
                <a:extLst>
                  <a:ext uri="{0D108BD9-81ED-4DB2-BD59-A6C34878D82A}">
                    <a16:rowId xmlns:a16="http://schemas.microsoft.com/office/drawing/2014/main" val="3419082547"/>
                  </a:ext>
                </a:extLst>
              </a:tr>
              <a:tr h="0">
                <a:tc>
                  <a:txBody>
                    <a:bodyPr/>
                    <a:lstStyle/>
                    <a:p>
                      <a:pPr algn="ctr"/>
                      <a:r>
                        <a:rPr lang="en-US" sz="1000" dirty="0"/>
                        <a:t>&lt;A1</a:t>
                      </a:r>
                    </a:p>
                  </a:txBody>
                  <a:tcPr>
                    <a:noFill/>
                  </a:tcPr>
                </a:tc>
                <a:tc>
                  <a:txBody>
                    <a:bodyPr/>
                    <a:lstStyle/>
                    <a:p>
                      <a:pPr algn="ctr"/>
                      <a:r>
                        <a:rPr lang="en-US" sz="1000" dirty="0"/>
                        <a:t>&lt; 1.4</a:t>
                      </a:r>
                    </a:p>
                  </a:txBody>
                  <a:tcPr>
                    <a:noFill/>
                  </a:tcPr>
                </a:tc>
                <a:extLst>
                  <a:ext uri="{0D108BD9-81ED-4DB2-BD59-A6C34878D82A}">
                    <a16:rowId xmlns:a16="http://schemas.microsoft.com/office/drawing/2014/main" val="2743873537"/>
                  </a:ext>
                </a:extLst>
              </a:tr>
              <a:tr h="0">
                <a:tc>
                  <a:txBody>
                    <a:bodyPr/>
                    <a:lstStyle/>
                    <a:p>
                      <a:pPr algn="ctr"/>
                      <a:r>
                        <a:rPr lang="en-US" sz="1000" dirty="0"/>
                        <a:t>A1</a:t>
                      </a:r>
                    </a:p>
                  </a:txBody>
                  <a:tcPr>
                    <a:solidFill>
                      <a:srgbClr val="D9F6FC"/>
                    </a:solidFill>
                  </a:tcPr>
                </a:tc>
                <a:tc>
                  <a:txBody>
                    <a:bodyPr/>
                    <a:lstStyle/>
                    <a:p>
                      <a:pPr algn="ctr"/>
                      <a:r>
                        <a:rPr lang="en-US" sz="1000" dirty="0"/>
                        <a:t>1.6 – 1.8</a:t>
                      </a:r>
                    </a:p>
                  </a:txBody>
                  <a:tcPr>
                    <a:solidFill>
                      <a:srgbClr val="D9F6FC"/>
                    </a:solidFill>
                  </a:tcPr>
                </a:tc>
                <a:extLst>
                  <a:ext uri="{0D108BD9-81ED-4DB2-BD59-A6C34878D82A}">
                    <a16:rowId xmlns:a16="http://schemas.microsoft.com/office/drawing/2014/main" val="1127233295"/>
                  </a:ext>
                </a:extLst>
              </a:tr>
              <a:tr h="0">
                <a:tc>
                  <a:txBody>
                    <a:bodyPr/>
                    <a:lstStyle/>
                    <a:p>
                      <a:pPr algn="ctr"/>
                      <a:r>
                        <a:rPr lang="en-US" sz="1000" dirty="0"/>
                        <a:t>A2</a:t>
                      </a:r>
                    </a:p>
                  </a:txBody>
                  <a:tcPr>
                    <a:noFill/>
                  </a:tcPr>
                </a:tc>
                <a:tc>
                  <a:txBody>
                    <a:bodyPr/>
                    <a:lstStyle/>
                    <a:p>
                      <a:pPr algn="ctr"/>
                      <a:r>
                        <a:rPr lang="en-US" sz="1000" dirty="0"/>
                        <a:t>2.0</a:t>
                      </a:r>
                    </a:p>
                  </a:txBody>
                  <a:tcPr>
                    <a:noFill/>
                  </a:tcPr>
                </a:tc>
                <a:extLst>
                  <a:ext uri="{0D108BD9-81ED-4DB2-BD59-A6C34878D82A}">
                    <a16:rowId xmlns:a16="http://schemas.microsoft.com/office/drawing/2014/main" val="1005142277"/>
                  </a:ext>
                </a:extLst>
              </a:tr>
              <a:tr h="0">
                <a:tc>
                  <a:txBody>
                    <a:bodyPr/>
                    <a:lstStyle/>
                    <a:p>
                      <a:pPr algn="ctr"/>
                      <a:r>
                        <a:rPr lang="en-US" sz="1000" dirty="0"/>
                        <a:t>B1</a:t>
                      </a:r>
                    </a:p>
                  </a:txBody>
                  <a:tcPr>
                    <a:solidFill>
                      <a:srgbClr val="D9F6FC"/>
                    </a:solidFill>
                  </a:tcPr>
                </a:tc>
                <a:tc>
                  <a:txBody>
                    <a:bodyPr/>
                    <a:lstStyle/>
                    <a:p>
                      <a:pPr algn="ctr"/>
                      <a:r>
                        <a:rPr lang="en-US" sz="1000" dirty="0"/>
                        <a:t>2.2</a:t>
                      </a:r>
                    </a:p>
                  </a:txBody>
                  <a:tcPr>
                    <a:solidFill>
                      <a:srgbClr val="D9F6FC"/>
                    </a:solidFill>
                  </a:tcPr>
                </a:tc>
                <a:extLst>
                  <a:ext uri="{0D108BD9-81ED-4DB2-BD59-A6C34878D82A}">
                    <a16:rowId xmlns:a16="http://schemas.microsoft.com/office/drawing/2014/main" val="48516334"/>
                  </a:ext>
                </a:extLst>
              </a:tr>
              <a:tr h="0">
                <a:tc>
                  <a:txBody>
                    <a:bodyPr/>
                    <a:lstStyle/>
                    <a:p>
                      <a:pPr algn="ctr"/>
                      <a:r>
                        <a:rPr lang="en-US" sz="1000" dirty="0"/>
                        <a:t>B2</a:t>
                      </a:r>
                    </a:p>
                  </a:txBody>
                  <a:tcPr>
                    <a:noFill/>
                  </a:tcPr>
                </a:tc>
                <a:tc>
                  <a:txBody>
                    <a:bodyPr/>
                    <a:lstStyle/>
                    <a:p>
                      <a:pPr algn="ctr"/>
                      <a:r>
                        <a:rPr lang="en-US" sz="1000" dirty="0"/>
                        <a:t>2.4 – 2.8</a:t>
                      </a:r>
                    </a:p>
                  </a:txBody>
                  <a:tcPr>
                    <a:noFill/>
                  </a:tcPr>
                </a:tc>
                <a:extLst>
                  <a:ext uri="{0D108BD9-81ED-4DB2-BD59-A6C34878D82A}">
                    <a16:rowId xmlns:a16="http://schemas.microsoft.com/office/drawing/2014/main" val="1267219158"/>
                  </a:ext>
                </a:extLst>
              </a:tr>
              <a:tr h="0">
                <a:tc>
                  <a:txBody>
                    <a:bodyPr/>
                    <a:lstStyle/>
                    <a:p>
                      <a:pPr algn="ctr"/>
                      <a:r>
                        <a:rPr lang="en-US" sz="1000" dirty="0"/>
                        <a:t>C1</a:t>
                      </a:r>
                    </a:p>
                  </a:txBody>
                  <a:tcPr>
                    <a:solidFill>
                      <a:srgbClr val="D9F6FC"/>
                    </a:solidFill>
                  </a:tcPr>
                </a:tc>
                <a:tc>
                  <a:txBody>
                    <a:bodyPr/>
                    <a:lstStyle/>
                    <a:p>
                      <a:pPr algn="ctr"/>
                      <a:r>
                        <a:rPr lang="en-US" sz="1000" dirty="0"/>
                        <a:t>3.0 – 3.4</a:t>
                      </a:r>
                    </a:p>
                  </a:txBody>
                  <a:tcPr>
                    <a:solidFill>
                      <a:srgbClr val="D9F6FC"/>
                    </a:solidFill>
                  </a:tcPr>
                </a:tc>
                <a:extLst>
                  <a:ext uri="{0D108BD9-81ED-4DB2-BD59-A6C34878D82A}">
                    <a16:rowId xmlns:a16="http://schemas.microsoft.com/office/drawing/2014/main" val="1888876346"/>
                  </a:ext>
                </a:extLst>
              </a:tr>
              <a:tr h="0">
                <a:tc>
                  <a:txBody>
                    <a:bodyPr/>
                    <a:lstStyle/>
                    <a:p>
                      <a:pPr algn="ctr"/>
                      <a:r>
                        <a:rPr lang="en-US" sz="1000" dirty="0"/>
                        <a:t>C2</a:t>
                      </a:r>
                    </a:p>
                  </a:txBody>
                  <a:tcPr>
                    <a:noFill/>
                  </a:tcPr>
                </a:tc>
                <a:tc>
                  <a:txBody>
                    <a:bodyPr/>
                    <a:lstStyle/>
                    <a:p>
                      <a:pPr algn="ctr"/>
                      <a:r>
                        <a:rPr lang="en-US" sz="1000" dirty="0"/>
                        <a:t>3.4 &gt;</a:t>
                      </a:r>
                    </a:p>
                  </a:txBody>
                  <a:tcPr>
                    <a:noFill/>
                  </a:tcPr>
                </a:tc>
                <a:extLst>
                  <a:ext uri="{0D108BD9-81ED-4DB2-BD59-A6C34878D82A}">
                    <a16:rowId xmlns:a16="http://schemas.microsoft.com/office/drawing/2014/main" val="658912927"/>
                  </a:ext>
                </a:extLst>
              </a:tr>
            </a:tbl>
          </a:graphicData>
        </a:graphic>
      </p:graphicFrame>
    </p:spTree>
    <p:extLst>
      <p:ext uri="{BB962C8B-B14F-4D97-AF65-F5344CB8AC3E}">
        <p14:creationId xmlns:p14="http://schemas.microsoft.com/office/powerpoint/2010/main" val="2123420063"/>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C73AB-25A8-689B-3D6D-8E28A36286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BD1A58-3FC4-CB61-EEFB-CBB22A737728}"/>
              </a:ext>
            </a:extLst>
          </p:cNvPr>
          <p:cNvSpPr>
            <a:spLocks noGrp="1"/>
          </p:cNvSpPr>
          <p:nvPr>
            <p:ph type="title"/>
          </p:nvPr>
        </p:nvSpPr>
        <p:spPr/>
        <p:txBody>
          <a:bodyPr/>
          <a:lstStyle/>
          <a:p>
            <a:r>
              <a:rPr lang="en-US" dirty="0"/>
              <a:t>CAT Assessment Structure</a:t>
            </a:r>
          </a:p>
        </p:txBody>
      </p:sp>
      <p:graphicFrame>
        <p:nvGraphicFramePr>
          <p:cNvPr id="4" name="Table 3">
            <a:extLst>
              <a:ext uri="{FF2B5EF4-FFF2-40B4-BE49-F238E27FC236}">
                <a16:creationId xmlns:a16="http://schemas.microsoft.com/office/drawing/2014/main" id="{79664DE5-4339-FBD7-3F20-437E866F5119}"/>
              </a:ext>
            </a:extLst>
          </p:cNvPr>
          <p:cNvGraphicFramePr>
            <a:graphicFrameLocks noGrp="1"/>
          </p:cNvGraphicFramePr>
          <p:nvPr>
            <p:extLst>
              <p:ext uri="{D42A27DB-BD31-4B8C-83A1-F6EECF244321}">
                <p14:modId xmlns:p14="http://schemas.microsoft.com/office/powerpoint/2010/main" val="422604126"/>
              </p:ext>
            </p:extLst>
          </p:nvPr>
        </p:nvGraphicFramePr>
        <p:xfrm>
          <a:off x="713994" y="1353448"/>
          <a:ext cx="10764012" cy="3870499"/>
        </p:xfrm>
        <a:graphic>
          <a:graphicData uri="http://schemas.openxmlformats.org/drawingml/2006/table">
            <a:tbl>
              <a:tblPr firstRow="1" bandRow="1"/>
              <a:tblGrid>
                <a:gridCol w="1408927">
                  <a:extLst>
                    <a:ext uri="{9D8B030D-6E8A-4147-A177-3AD203B41FA5}">
                      <a16:colId xmlns:a16="http://schemas.microsoft.com/office/drawing/2014/main" val="1556326982"/>
                    </a:ext>
                  </a:extLst>
                </a:gridCol>
                <a:gridCol w="9355085">
                  <a:extLst>
                    <a:ext uri="{9D8B030D-6E8A-4147-A177-3AD203B41FA5}">
                      <a16:colId xmlns:a16="http://schemas.microsoft.com/office/drawing/2014/main" val="2007389500"/>
                    </a:ext>
                  </a:extLst>
                </a:gridCol>
              </a:tblGrid>
              <a:tr h="725979">
                <a:tc>
                  <a:txBody>
                    <a:bodyPr/>
                    <a:lstStyle>
                      <a:lvl1pPr marL="0" algn="l" defTabSz="914400" rtl="0" eaLnBrk="1" latinLnBrk="0" hangingPunct="1">
                        <a:defRPr sz="1300" kern="1200">
                          <a:solidFill>
                            <a:schemeClr val="tx1"/>
                          </a:solidFill>
                          <a:latin typeface="Calibri" panose="020F0502020204030204"/>
                        </a:defRPr>
                      </a:lvl1pPr>
                      <a:lvl2pPr marL="0" algn="l" defTabSz="914400" rtl="0" eaLnBrk="1" latinLnBrk="0" hangingPunct="1">
                        <a:defRPr sz="1300" kern="1200">
                          <a:solidFill>
                            <a:schemeClr val="tx1"/>
                          </a:solidFill>
                          <a:latin typeface="Calibri" panose="020F0502020204030204"/>
                        </a:defRPr>
                      </a:lvl2pPr>
                      <a:lvl3pPr marL="0" algn="l" defTabSz="914400" rtl="0" eaLnBrk="1" latinLnBrk="0" hangingPunct="1">
                        <a:defRPr sz="1300" kern="1200">
                          <a:solidFill>
                            <a:schemeClr val="tx1"/>
                          </a:solidFill>
                          <a:latin typeface="Calibri" panose="020F0502020204030204"/>
                        </a:defRPr>
                      </a:lvl3pPr>
                      <a:lvl4pPr marL="0" algn="l" defTabSz="914400" rtl="0" eaLnBrk="1" latinLnBrk="0" hangingPunct="1">
                        <a:defRPr sz="1300" kern="1200">
                          <a:solidFill>
                            <a:schemeClr val="tx1"/>
                          </a:solidFill>
                          <a:latin typeface="Calibri" panose="020F0502020204030204"/>
                        </a:defRPr>
                      </a:lvl4pPr>
                      <a:lvl5pPr marL="0" algn="l" defTabSz="914400" rtl="0" eaLnBrk="1" latinLnBrk="0" hangingPunct="1">
                        <a:defRPr sz="1300" kern="1200">
                          <a:solidFill>
                            <a:schemeClr val="tx1"/>
                          </a:solidFill>
                          <a:latin typeface="Calibri" panose="020F0502020204030204"/>
                        </a:defRPr>
                      </a:lvl5pPr>
                      <a:lvl6pPr marL="0" algn="l" defTabSz="914400" rtl="0" eaLnBrk="1" latinLnBrk="0" hangingPunct="1">
                        <a:defRPr sz="1300" kern="1200">
                          <a:solidFill>
                            <a:schemeClr val="tx1"/>
                          </a:solidFill>
                          <a:latin typeface="Calibri" panose="020F0502020204030204"/>
                        </a:defRPr>
                      </a:lvl6pPr>
                      <a:lvl7pPr marL="0" algn="l" defTabSz="914400" rtl="0" eaLnBrk="1" latinLnBrk="0" hangingPunct="1">
                        <a:defRPr sz="1300" kern="1200">
                          <a:solidFill>
                            <a:schemeClr val="tx1"/>
                          </a:solidFill>
                          <a:latin typeface="Calibri" panose="020F0502020204030204"/>
                        </a:defRPr>
                      </a:lvl7pPr>
                      <a:lvl8pPr marL="0" algn="l" defTabSz="914400" rtl="0" eaLnBrk="1" latinLnBrk="0" hangingPunct="1">
                        <a:defRPr sz="1300" kern="1200">
                          <a:solidFill>
                            <a:schemeClr val="tx1"/>
                          </a:solidFill>
                          <a:latin typeface="Calibri" panose="020F0502020204030204"/>
                        </a:defRPr>
                      </a:lvl8pPr>
                      <a:lvl9pPr marL="0" algn="l" defTabSz="914400" rtl="0" eaLnBrk="1" latinLnBrk="0" hangingPunct="1">
                        <a:defRPr sz="1300" kern="1200">
                          <a:solidFill>
                            <a:schemeClr val="tx1"/>
                          </a:solidFill>
                          <a:latin typeface="Calibri" panose="020F0502020204030204"/>
                        </a:defRPr>
                      </a:lvl9pPr>
                    </a:lstStyle>
                    <a:p>
                      <a:pPr algn="ctr">
                        <a:spcBef>
                          <a:spcPts val="200"/>
                        </a:spcBef>
                        <a:spcAft>
                          <a:spcPts val="200"/>
                        </a:spcAft>
                      </a:pPr>
                      <a:r>
                        <a:rPr lang="en-US" sz="1200" b="1" dirty="0">
                          <a:solidFill>
                            <a:schemeClr val="tx1"/>
                          </a:solidFill>
                          <a:latin typeface="+mn-lt"/>
                        </a:rPr>
                        <a:t>Rating</a:t>
                      </a:r>
                    </a:p>
                    <a:p>
                      <a:pPr algn="ctr">
                        <a:spcBef>
                          <a:spcPts val="200"/>
                        </a:spcBef>
                        <a:spcAft>
                          <a:spcPts val="200"/>
                        </a:spcAft>
                      </a:pPr>
                      <a:r>
                        <a:rPr lang="en-US" sz="1200" b="1" dirty="0">
                          <a:solidFill>
                            <a:schemeClr val="tx1"/>
                          </a:solidFill>
                          <a:latin typeface="+mn-lt"/>
                        </a:rPr>
                        <a:t> Scale</a:t>
                      </a:r>
                    </a:p>
                  </a:txBody>
                  <a:tcPr marT="91440" anchor="ctr">
                    <a:lnL w="38100" cap="flat" cmpd="sng" algn="ctr">
                      <a:solidFill>
                        <a:sysClr val="window" lastClr="FFFFFF"/>
                      </a:solidFill>
                      <a:prstDash val="solid"/>
                      <a:round/>
                      <a:headEnd type="none" w="med" len="med"/>
                      <a:tailEnd type="none" w="med" len="med"/>
                    </a:lnL>
                    <a:lnR w="38100" cap="flat" cmpd="sng" algn="ctr">
                      <a:solidFill>
                        <a:sysClr val="window" lastClr="FFFFFF"/>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2">
                        <a:lumMod val="90000"/>
                        <a:alpha val="20000"/>
                      </a:schemeClr>
                    </a:solidFill>
                  </a:tcPr>
                </a:tc>
                <a:tc>
                  <a:txBody>
                    <a:bodyPr/>
                    <a:lstStyle>
                      <a:lvl1pPr marL="0" algn="l" defTabSz="914400" rtl="0" eaLnBrk="1" latinLnBrk="0" hangingPunct="1">
                        <a:defRPr sz="1300" kern="1200">
                          <a:solidFill>
                            <a:schemeClr val="tx1"/>
                          </a:solidFill>
                          <a:latin typeface="Calibri" panose="020F0502020204030204"/>
                        </a:defRPr>
                      </a:lvl1pPr>
                      <a:lvl2pPr marL="0" algn="l" defTabSz="914400" rtl="0" eaLnBrk="1" latinLnBrk="0" hangingPunct="1">
                        <a:defRPr sz="1300" kern="1200">
                          <a:solidFill>
                            <a:schemeClr val="tx1"/>
                          </a:solidFill>
                          <a:latin typeface="Calibri" panose="020F0502020204030204"/>
                        </a:defRPr>
                      </a:lvl2pPr>
                      <a:lvl3pPr marL="0" algn="l" defTabSz="914400" rtl="0" eaLnBrk="1" latinLnBrk="0" hangingPunct="1">
                        <a:defRPr sz="1300" kern="1200">
                          <a:solidFill>
                            <a:schemeClr val="tx1"/>
                          </a:solidFill>
                          <a:latin typeface="Calibri" panose="020F0502020204030204"/>
                        </a:defRPr>
                      </a:lvl3pPr>
                      <a:lvl4pPr marL="0" algn="l" defTabSz="914400" rtl="0" eaLnBrk="1" latinLnBrk="0" hangingPunct="1">
                        <a:defRPr sz="1300" kern="1200">
                          <a:solidFill>
                            <a:schemeClr val="tx1"/>
                          </a:solidFill>
                          <a:latin typeface="Calibri" panose="020F0502020204030204"/>
                        </a:defRPr>
                      </a:lvl4pPr>
                      <a:lvl5pPr marL="0" algn="l" defTabSz="914400" rtl="0" eaLnBrk="1" latinLnBrk="0" hangingPunct="1">
                        <a:defRPr sz="1300" kern="1200">
                          <a:solidFill>
                            <a:schemeClr val="tx1"/>
                          </a:solidFill>
                          <a:latin typeface="Calibri" panose="020F0502020204030204"/>
                        </a:defRPr>
                      </a:lvl5pPr>
                      <a:lvl6pPr marL="0" algn="l" defTabSz="914400" rtl="0" eaLnBrk="1" latinLnBrk="0" hangingPunct="1">
                        <a:defRPr sz="1300" kern="1200">
                          <a:solidFill>
                            <a:schemeClr val="tx1"/>
                          </a:solidFill>
                          <a:latin typeface="Calibri" panose="020F0502020204030204"/>
                        </a:defRPr>
                      </a:lvl6pPr>
                      <a:lvl7pPr marL="0" algn="l" defTabSz="914400" rtl="0" eaLnBrk="1" latinLnBrk="0" hangingPunct="1">
                        <a:defRPr sz="1300" kern="1200">
                          <a:solidFill>
                            <a:schemeClr val="tx1"/>
                          </a:solidFill>
                          <a:latin typeface="Calibri" panose="020F0502020204030204"/>
                        </a:defRPr>
                      </a:lvl7pPr>
                      <a:lvl8pPr marL="0" algn="l" defTabSz="914400" rtl="0" eaLnBrk="1" latinLnBrk="0" hangingPunct="1">
                        <a:defRPr sz="1300" kern="1200">
                          <a:solidFill>
                            <a:schemeClr val="tx1"/>
                          </a:solidFill>
                          <a:latin typeface="Calibri" panose="020F0502020204030204"/>
                        </a:defRPr>
                      </a:lvl8pPr>
                      <a:lvl9pPr marL="0" algn="l" defTabSz="914400" rtl="0" eaLnBrk="1" latinLnBrk="0" hangingPunct="1">
                        <a:defRPr sz="1300" kern="1200">
                          <a:solidFill>
                            <a:schemeClr val="tx1"/>
                          </a:solidFill>
                          <a:latin typeface="Calibri" panose="020F0502020204030204"/>
                        </a:defRPr>
                      </a:lvl9pPr>
                    </a:lstStyle>
                    <a:p>
                      <a:pPr marL="0" indent="0" algn="l">
                        <a:spcBef>
                          <a:spcPts val="200"/>
                        </a:spcBef>
                        <a:spcAft>
                          <a:spcPts val="200"/>
                        </a:spcAft>
                        <a:buFont typeface="Wingdings" panose="05000000000000000000" pitchFamily="2" charset="2"/>
                        <a:buNone/>
                      </a:pPr>
                      <a:r>
                        <a:rPr lang="en-US" sz="1200" kern="1200" dirty="0">
                          <a:solidFill>
                            <a:schemeClr val="tx1"/>
                          </a:solidFill>
                          <a:latin typeface="+mn-lt"/>
                          <a:ea typeface="Tahoma" panose="020B0604030504040204" pitchFamily="34" charset="0"/>
                          <a:cs typeface="Tahoma" panose="020B0604030504040204" pitchFamily="34" charset="0"/>
                        </a:rPr>
                        <a:t>Uses parameters based on language competencies/categories which are arranged on scales corresponding to ability and level. </a:t>
                      </a:r>
                      <a:endParaRPr lang="en-US" sz="1200" b="0" kern="1200" dirty="0">
                        <a:solidFill>
                          <a:schemeClr val="tx1"/>
                        </a:solidFill>
                        <a:latin typeface="+mn-lt"/>
                        <a:ea typeface="+mn-ea"/>
                        <a:cs typeface="+mn-cs"/>
                      </a:endParaRPr>
                    </a:p>
                  </a:txBody>
                  <a:tcPr marT="91440" anchor="ctr">
                    <a:lnL w="38100" cap="flat" cmpd="sng" algn="ctr">
                      <a:solidFill>
                        <a:sysClr val="window" lastClr="FFFFFF"/>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rgbClr val="FBFAF5"/>
                    </a:solidFill>
                  </a:tcPr>
                </a:tc>
                <a:extLst>
                  <a:ext uri="{0D108BD9-81ED-4DB2-BD59-A6C34878D82A}">
                    <a16:rowId xmlns:a16="http://schemas.microsoft.com/office/drawing/2014/main" val="739854892"/>
                  </a:ext>
                </a:extLst>
              </a:tr>
              <a:tr h="997072">
                <a:tc>
                  <a:txBody>
                    <a:bodyPr/>
                    <a:lstStyle>
                      <a:lvl1pPr marL="0" algn="l" defTabSz="914400" rtl="0" eaLnBrk="1" latinLnBrk="0" hangingPunct="1">
                        <a:defRPr sz="1300" kern="1200">
                          <a:solidFill>
                            <a:schemeClr val="tx1"/>
                          </a:solidFill>
                          <a:latin typeface="Calibri" panose="020F0502020204030204"/>
                        </a:defRPr>
                      </a:lvl1pPr>
                      <a:lvl2pPr marL="0" algn="l" defTabSz="914400" rtl="0" eaLnBrk="1" latinLnBrk="0" hangingPunct="1">
                        <a:defRPr sz="1300" kern="1200">
                          <a:solidFill>
                            <a:schemeClr val="tx1"/>
                          </a:solidFill>
                          <a:latin typeface="Calibri" panose="020F0502020204030204"/>
                        </a:defRPr>
                      </a:lvl2pPr>
                      <a:lvl3pPr marL="0" algn="l" defTabSz="914400" rtl="0" eaLnBrk="1" latinLnBrk="0" hangingPunct="1">
                        <a:defRPr sz="1300" kern="1200">
                          <a:solidFill>
                            <a:schemeClr val="tx1"/>
                          </a:solidFill>
                          <a:latin typeface="Calibri" panose="020F0502020204030204"/>
                        </a:defRPr>
                      </a:lvl3pPr>
                      <a:lvl4pPr marL="0" algn="l" defTabSz="914400" rtl="0" eaLnBrk="1" latinLnBrk="0" hangingPunct="1">
                        <a:defRPr sz="1300" kern="1200">
                          <a:solidFill>
                            <a:schemeClr val="tx1"/>
                          </a:solidFill>
                          <a:latin typeface="Calibri" panose="020F0502020204030204"/>
                        </a:defRPr>
                      </a:lvl4pPr>
                      <a:lvl5pPr marL="0" algn="l" defTabSz="914400" rtl="0" eaLnBrk="1" latinLnBrk="0" hangingPunct="1">
                        <a:defRPr sz="1300" kern="1200">
                          <a:solidFill>
                            <a:schemeClr val="tx1"/>
                          </a:solidFill>
                          <a:latin typeface="Calibri" panose="020F0502020204030204"/>
                        </a:defRPr>
                      </a:lvl5pPr>
                      <a:lvl6pPr marL="0" algn="l" defTabSz="914400" rtl="0" eaLnBrk="1" latinLnBrk="0" hangingPunct="1">
                        <a:defRPr sz="1300" kern="1200">
                          <a:solidFill>
                            <a:schemeClr val="tx1"/>
                          </a:solidFill>
                          <a:latin typeface="Calibri" panose="020F0502020204030204"/>
                        </a:defRPr>
                      </a:lvl6pPr>
                      <a:lvl7pPr marL="0" algn="l" defTabSz="914400" rtl="0" eaLnBrk="1" latinLnBrk="0" hangingPunct="1">
                        <a:defRPr sz="1300" kern="1200">
                          <a:solidFill>
                            <a:schemeClr val="tx1"/>
                          </a:solidFill>
                          <a:latin typeface="Calibri" panose="020F0502020204030204"/>
                        </a:defRPr>
                      </a:lvl7pPr>
                      <a:lvl8pPr marL="0" algn="l" defTabSz="914400" rtl="0" eaLnBrk="1" latinLnBrk="0" hangingPunct="1">
                        <a:defRPr sz="1300" kern="1200">
                          <a:solidFill>
                            <a:schemeClr val="tx1"/>
                          </a:solidFill>
                          <a:latin typeface="Calibri" panose="020F0502020204030204"/>
                        </a:defRPr>
                      </a:lvl8pPr>
                      <a:lvl9pPr marL="0" algn="l" defTabSz="914400" rtl="0" eaLnBrk="1" latinLnBrk="0" hangingPunct="1">
                        <a:defRPr sz="1300" kern="1200">
                          <a:solidFill>
                            <a:schemeClr val="tx1"/>
                          </a:solidFill>
                          <a:latin typeface="Calibri" panose="020F0502020204030204"/>
                        </a:defRPr>
                      </a:lvl9pPr>
                    </a:lstStyle>
                    <a:p>
                      <a:pPr algn="ctr">
                        <a:spcBef>
                          <a:spcPts val="200"/>
                        </a:spcBef>
                        <a:spcAft>
                          <a:spcPts val="200"/>
                        </a:spcAft>
                      </a:pPr>
                      <a:r>
                        <a:rPr lang="en-US" sz="1200" b="1" dirty="0">
                          <a:solidFill>
                            <a:schemeClr val="tx1"/>
                          </a:solidFill>
                          <a:latin typeface="+mn-lt"/>
                        </a:rPr>
                        <a:t>Voice CAT Segments</a:t>
                      </a:r>
                    </a:p>
                  </a:txBody>
                  <a:tcPr marT="91440" anchor="ctr">
                    <a:lnL w="38100" cap="flat" cmpd="sng" algn="ctr">
                      <a:solidFill>
                        <a:sysClr val="window" lastClr="FFFFFF"/>
                      </a:solidFill>
                      <a:prstDash val="solid"/>
                      <a:round/>
                      <a:headEnd type="none" w="med" len="med"/>
                      <a:tailEnd type="none" w="med" len="med"/>
                    </a:lnL>
                    <a:lnR w="38100" cap="flat" cmpd="sng" algn="ctr">
                      <a:solidFill>
                        <a:sysClr val="window" lastClr="FFFFFF"/>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lvl1pPr marL="0" algn="l" defTabSz="914400" rtl="0" eaLnBrk="1" latinLnBrk="0" hangingPunct="1">
                        <a:defRPr sz="1300" kern="1200">
                          <a:solidFill>
                            <a:schemeClr val="tx1"/>
                          </a:solidFill>
                          <a:latin typeface="Calibri" panose="020F0502020204030204"/>
                        </a:defRPr>
                      </a:lvl1pPr>
                      <a:lvl2pPr marL="0" algn="l" defTabSz="914400" rtl="0" eaLnBrk="1" latinLnBrk="0" hangingPunct="1">
                        <a:defRPr sz="1300" kern="1200">
                          <a:solidFill>
                            <a:schemeClr val="tx1"/>
                          </a:solidFill>
                          <a:latin typeface="Calibri" panose="020F0502020204030204"/>
                        </a:defRPr>
                      </a:lvl2pPr>
                      <a:lvl3pPr marL="0" algn="l" defTabSz="914400" rtl="0" eaLnBrk="1" latinLnBrk="0" hangingPunct="1">
                        <a:defRPr sz="1300" kern="1200">
                          <a:solidFill>
                            <a:schemeClr val="tx1"/>
                          </a:solidFill>
                          <a:latin typeface="Calibri" panose="020F0502020204030204"/>
                        </a:defRPr>
                      </a:lvl3pPr>
                      <a:lvl4pPr marL="0" algn="l" defTabSz="914400" rtl="0" eaLnBrk="1" latinLnBrk="0" hangingPunct="1">
                        <a:defRPr sz="1300" kern="1200">
                          <a:solidFill>
                            <a:schemeClr val="tx1"/>
                          </a:solidFill>
                          <a:latin typeface="Calibri" panose="020F0502020204030204"/>
                        </a:defRPr>
                      </a:lvl4pPr>
                      <a:lvl5pPr marL="0" algn="l" defTabSz="914400" rtl="0" eaLnBrk="1" latinLnBrk="0" hangingPunct="1">
                        <a:defRPr sz="1300" kern="1200">
                          <a:solidFill>
                            <a:schemeClr val="tx1"/>
                          </a:solidFill>
                          <a:latin typeface="Calibri" panose="020F0502020204030204"/>
                        </a:defRPr>
                      </a:lvl5pPr>
                      <a:lvl6pPr marL="0" algn="l" defTabSz="914400" rtl="0" eaLnBrk="1" latinLnBrk="0" hangingPunct="1">
                        <a:defRPr sz="1300" kern="1200">
                          <a:solidFill>
                            <a:schemeClr val="tx1"/>
                          </a:solidFill>
                          <a:latin typeface="Calibri" panose="020F0502020204030204"/>
                        </a:defRPr>
                      </a:lvl6pPr>
                      <a:lvl7pPr marL="0" algn="l" defTabSz="914400" rtl="0" eaLnBrk="1" latinLnBrk="0" hangingPunct="1">
                        <a:defRPr sz="1300" kern="1200">
                          <a:solidFill>
                            <a:schemeClr val="tx1"/>
                          </a:solidFill>
                          <a:latin typeface="Calibri" panose="020F0502020204030204"/>
                        </a:defRPr>
                      </a:lvl7pPr>
                      <a:lvl8pPr marL="0" algn="l" defTabSz="914400" rtl="0" eaLnBrk="1" latinLnBrk="0" hangingPunct="1">
                        <a:defRPr sz="1300" kern="1200">
                          <a:solidFill>
                            <a:schemeClr val="tx1"/>
                          </a:solidFill>
                          <a:latin typeface="Calibri" panose="020F0502020204030204"/>
                        </a:defRPr>
                      </a:lvl8pPr>
                      <a:lvl9pPr marL="0" algn="l" defTabSz="914400" rtl="0" eaLnBrk="1" latinLnBrk="0" hangingPunct="1">
                        <a:defRPr sz="1300" kern="1200">
                          <a:solidFill>
                            <a:schemeClr val="tx1"/>
                          </a:solidFill>
                          <a:latin typeface="Calibri" panose="020F0502020204030204"/>
                        </a:defRPr>
                      </a:lvl9pPr>
                    </a:lstStyle>
                    <a:p>
                      <a:pPr>
                        <a:spcAft>
                          <a:spcPts val="400"/>
                        </a:spcAft>
                      </a:pPr>
                      <a:r>
                        <a:rPr lang="en-US" sz="1200" b="1" i="0" u="none" baseline="0" dirty="0">
                          <a:latin typeface="+mn-lt"/>
                          <a:ea typeface="Tahoma" panose="020B0604030504040204" pitchFamily="34" charset="0"/>
                          <a:cs typeface="Tahoma" panose="020B0604030504040204" pitchFamily="34" charset="0"/>
                        </a:rPr>
                        <a:t>2 PART ASSESSMENT </a:t>
                      </a:r>
                      <a:r>
                        <a:rPr lang="en-US" sz="1200" i="0" u="none" baseline="0" dirty="0">
                          <a:latin typeface="+mn-lt"/>
                          <a:ea typeface="Tahoma" panose="020B0604030504040204" pitchFamily="34" charset="0"/>
                          <a:cs typeface="Tahoma" panose="020B0604030504040204" pitchFamily="34" charset="0"/>
                        </a:rPr>
                        <a:t>includes a free flow conversation and call simulation</a:t>
                      </a:r>
                    </a:p>
                    <a:p>
                      <a:pPr marL="171450" indent="-171450">
                        <a:spcAft>
                          <a:spcPts val="400"/>
                        </a:spcAft>
                        <a:buFont typeface="Wingdings" panose="05000000000000000000" pitchFamily="2" charset="2"/>
                        <a:buChar char="§"/>
                      </a:pPr>
                      <a:r>
                        <a:rPr lang="en-US" sz="1200" b="1" dirty="0">
                          <a:latin typeface="+mn-lt"/>
                          <a:ea typeface="Tahoma" panose="020B0604030504040204" pitchFamily="34" charset="0"/>
                          <a:cs typeface="Tahoma" panose="020B0604030504040204" pitchFamily="34" charset="0"/>
                        </a:rPr>
                        <a:t>Conversation</a:t>
                      </a:r>
                      <a:r>
                        <a:rPr lang="en-US" sz="1200" dirty="0">
                          <a:latin typeface="+mn-lt"/>
                          <a:ea typeface="Tahoma" panose="020B0604030504040204" pitchFamily="34" charset="0"/>
                          <a:cs typeface="Tahoma" panose="020B0604030504040204" pitchFamily="34" charset="0"/>
                        </a:rPr>
                        <a:t> – </a:t>
                      </a:r>
                      <a:r>
                        <a:rPr lang="en-US" sz="1200" dirty="0">
                          <a:latin typeface="+mn-lt"/>
                        </a:rPr>
                        <a:t>Participant will be asked to share something about their self. The succeeding questions will be based on what they will share. </a:t>
                      </a:r>
                      <a:endParaRPr lang="en-US" sz="1200" dirty="0">
                        <a:latin typeface="+mn-lt"/>
                        <a:ea typeface="Tahoma" panose="020B0604030504040204" pitchFamily="34" charset="0"/>
                        <a:cs typeface="Tahoma" panose="020B0604030504040204" pitchFamily="34" charset="0"/>
                      </a:endParaRPr>
                    </a:p>
                    <a:p>
                      <a:pPr marL="171450" indent="-171450">
                        <a:spcAft>
                          <a:spcPts val="400"/>
                        </a:spcAft>
                        <a:buFont typeface="Wingdings" panose="05000000000000000000" pitchFamily="2" charset="2"/>
                        <a:buChar char="§"/>
                      </a:pPr>
                      <a:r>
                        <a:rPr lang="en-US" sz="1200" b="1" dirty="0">
                          <a:latin typeface="+mn-lt"/>
                          <a:ea typeface="Tahoma" panose="020B0604030504040204" pitchFamily="34" charset="0"/>
                          <a:cs typeface="Tahoma" panose="020B0604030504040204" pitchFamily="34" charset="0"/>
                        </a:rPr>
                        <a:t>Job Audition </a:t>
                      </a:r>
                      <a:r>
                        <a:rPr lang="en-US" sz="1200" dirty="0">
                          <a:latin typeface="+mn-lt"/>
                          <a:ea typeface="Tahoma" panose="020B0604030504040204" pitchFamily="34" charset="0"/>
                          <a:cs typeface="Tahoma" panose="020B0604030504040204" pitchFamily="34" charset="0"/>
                        </a:rPr>
                        <a:t>– </a:t>
                      </a:r>
                      <a:r>
                        <a:rPr lang="en-US" sz="1200" i="0" u="none" baseline="0" dirty="0">
                          <a:latin typeface="+mn-lt"/>
                          <a:ea typeface="Tahoma" panose="020B0604030504040204" pitchFamily="34" charset="0"/>
                          <a:cs typeface="Tahoma" panose="020B0604030504040204" pitchFamily="34" charset="0"/>
                        </a:rPr>
                        <a:t>uses a standardized handout that is user-friendly with highly customizable scenarios that is relevant for all business.</a:t>
                      </a:r>
                    </a:p>
                    <a:p>
                      <a:pPr marL="171450" indent="-171450">
                        <a:spcAft>
                          <a:spcPts val="400"/>
                        </a:spcAft>
                        <a:buFont typeface="Wingdings" panose="05000000000000000000" pitchFamily="2" charset="2"/>
                        <a:buChar char="§"/>
                      </a:pPr>
                      <a:endParaRPr lang="en-US" sz="1200" i="0" u="none" baseline="0" dirty="0">
                        <a:latin typeface="+mn-lt"/>
                        <a:ea typeface="Tahoma" panose="020B0604030504040204" pitchFamily="34" charset="0"/>
                        <a:cs typeface="Tahoma" panose="020B0604030504040204" pitchFamily="34" charset="0"/>
                      </a:endParaRPr>
                    </a:p>
                    <a:p>
                      <a:pPr marL="0" indent="0">
                        <a:spcAft>
                          <a:spcPts val="400"/>
                        </a:spcAft>
                        <a:buFont typeface="Wingdings" panose="05000000000000000000" pitchFamily="2" charset="2"/>
                        <a:buNone/>
                      </a:pPr>
                      <a:r>
                        <a:rPr lang="en-US" sz="1200" i="0" u="none" baseline="0" dirty="0">
                          <a:latin typeface="+mn-lt"/>
                          <a:ea typeface="Tahoma" panose="020B0604030504040204" pitchFamily="34" charset="0"/>
                          <a:cs typeface="Tahoma" panose="020B0604030504040204" pitchFamily="34" charset="0"/>
                        </a:rPr>
                        <a:t>Assessments are conducted via Samespace (routing manager)</a:t>
                      </a:r>
                    </a:p>
                  </a:txBody>
                  <a:tcPr marT="91440">
                    <a:lnL w="38100" cap="flat" cmpd="sng" algn="ctr">
                      <a:solidFill>
                        <a:sysClr val="window" lastClr="FFFFFF"/>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33149981"/>
                  </a:ext>
                </a:extLst>
              </a:tr>
              <a:tr h="997072">
                <a:tc>
                  <a:txBody>
                    <a:bodyPr/>
                    <a:lstStyle/>
                    <a:p>
                      <a:pPr algn="ctr">
                        <a:spcBef>
                          <a:spcPts val="200"/>
                        </a:spcBef>
                        <a:spcAft>
                          <a:spcPts val="200"/>
                        </a:spcAft>
                      </a:pPr>
                      <a:r>
                        <a:rPr lang="en-US" sz="1200" b="1" dirty="0">
                          <a:solidFill>
                            <a:schemeClr val="tx1"/>
                          </a:solidFill>
                          <a:latin typeface="+mn-lt"/>
                        </a:rPr>
                        <a:t>Non-voice CAT Segments</a:t>
                      </a:r>
                    </a:p>
                  </a:txBody>
                  <a:tcPr marT="91440" anchor="ctr">
                    <a:lnL w="38100" cap="flat" cmpd="sng" algn="ctr">
                      <a:solidFill>
                        <a:sysClr val="window" lastClr="FFFFFF"/>
                      </a:solidFill>
                      <a:prstDash val="solid"/>
                      <a:round/>
                      <a:headEnd type="none" w="med" len="med"/>
                      <a:tailEnd type="none" w="med" len="med"/>
                    </a:lnL>
                    <a:lnR w="38100" cap="flat" cmpd="sng" algn="ctr">
                      <a:solidFill>
                        <a:sysClr val="window" lastClr="FFFFFF"/>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BFAF5"/>
                    </a:solidFill>
                  </a:tcPr>
                </a:tc>
                <a:tc>
                  <a:txBody>
                    <a:bodyPr/>
                    <a:lstStyle/>
                    <a:p>
                      <a:pPr marL="171450" indent="-171450" algn="l">
                        <a:spcAft>
                          <a:spcPts val="400"/>
                        </a:spcAft>
                        <a:buFont typeface="Wingdings" panose="05000000000000000000" pitchFamily="2" charset="2"/>
                        <a:buChar char="§"/>
                      </a:pPr>
                      <a:r>
                        <a:rPr lang="en-US" sz="1200" b="1" dirty="0">
                          <a:latin typeface="+mn-lt"/>
                          <a:ea typeface="Tahoma" panose="020B0604030504040204" pitchFamily="34" charset="0"/>
                          <a:cs typeface="Tahoma" panose="020B0604030504040204" pitchFamily="34" charset="0"/>
                        </a:rPr>
                        <a:t>Job Audition </a:t>
                      </a:r>
                      <a:r>
                        <a:rPr lang="en-US" sz="1200" dirty="0">
                          <a:latin typeface="+mn-lt"/>
                          <a:ea typeface="Tahoma" panose="020B0604030504040204" pitchFamily="34" charset="0"/>
                          <a:cs typeface="Tahoma" panose="020B0604030504040204" pitchFamily="34" charset="0"/>
                        </a:rPr>
                        <a:t>– </a:t>
                      </a:r>
                      <a:r>
                        <a:rPr lang="en-US" sz="1200" i="0" u="none" baseline="0" dirty="0">
                          <a:latin typeface="+mn-lt"/>
                          <a:ea typeface="Tahoma" panose="020B0604030504040204" pitchFamily="34" charset="0"/>
                          <a:cs typeface="Tahoma" panose="020B0604030504040204" pitchFamily="34" charset="0"/>
                        </a:rPr>
                        <a:t>uses a standardized handout that is user-friendly with highly customizable scenarios that is relevant for all business</a:t>
                      </a:r>
                    </a:p>
                    <a:p>
                      <a:pPr marL="171450" indent="-171450" algn="l">
                        <a:spcAft>
                          <a:spcPts val="400"/>
                        </a:spcAft>
                        <a:buFont typeface="Wingdings" panose="05000000000000000000" pitchFamily="2" charset="2"/>
                        <a:buChar char="§"/>
                      </a:pPr>
                      <a:endParaRPr lang="en-US" sz="1200" i="0" u="none" baseline="0" dirty="0">
                        <a:latin typeface="+mn-lt"/>
                        <a:ea typeface="Tahoma" panose="020B0604030504040204" pitchFamily="34" charset="0"/>
                        <a:cs typeface="Tahoma" panose="020B0604030504040204" pitchFamily="34" charset="0"/>
                      </a:endParaRPr>
                    </a:p>
                    <a:p>
                      <a:pPr marL="0" indent="0" algn="l">
                        <a:spcAft>
                          <a:spcPts val="400"/>
                        </a:spcAft>
                        <a:buFont typeface="Wingdings" panose="05000000000000000000" pitchFamily="2" charset="2"/>
                        <a:buNone/>
                      </a:pPr>
                      <a:r>
                        <a:rPr lang="en-US" sz="1200" i="0" u="none" baseline="0" dirty="0">
                          <a:latin typeface="+mn-lt"/>
                          <a:ea typeface="Tahoma" panose="020B0604030504040204" pitchFamily="34" charset="0"/>
                          <a:cs typeface="Tahoma" panose="020B0604030504040204" pitchFamily="34" charset="0"/>
                        </a:rPr>
                        <a:t>Email assessments are done via </a:t>
                      </a:r>
                      <a:r>
                        <a:rPr lang="en-US" sz="1200" i="0" u="none" baseline="0" dirty="0" err="1">
                          <a:latin typeface="+mn-lt"/>
                          <a:ea typeface="Tahoma" panose="020B0604030504040204" pitchFamily="34" charset="0"/>
                          <a:cs typeface="Tahoma" panose="020B0604030504040204" pitchFamily="34" charset="0"/>
                        </a:rPr>
                        <a:t>Testmoz</a:t>
                      </a:r>
                      <a:r>
                        <a:rPr lang="en-US" sz="1200" i="0" u="none" baseline="0" dirty="0">
                          <a:latin typeface="+mn-lt"/>
                          <a:ea typeface="Tahoma" panose="020B0604030504040204" pitchFamily="34" charset="0"/>
                          <a:cs typeface="Tahoma" panose="020B0604030504040204" pitchFamily="34" charset="0"/>
                        </a:rPr>
                        <a:t> (online tool)</a:t>
                      </a:r>
                    </a:p>
                    <a:p>
                      <a:pPr marL="0" indent="0" algn="l">
                        <a:spcAft>
                          <a:spcPts val="400"/>
                        </a:spcAft>
                        <a:buFont typeface="Wingdings" panose="05000000000000000000" pitchFamily="2" charset="2"/>
                        <a:buNone/>
                      </a:pPr>
                      <a:r>
                        <a:rPr lang="en-US" sz="1200" i="0" u="none" baseline="0" dirty="0">
                          <a:latin typeface="+mn-lt"/>
                          <a:ea typeface="Tahoma" panose="020B0604030504040204" pitchFamily="34" charset="0"/>
                          <a:cs typeface="Tahoma" panose="020B0604030504040204" pitchFamily="34" charset="0"/>
                        </a:rPr>
                        <a:t>Chat assessments are done via MS Teams</a:t>
                      </a:r>
                    </a:p>
                  </a:txBody>
                  <a:tcPr marT="91440" anchor="ctr">
                    <a:lnL w="38100" cap="flat" cmpd="sng" algn="ctr">
                      <a:solidFill>
                        <a:sysClr val="window" lastClr="FFFFFF"/>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rgbClr val="FBFAF5"/>
                    </a:solidFill>
                  </a:tcPr>
                </a:tc>
                <a:extLst>
                  <a:ext uri="{0D108BD9-81ED-4DB2-BD59-A6C34878D82A}">
                    <a16:rowId xmlns:a16="http://schemas.microsoft.com/office/drawing/2014/main" val="4051576257"/>
                  </a:ext>
                </a:extLst>
              </a:tr>
              <a:tr h="572216">
                <a:tc>
                  <a:txBody>
                    <a:bodyPr/>
                    <a:lstStyle/>
                    <a:p>
                      <a:pPr algn="ctr">
                        <a:spcBef>
                          <a:spcPts val="200"/>
                        </a:spcBef>
                        <a:spcAft>
                          <a:spcPts val="200"/>
                        </a:spcAft>
                      </a:pPr>
                      <a:r>
                        <a:rPr lang="en-US" sz="1200" b="1" dirty="0">
                          <a:solidFill>
                            <a:schemeClr val="tx1"/>
                          </a:solidFill>
                          <a:latin typeface="+mn-lt"/>
                        </a:rPr>
                        <a:t>Form Type</a:t>
                      </a:r>
                    </a:p>
                  </a:txBody>
                  <a:tcPr marT="91440" anchor="ctr">
                    <a:lnL w="38100" cap="flat" cmpd="sng" algn="ctr">
                      <a:solidFill>
                        <a:sysClr val="window" lastClr="FFFFFF"/>
                      </a:solidFill>
                      <a:prstDash val="solid"/>
                      <a:round/>
                      <a:headEnd type="none" w="med" len="med"/>
                      <a:tailEnd type="none" w="med" len="med"/>
                    </a:lnL>
                    <a:lnR w="38100" cap="flat" cmpd="sng" algn="ctr">
                      <a:solidFill>
                        <a:sysClr val="window" lastClr="FFFFFF"/>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200"/>
                        </a:spcBef>
                        <a:spcAft>
                          <a:spcPts val="200"/>
                        </a:spcAft>
                        <a:buClrTx/>
                        <a:buSzTx/>
                        <a:buFont typeface="Wingdings" panose="05000000000000000000" pitchFamily="2" charset="2"/>
                        <a:buNone/>
                        <a:tabLst/>
                        <a:defRPr/>
                      </a:pPr>
                      <a:r>
                        <a:rPr lang="en-US" sz="1200" dirty="0">
                          <a:latin typeface="+mn-lt"/>
                          <a:ea typeface="Tahoma" panose="020B0604030504040204" pitchFamily="34" charset="0"/>
                          <a:cs typeface="Tahoma" panose="020B0604030504040204" pitchFamily="34" charset="0"/>
                        </a:rPr>
                        <a:t>Universal CAT uses a</a:t>
                      </a:r>
                      <a:r>
                        <a:rPr lang="en-US" sz="1200" i="0" u="none" baseline="0" dirty="0">
                          <a:latin typeface="+mn-lt"/>
                          <a:ea typeface="Tahoma" panose="020B0604030504040204" pitchFamily="34" charset="0"/>
                          <a:cs typeface="Tahoma" panose="020B0604030504040204" pitchFamily="34" charset="0"/>
                        </a:rPr>
                        <a:t> standardized form supporting all businesses. This form is housed in the CAT Ecosystem in Lighthouse and will only have a single form designed for all accounts. A standardized </a:t>
                      </a:r>
                      <a:r>
                        <a:rPr lang="en-US" sz="1200" dirty="0">
                          <a:latin typeface="+mn-lt"/>
                          <a:ea typeface="Tahoma" panose="020B0604030504040204" pitchFamily="34" charset="0"/>
                          <a:cs typeface="Tahoma" panose="020B0604030504040204" pitchFamily="34" charset="0"/>
                        </a:rPr>
                        <a:t>handout is used with highly customized scenarios applicable to any LOB. </a:t>
                      </a:r>
                      <a:endParaRPr lang="en-US" sz="1200" i="0" u="none" baseline="0" dirty="0">
                        <a:latin typeface="+mn-lt"/>
                        <a:ea typeface="Tahoma" panose="020B0604030504040204" pitchFamily="34" charset="0"/>
                        <a:cs typeface="Tahoma" panose="020B0604030504040204" pitchFamily="34" charset="0"/>
                      </a:endParaRPr>
                    </a:p>
                  </a:txBody>
                  <a:tcPr marT="91440">
                    <a:lnL w="38100" cap="flat" cmpd="sng" algn="ctr">
                      <a:solidFill>
                        <a:sysClr val="window" lastClr="FFFFFF"/>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196078705"/>
                  </a:ext>
                </a:extLst>
              </a:tr>
            </a:tbl>
          </a:graphicData>
        </a:graphic>
      </p:graphicFrame>
    </p:spTree>
    <p:extLst>
      <p:ext uri="{BB962C8B-B14F-4D97-AF65-F5344CB8AC3E}">
        <p14:creationId xmlns:p14="http://schemas.microsoft.com/office/powerpoint/2010/main" val="34914143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55C9A-9D75-3F04-04F2-B4E752135A01}"/>
              </a:ext>
            </a:extLst>
          </p:cNvPr>
          <p:cNvSpPr>
            <a:spLocks noGrp="1"/>
          </p:cNvSpPr>
          <p:nvPr>
            <p:ph type="title"/>
          </p:nvPr>
        </p:nvSpPr>
        <p:spPr/>
        <p:txBody>
          <a:bodyPr/>
          <a:lstStyle/>
          <a:p>
            <a:r>
              <a:rPr lang="en-US" dirty="0"/>
              <a:t>Voice CAT Endorsement Process</a:t>
            </a:r>
          </a:p>
        </p:txBody>
      </p:sp>
      <p:grpSp>
        <p:nvGrpSpPr>
          <p:cNvPr id="3" name="Group 2">
            <a:extLst>
              <a:ext uri="{FF2B5EF4-FFF2-40B4-BE49-F238E27FC236}">
                <a16:creationId xmlns:a16="http://schemas.microsoft.com/office/drawing/2014/main" id="{ED266F54-B5D1-1D16-D054-2E91B31D8CB5}"/>
              </a:ext>
            </a:extLst>
          </p:cNvPr>
          <p:cNvGrpSpPr/>
          <p:nvPr/>
        </p:nvGrpSpPr>
        <p:grpSpPr>
          <a:xfrm>
            <a:off x="504825" y="1400174"/>
            <a:ext cx="1371600" cy="1828800"/>
            <a:chOff x="504825" y="1276349"/>
            <a:chExt cx="1371600" cy="1828800"/>
          </a:xfrm>
        </p:grpSpPr>
        <p:sp>
          <p:nvSpPr>
            <p:cNvPr id="4" name="Rounded Rectangle 3">
              <a:extLst>
                <a:ext uri="{FF2B5EF4-FFF2-40B4-BE49-F238E27FC236}">
                  <a16:creationId xmlns:a16="http://schemas.microsoft.com/office/drawing/2014/main" id="{E2130CD5-8D0F-42EF-6AF3-0A6FEEC64A98}"/>
                </a:ext>
              </a:extLst>
            </p:cNvPr>
            <p:cNvSpPr/>
            <p:nvPr/>
          </p:nvSpPr>
          <p:spPr>
            <a:xfrm>
              <a:off x="504825" y="1276349"/>
              <a:ext cx="1371600" cy="1828800"/>
            </a:xfrm>
            <a:prstGeom prst="roundRect">
              <a:avLst>
                <a:gd name="adj" fmla="val 9723"/>
              </a:avLst>
            </a:prstGeom>
            <a:solidFill>
              <a:schemeClr val="bg1"/>
            </a:solidFill>
            <a:ln w="19050">
              <a:solidFill>
                <a:schemeClr val="accent2">
                  <a:lumMod val="40000"/>
                  <a:lumOff val="60000"/>
                </a:schemeClr>
              </a:solidFill>
            </a:ln>
            <a:effectLst>
              <a:outerShdw blurRad="127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0"/>
                </a:spcBef>
                <a:spcAft>
                  <a:spcPts val="0"/>
                </a:spcAft>
              </a:pPr>
              <a:endParaRPr lang="en-US" sz="1800" b="0" i="0" u="none" baseline="0" dirty="0">
                <a:solidFill>
                  <a:srgbClr val="FFFFFF"/>
                </a:solidFill>
                <a:latin typeface="Arial"/>
              </a:endParaRPr>
            </a:p>
          </p:txBody>
        </p:sp>
        <p:sp>
          <p:nvSpPr>
            <p:cNvPr id="5" name="TextBox 4">
              <a:extLst>
                <a:ext uri="{FF2B5EF4-FFF2-40B4-BE49-F238E27FC236}">
                  <a16:creationId xmlns:a16="http://schemas.microsoft.com/office/drawing/2014/main" id="{1E452645-678F-A1D1-53E5-E707B185200A}"/>
                </a:ext>
              </a:extLst>
            </p:cNvPr>
            <p:cNvSpPr txBox="1"/>
            <p:nvPr/>
          </p:nvSpPr>
          <p:spPr>
            <a:xfrm>
              <a:off x="542925" y="1983961"/>
              <a:ext cx="1295400" cy="814004"/>
            </a:xfrm>
            <a:prstGeom prst="rect">
              <a:avLst/>
            </a:prstGeom>
            <a:noFill/>
          </p:spPr>
          <p:txBody>
            <a:bodyPr vert="horz" wrap="square" rtlCol="0">
              <a:spAutoFit/>
            </a:bodyPr>
            <a:lstStyle/>
            <a:p>
              <a:pPr algn="l" rtl="0" eaLnBrk="1" fontAlgn="auto" hangingPunct="1">
                <a:lnSpc>
                  <a:spcPct val="120000"/>
                </a:lnSpc>
                <a:spcBef>
                  <a:spcPts val="0"/>
                </a:spcBef>
              </a:pPr>
              <a:r>
                <a:rPr lang="en-US" sz="1000" b="0" i="0" u="none" baseline="0" dirty="0">
                  <a:solidFill>
                    <a:schemeClr val="tx1">
                      <a:lumMod val="75000"/>
                      <a:lumOff val="25000"/>
                    </a:schemeClr>
                  </a:solidFill>
                  <a:latin typeface="Arial"/>
                </a:rPr>
                <a:t>Recruiter creates candidate profile to generate BLAST ID via Lighthouse</a:t>
              </a:r>
            </a:p>
          </p:txBody>
        </p:sp>
      </p:grpSp>
      <p:pic>
        <p:nvPicPr>
          <p:cNvPr id="7" name="Picture 6">
            <a:extLst>
              <a:ext uri="{FF2B5EF4-FFF2-40B4-BE49-F238E27FC236}">
                <a16:creationId xmlns:a16="http://schemas.microsoft.com/office/drawing/2014/main" id="{49E0EB83-3F3A-9FEC-32C9-A4DB8C9AD405}"/>
              </a:ext>
            </a:extLst>
          </p:cNvPr>
          <p:cNvPicPr>
            <a:picLocks noChangeAspect="1"/>
          </p:cNvPicPr>
          <p:nvPr/>
        </p:nvPicPr>
        <p:blipFill>
          <a:blip r:embed="rId2"/>
          <a:stretch>
            <a:fillRect/>
          </a:stretch>
        </p:blipFill>
        <p:spPr>
          <a:xfrm>
            <a:off x="2320413" y="1927125"/>
            <a:ext cx="3775587" cy="775400"/>
          </a:xfrm>
          <a:prstGeom prst="rect">
            <a:avLst/>
          </a:prstGeom>
        </p:spPr>
      </p:pic>
      <p:cxnSp>
        <p:nvCxnSpPr>
          <p:cNvPr id="8" name="Straight Arrow Connector 7">
            <a:extLst>
              <a:ext uri="{FF2B5EF4-FFF2-40B4-BE49-F238E27FC236}">
                <a16:creationId xmlns:a16="http://schemas.microsoft.com/office/drawing/2014/main" id="{667A633C-1726-F1CF-6754-494F61A11F4F}"/>
              </a:ext>
            </a:extLst>
          </p:cNvPr>
          <p:cNvCxnSpPr/>
          <p:nvPr/>
        </p:nvCxnSpPr>
        <p:spPr>
          <a:xfrm>
            <a:off x="1876425" y="2298606"/>
            <a:ext cx="457200" cy="0"/>
          </a:xfrm>
          <a:prstGeom prst="straightConnector1">
            <a:avLst/>
          </a:prstGeom>
          <a:ln w="19050" cap="rnd">
            <a:solidFill>
              <a:schemeClr val="accent2"/>
            </a:solidFill>
            <a:headEnd type="oval" w="lg" len="lg"/>
            <a:tailEnd type="triangle" w="med" len="med"/>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32B15304-C9E6-4DEC-D795-C3F228E7090E}"/>
              </a:ext>
            </a:extLst>
          </p:cNvPr>
          <p:cNvPicPr>
            <a:picLocks noChangeAspect="1"/>
          </p:cNvPicPr>
          <p:nvPr/>
        </p:nvPicPr>
        <p:blipFill>
          <a:blip r:embed="rId3"/>
          <a:stretch>
            <a:fillRect/>
          </a:stretch>
        </p:blipFill>
        <p:spPr>
          <a:xfrm>
            <a:off x="597635" y="1608208"/>
            <a:ext cx="1185980" cy="304699"/>
          </a:xfrm>
          <a:prstGeom prst="rect">
            <a:avLst/>
          </a:prstGeom>
        </p:spPr>
      </p:pic>
      <p:grpSp>
        <p:nvGrpSpPr>
          <p:cNvPr id="11" name="Group 10">
            <a:extLst>
              <a:ext uri="{FF2B5EF4-FFF2-40B4-BE49-F238E27FC236}">
                <a16:creationId xmlns:a16="http://schemas.microsoft.com/office/drawing/2014/main" id="{86943918-4E45-6358-DB74-582A30C872DD}"/>
              </a:ext>
            </a:extLst>
          </p:cNvPr>
          <p:cNvGrpSpPr/>
          <p:nvPr/>
        </p:nvGrpSpPr>
        <p:grpSpPr>
          <a:xfrm>
            <a:off x="5224281" y="4255220"/>
            <a:ext cx="1371600" cy="1828800"/>
            <a:chOff x="504825" y="1276349"/>
            <a:chExt cx="1371600" cy="1828800"/>
          </a:xfrm>
        </p:grpSpPr>
        <p:sp>
          <p:nvSpPr>
            <p:cNvPr id="12" name="Rounded Rectangle 216">
              <a:extLst>
                <a:ext uri="{FF2B5EF4-FFF2-40B4-BE49-F238E27FC236}">
                  <a16:creationId xmlns:a16="http://schemas.microsoft.com/office/drawing/2014/main" id="{2BC47C42-D194-F29D-9315-87D17F3AAE96}"/>
                </a:ext>
              </a:extLst>
            </p:cNvPr>
            <p:cNvSpPr/>
            <p:nvPr/>
          </p:nvSpPr>
          <p:spPr>
            <a:xfrm>
              <a:off x="504825" y="1276349"/>
              <a:ext cx="1371600" cy="1828800"/>
            </a:xfrm>
            <a:prstGeom prst="roundRect">
              <a:avLst>
                <a:gd name="adj" fmla="val 9723"/>
              </a:avLst>
            </a:prstGeom>
            <a:solidFill>
              <a:schemeClr val="bg1"/>
            </a:solidFill>
            <a:ln w="19050">
              <a:solidFill>
                <a:schemeClr val="accent1">
                  <a:lumMod val="60000"/>
                  <a:lumOff val="40000"/>
                </a:schemeClr>
              </a:solidFill>
            </a:ln>
            <a:effectLst>
              <a:outerShdw blurRad="127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0"/>
                </a:spcBef>
                <a:spcAft>
                  <a:spcPts val="0"/>
                </a:spcAft>
              </a:pPr>
              <a:endParaRPr lang="en-US" sz="1800" b="0" i="0" u="none" baseline="0" dirty="0">
                <a:solidFill>
                  <a:srgbClr val="FFFFFF"/>
                </a:solidFill>
                <a:latin typeface="Arial"/>
              </a:endParaRPr>
            </a:p>
          </p:txBody>
        </p:sp>
        <p:sp>
          <p:nvSpPr>
            <p:cNvPr id="13" name="TextBox 12">
              <a:extLst>
                <a:ext uri="{FF2B5EF4-FFF2-40B4-BE49-F238E27FC236}">
                  <a16:creationId xmlns:a16="http://schemas.microsoft.com/office/drawing/2014/main" id="{E4F6E904-30AD-2678-3469-F94F31BA6C04}"/>
                </a:ext>
              </a:extLst>
            </p:cNvPr>
            <p:cNvSpPr txBox="1"/>
            <p:nvPr/>
          </p:nvSpPr>
          <p:spPr>
            <a:xfrm>
              <a:off x="542925" y="2171698"/>
              <a:ext cx="1295400" cy="629339"/>
            </a:xfrm>
            <a:prstGeom prst="rect">
              <a:avLst/>
            </a:prstGeom>
            <a:noFill/>
          </p:spPr>
          <p:txBody>
            <a:bodyPr vert="horz" wrap="square" rtlCol="0">
              <a:spAutoFit/>
            </a:bodyPr>
            <a:lstStyle/>
            <a:p>
              <a:pPr algn="l" rtl="0" eaLnBrk="1" fontAlgn="auto" hangingPunct="1">
                <a:lnSpc>
                  <a:spcPct val="120000"/>
                </a:lnSpc>
                <a:spcBef>
                  <a:spcPts val="0"/>
                </a:spcBef>
              </a:pPr>
              <a:r>
                <a:rPr lang="en-US" sz="1000" b="0" i="0" u="none" dirty="0">
                  <a:solidFill>
                    <a:srgbClr val="55565A"/>
                  </a:solidFill>
                  <a:latin typeface="Arial"/>
                </a:rPr>
                <a:t>Assessment form is accessed via Lighthouse</a:t>
              </a:r>
              <a:endParaRPr lang="en-US" sz="1000" b="0" i="0" u="none" baseline="0" dirty="0">
                <a:solidFill>
                  <a:srgbClr val="55565A"/>
                </a:solidFill>
                <a:latin typeface="Arial"/>
              </a:endParaRPr>
            </a:p>
          </p:txBody>
        </p:sp>
      </p:grpSp>
      <p:pic>
        <p:nvPicPr>
          <p:cNvPr id="15" name="Picture 14">
            <a:extLst>
              <a:ext uri="{FF2B5EF4-FFF2-40B4-BE49-F238E27FC236}">
                <a16:creationId xmlns:a16="http://schemas.microsoft.com/office/drawing/2014/main" id="{06DC888C-0E31-5577-441B-31D619DDD79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62381" y="4285334"/>
            <a:ext cx="1179871" cy="884903"/>
          </a:xfrm>
          <a:prstGeom prst="rect">
            <a:avLst/>
          </a:prstGeom>
        </p:spPr>
      </p:pic>
      <p:sp>
        <p:nvSpPr>
          <p:cNvPr id="16" name="TextBox 15">
            <a:extLst>
              <a:ext uri="{FF2B5EF4-FFF2-40B4-BE49-F238E27FC236}">
                <a16:creationId xmlns:a16="http://schemas.microsoft.com/office/drawing/2014/main" id="{AF5FDC85-D5CB-8892-B48F-AA3F5D50CE51}"/>
              </a:ext>
            </a:extLst>
          </p:cNvPr>
          <p:cNvSpPr txBox="1"/>
          <p:nvPr/>
        </p:nvSpPr>
        <p:spPr>
          <a:xfrm>
            <a:off x="2207034" y="2843173"/>
            <a:ext cx="3888966" cy="444674"/>
          </a:xfrm>
          <a:prstGeom prst="rect">
            <a:avLst/>
          </a:prstGeom>
          <a:noFill/>
        </p:spPr>
        <p:txBody>
          <a:bodyPr vert="horz" wrap="square" rtlCol="0">
            <a:spAutoFit/>
          </a:bodyPr>
          <a:lstStyle/>
          <a:p>
            <a:pPr algn="ctr" rtl="0" eaLnBrk="1" fontAlgn="auto" hangingPunct="1">
              <a:lnSpc>
                <a:spcPct val="120000"/>
              </a:lnSpc>
              <a:spcBef>
                <a:spcPts val="0"/>
              </a:spcBef>
            </a:pPr>
            <a:r>
              <a:rPr lang="en-US" sz="1000" b="1" dirty="0">
                <a:solidFill>
                  <a:schemeClr val="tx1">
                    <a:lumMod val="75000"/>
                    <a:lumOff val="25000"/>
                  </a:schemeClr>
                </a:solidFill>
                <a:latin typeface="Arial"/>
              </a:rPr>
              <a:t>Candidates with valid BLAST IDs will be endorsed to the CAT Center via Samespace</a:t>
            </a:r>
            <a:endParaRPr lang="en-US" sz="1000" b="1" i="0" u="none" baseline="0" dirty="0">
              <a:solidFill>
                <a:schemeClr val="tx1">
                  <a:lumMod val="75000"/>
                  <a:lumOff val="25000"/>
                </a:schemeClr>
              </a:solidFill>
              <a:latin typeface="Arial"/>
            </a:endParaRPr>
          </a:p>
        </p:txBody>
      </p:sp>
      <p:pic>
        <p:nvPicPr>
          <p:cNvPr id="18" name="Picture 17">
            <a:extLst>
              <a:ext uri="{FF2B5EF4-FFF2-40B4-BE49-F238E27FC236}">
                <a16:creationId xmlns:a16="http://schemas.microsoft.com/office/drawing/2014/main" id="{37AA84AB-04B3-4ABA-1894-BC02ADC64DB3}"/>
              </a:ext>
            </a:extLst>
          </p:cNvPr>
          <p:cNvPicPr>
            <a:picLocks noChangeAspect="1"/>
          </p:cNvPicPr>
          <p:nvPr/>
        </p:nvPicPr>
        <p:blipFill>
          <a:blip r:embed="rId5"/>
          <a:stretch>
            <a:fillRect/>
          </a:stretch>
        </p:blipFill>
        <p:spPr>
          <a:xfrm>
            <a:off x="597635" y="4178709"/>
            <a:ext cx="3979733" cy="1679346"/>
          </a:xfrm>
          <a:prstGeom prst="rect">
            <a:avLst/>
          </a:prstGeom>
        </p:spPr>
      </p:pic>
      <p:cxnSp>
        <p:nvCxnSpPr>
          <p:cNvPr id="19" name="Elbow Connector 17">
            <a:extLst>
              <a:ext uri="{FF2B5EF4-FFF2-40B4-BE49-F238E27FC236}">
                <a16:creationId xmlns:a16="http://schemas.microsoft.com/office/drawing/2014/main" id="{83B5D967-D407-CCA5-94C8-5BAA32DD64EE}"/>
              </a:ext>
            </a:extLst>
          </p:cNvPr>
          <p:cNvCxnSpPr>
            <a:cxnSpLocks/>
          </p:cNvCxnSpPr>
          <p:nvPr/>
        </p:nvCxnSpPr>
        <p:spPr>
          <a:xfrm rot="5400000">
            <a:off x="2901142" y="3595018"/>
            <a:ext cx="826725" cy="493678"/>
          </a:xfrm>
          <a:prstGeom prst="bentConnector3">
            <a:avLst>
              <a:gd name="adj1" fmla="val 50000"/>
            </a:avLst>
          </a:prstGeom>
          <a:ln w="19050" cap="rnd">
            <a:gradFill>
              <a:gsLst>
                <a:gs pos="0">
                  <a:schemeClr val="accent2"/>
                </a:gs>
                <a:gs pos="100000">
                  <a:schemeClr val="accent1"/>
                </a:gs>
              </a:gsLst>
              <a:lin ang="5400000" scaled="0"/>
            </a:gradFill>
            <a:headEnd type="oval" w="lg" len="lg"/>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48745474-4829-E8ED-9BC0-E7550B30BE1F}"/>
              </a:ext>
            </a:extLst>
          </p:cNvPr>
          <p:cNvCxnSpPr>
            <a:cxnSpLocks/>
          </p:cNvCxnSpPr>
          <p:nvPr/>
        </p:nvCxnSpPr>
        <p:spPr>
          <a:xfrm>
            <a:off x="4577368" y="5153284"/>
            <a:ext cx="569484" cy="0"/>
          </a:xfrm>
          <a:prstGeom prst="straightConnector1">
            <a:avLst/>
          </a:prstGeom>
          <a:ln w="19050" cap="rnd">
            <a:solidFill>
              <a:schemeClr val="accent1"/>
            </a:solidFill>
            <a:headEnd type="oval" w="lg" len="lg"/>
            <a:tailEnd type="triangle" w="med" len="med"/>
          </a:ln>
        </p:spPr>
        <p:style>
          <a:lnRef idx="1">
            <a:schemeClr val="accent1"/>
          </a:lnRef>
          <a:fillRef idx="0">
            <a:schemeClr val="accent1"/>
          </a:fillRef>
          <a:effectRef idx="0">
            <a:schemeClr val="accent1"/>
          </a:effectRef>
          <a:fontRef idx="minor">
            <a:schemeClr val="tx1"/>
          </a:fontRef>
        </p:style>
      </p:cxnSp>
      <p:pic>
        <p:nvPicPr>
          <p:cNvPr id="24" name="Picture 23">
            <a:extLst>
              <a:ext uri="{FF2B5EF4-FFF2-40B4-BE49-F238E27FC236}">
                <a16:creationId xmlns:a16="http://schemas.microsoft.com/office/drawing/2014/main" id="{F39854DC-8BC6-58FA-EF37-87ACDDC0F960}"/>
              </a:ext>
            </a:extLst>
          </p:cNvPr>
          <p:cNvPicPr>
            <a:picLocks noChangeAspect="1"/>
          </p:cNvPicPr>
          <p:nvPr/>
        </p:nvPicPr>
        <p:blipFill>
          <a:blip r:embed="rId6"/>
          <a:stretch>
            <a:fillRect/>
          </a:stretch>
        </p:blipFill>
        <p:spPr>
          <a:xfrm>
            <a:off x="7170266" y="4285334"/>
            <a:ext cx="3912638" cy="1679347"/>
          </a:xfrm>
          <a:prstGeom prst="rect">
            <a:avLst/>
          </a:prstGeom>
        </p:spPr>
      </p:pic>
      <p:cxnSp>
        <p:nvCxnSpPr>
          <p:cNvPr id="26" name="Straight Arrow Connector 25">
            <a:extLst>
              <a:ext uri="{FF2B5EF4-FFF2-40B4-BE49-F238E27FC236}">
                <a16:creationId xmlns:a16="http://schemas.microsoft.com/office/drawing/2014/main" id="{D4B94EEB-6E99-2936-30B7-8E3F3918AB89}"/>
              </a:ext>
            </a:extLst>
          </p:cNvPr>
          <p:cNvCxnSpPr>
            <a:cxnSpLocks/>
          </p:cNvCxnSpPr>
          <p:nvPr/>
        </p:nvCxnSpPr>
        <p:spPr>
          <a:xfrm>
            <a:off x="6595881" y="5150568"/>
            <a:ext cx="569484" cy="0"/>
          </a:xfrm>
          <a:prstGeom prst="straightConnector1">
            <a:avLst/>
          </a:prstGeom>
          <a:ln w="19050" cap="rnd">
            <a:solidFill>
              <a:schemeClr val="accent1"/>
            </a:solidFill>
            <a:headEnd type="oval" w="lg" len="lg"/>
            <a:tailEnd type="triangle" w="med" len="med"/>
          </a:ln>
        </p:spPr>
        <p:style>
          <a:lnRef idx="1">
            <a:schemeClr val="accent1"/>
          </a:lnRef>
          <a:fillRef idx="0">
            <a:schemeClr val="accent1"/>
          </a:fillRef>
          <a:effectRef idx="0">
            <a:schemeClr val="accent1"/>
          </a:effectRef>
          <a:fontRef idx="minor">
            <a:schemeClr val="tx1"/>
          </a:fontRef>
        </p:style>
      </p:cxnSp>
      <p:pic>
        <p:nvPicPr>
          <p:cNvPr id="28" name="Picture 27">
            <a:extLst>
              <a:ext uri="{FF2B5EF4-FFF2-40B4-BE49-F238E27FC236}">
                <a16:creationId xmlns:a16="http://schemas.microsoft.com/office/drawing/2014/main" id="{93A27879-868E-4517-54A4-AA248D93CB70}"/>
              </a:ext>
            </a:extLst>
          </p:cNvPr>
          <p:cNvPicPr>
            <a:picLocks noChangeAspect="1"/>
          </p:cNvPicPr>
          <p:nvPr/>
        </p:nvPicPr>
        <p:blipFill>
          <a:blip r:embed="rId7"/>
          <a:stretch>
            <a:fillRect/>
          </a:stretch>
        </p:blipFill>
        <p:spPr>
          <a:xfrm>
            <a:off x="6599578" y="1187897"/>
            <a:ext cx="4994787" cy="2253353"/>
          </a:xfrm>
          <a:prstGeom prst="rect">
            <a:avLst/>
          </a:prstGeom>
        </p:spPr>
      </p:pic>
      <p:cxnSp>
        <p:nvCxnSpPr>
          <p:cNvPr id="29" name="Straight Connector 28">
            <a:extLst>
              <a:ext uri="{FF2B5EF4-FFF2-40B4-BE49-F238E27FC236}">
                <a16:creationId xmlns:a16="http://schemas.microsoft.com/office/drawing/2014/main" id="{7708D6A7-F7CB-9C9C-7668-B88EAF9E8189}"/>
              </a:ext>
            </a:extLst>
          </p:cNvPr>
          <p:cNvCxnSpPr/>
          <p:nvPr/>
        </p:nvCxnSpPr>
        <p:spPr>
          <a:xfrm>
            <a:off x="6331973" y="1168192"/>
            <a:ext cx="0" cy="2377440"/>
          </a:xfrm>
          <a:prstGeom prst="line">
            <a:avLst/>
          </a:prstGeom>
          <a:ln w="19050" cap="rnd">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7AD52031-D592-CC6F-0B30-D8ABAA6D990C}"/>
              </a:ext>
            </a:extLst>
          </p:cNvPr>
          <p:cNvCxnSpPr>
            <a:cxnSpLocks/>
          </p:cNvCxnSpPr>
          <p:nvPr/>
        </p:nvCxnSpPr>
        <p:spPr>
          <a:xfrm flipH="1">
            <a:off x="529377" y="3835685"/>
            <a:ext cx="10994029" cy="0"/>
          </a:xfrm>
          <a:prstGeom prst="line">
            <a:avLst/>
          </a:prstGeom>
          <a:ln w="19050" cap="rnd">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18A59833-2076-0B6A-D521-8678C450B3F1}"/>
              </a:ext>
            </a:extLst>
          </p:cNvPr>
          <p:cNvCxnSpPr/>
          <p:nvPr/>
        </p:nvCxnSpPr>
        <p:spPr>
          <a:xfrm>
            <a:off x="6138681" y="2298606"/>
            <a:ext cx="457200" cy="0"/>
          </a:xfrm>
          <a:prstGeom prst="straightConnector1">
            <a:avLst/>
          </a:prstGeom>
          <a:ln w="19050" cap="rnd">
            <a:solidFill>
              <a:schemeClr val="accent2"/>
            </a:solidFill>
            <a:headEnd type="oval" w="lg" len="lg"/>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C8C296D8-68CB-E661-E0E0-D453AC7C2496}"/>
              </a:ext>
            </a:extLst>
          </p:cNvPr>
          <p:cNvCxnSpPr>
            <a:cxnSpLocks/>
          </p:cNvCxnSpPr>
          <p:nvPr/>
        </p:nvCxnSpPr>
        <p:spPr>
          <a:xfrm flipV="1">
            <a:off x="9096971" y="3609537"/>
            <a:ext cx="0" cy="645683"/>
          </a:xfrm>
          <a:prstGeom prst="straightConnector1">
            <a:avLst/>
          </a:prstGeom>
          <a:ln w="19050" cap="rnd">
            <a:solidFill>
              <a:schemeClr val="accent2"/>
            </a:solidFill>
            <a:headEnd type="oval" w="lg" len="lg"/>
            <a:tailEnd type="triangle" w="med" len="med"/>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BEB838C-C8A1-5593-B33F-236429679925}"/>
              </a:ext>
            </a:extLst>
          </p:cNvPr>
          <p:cNvSpPr txBox="1"/>
          <p:nvPr/>
        </p:nvSpPr>
        <p:spPr>
          <a:xfrm>
            <a:off x="9096971" y="3950170"/>
            <a:ext cx="2352404" cy="260008"/>
          </a:xfrm>
          <a:prstGeom prst="rect">
            <a:avLst/>
          </a:prstGeom>
          <a:noFill/>
        </p:spPr>
        <p:txBody>
          <a:bodyPr vert="horz" wrap="square" rtlCol="0">
            <a:spAutoFit/>
          </a:bodyPr>
          <a:lstStyle/>
          <a:p>
            <a:pPr algn="ctr" rtl="0" eaLnBrk="1" fontAlgn="auto" hangingPunct="1">
              <a:lnSpc>
                <a:spcPct val="120000"/>
              </a:lnSpc>
              <a:spcBef>
                <a:spcPts val="0"/>
              </a:spcBef>
            </a:pPr>
            <a:r>
              <a:rPr lang="en-US" sz="1000" b="1" dirty="0">
                <a:solidFill>
                  <a:schemeClr val="tx1">
                    <a:lumMod val="75000"/>
                    <a:lumOff val="25000"/>
                  </a:schemeClr>
                </a:solidFill>
                <a:latin typeface="Arial"/>
              </a:rPr>
              <a:t>Results are published real time</a:t>
            </a:r>
            <a:endParaRPr lang="en-US" sz="1000" b="1" i="0" u="none" baseline="0" dirty="0">
              <a:solidFill>
                <a:schemeClr val="tx1">
                  <a:lumMod val="75000"/>
                  <a:lumOff val="25000"/>
                </a:schemeClr>
              </a:solidFill>
              <a:latin typeface="Arial"/>
            </a:endParaRPr>
          </a:p>
        </p:txBody>
      </p:sp>
    </p:spTree>
    <p:extLst>
      <p:ext uri="{BB962C8B-B14F-4D97-AF65-F5344CB8AC3E}">
        <p14:creationId xmlns:p14="http://schemas.microsoft.com/office/powerpoint/2010/main" val="18392590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BF1A22-E7B8-47DF-01F2-9408FDD24A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D26D9E-7F2E-A4AD-906E-377D76A7EC6C}"/>
              </a:ext>
            </a:extLst>
          </p:cNvPr>
          <p:cNvSpPr>
            <a:spLocks noGrp="1"/>
          </p:cNvSpPr>
          <p:nvPr>
            <p:ph type="title"/>
          </p:nvPr>
        </p:nvSpPr>
        <p:spPr/>
        <p:txBody>
          <a:bodyPr/>
          <a:lstStyle/>
          <a:p>
            <a:r>
              <a:rPr lang="en-US" dirty="0"/>
              <a:t>Non-voice CAT Endorsement Process (Email)</a:t>
            </a:r>
          </a:p>
        </p:txBody>
      </p:sp>
      <p:grpSp>
        <p:nvGrpSpPr>
          <p:cNvPr id="3" name="Group 2">
            <a:extLst>
              <a:ext uri="{FF2B5EF4-FFF2-40B4-BE49-F238E27FC236}">
                <a16:creationId xmlns:a16="http://schemas.microsoft.com/office/drawing/2014/main" id="{9127DD3C-7926-669A-6036-F5305A1689BB}"/>
              </a:ext>
            </a:extLst>
          </p:cNvPr>
          <p:cNvGrpSpPr/>
          <p:nvPr/>
        </p:nvGrpSpPr>
        <p:grpSpPr>
          <a:xfrm>
            <a:off x="504825" y="1400174"/>
            <a:ext cx="1371600" cy="1828800"/>
            <a:chOff x="504825" y="1276349"/>
            <a:chExt cx="1371600" cy="1828800"/>
          </a:xfrm>
        </p:grpSpPr>
        <p:sp>
          <p:nvSpPr>
            <p:cNvPr id="4" name="Rounded Rectangle 3">
              <a:extLst>
                <a:ext uri="{FF2B5EF4-FFF2-40B4-BE49-F238E27FC236}">
                  <a16:creationId xmlns:a16="http://schemas.microsoft.com/office/drawing/2014/main" id="{6EEAFB0B-1A9C-8DE7-C22F-FB17E9D8D0A0}"/>
                </a:ext>
              </a:extLst>
            </p:cNvPr>
            <p:cNvSpPr/>
            <p:nvPr/>
          </p:nvSpPr>
          <p:spPr>
            <a:xfrm>
              <a:off x="504825" y="1276349"/>
              <a:ext cx="1371600" cy="1828800"/>
            </a:xfrm>
            <a:prstGeom prst="roundRect">
              <a:avLst>
                <a:gd name="adj" fmla="val 9723"/>
              </a:avLst>
            </a:prstGeom>
            <a:solidFill>
              <a:schemeClr val="bg1"/>
            </a:solidFill>
            <a:ln w="19050">
              <a:solidFill>
                <a:schemeClr val="accent2">
                  <a:lumMod val="40000"/>
                  <a:lumOff val="60000"/>
                </a:schemeClr>
              </a:solidFill>
            </a:ln>
            <a:effectLst>
              <a:outerShdw blurRad="127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0"/>
                </a:spcBef>
                <a:spcAft>
                  <a:spcPts val="0"/>
                </a:spcAft>
              </a:pPr>
              <a:endParaRPr lang="en-US" sz="1800" b="0" i="0" u="none" baseline="0" dirty="0">
                <a:solidFill>
                  <a:srgbClr val="FFFFFF"/>
                </a:solidFill>
                <a:latin typeface="Arial"/>
              </a:endParaRPr>
            </a:p>
          </p:txBody>
        </p:sp>
        <p:sp>
          <p:nvSpPr>
            <p:cNvPr id="5" name="TextBox 4">
              <a:extLst>
                <a:ext uri="{FF2B5EF4-FFF2-40B4-BE49-F238E27FC236}">
                  <a16:creationId xmlns:a16="http://schemas.microsoft.com/office/drawing/2014/main" id="{D3AF901D-45A3-731D-0C1E-F44FBBE966D8}"/>
                </a:ext>
              </a:extLst>
            </p:cNvPr>
            <p:cNvSpPr txBox="1"/>
            <p:nvPr/>
          </p:nvSpPr>
          <p:spPr>
            <a:xfrm>
              <a:off x="542925" y="1983961"/>
              <a:ext cx="1295400" cy="814004"/>
            </a:xfrm>
            <a:prstGeom prst="rect">
              <a:avLst/>
            </a:prstGeom>
            <a:noFill/>
          </p:spPr>
          <p:txBody>
            <a:bodyPr vert="horz" wrap="square" rtlCol="0">
              <a:spAutoFit/>
            </a:bodyPr>
            <a:lstStyle/>
            <a:p>
              <a:pPr algn="l" rtl="0" eaLnBrk="1" fontAlgn="auto" hangingPunct="1">
                <a:lnSpc>
                  <a:spcPct val="120000"/>
                </a:lnSpc>
                <a:spcBef>
                  <a:spcPts val="0"/>
                </a:spcBef>
              </a:pPr>
              <a:r>
                <a:rPr lang="en-US" sz="1000" b="0" i="0" u="none" baseline="0" dirty="0">
                  <a:solidFill>
                    <a:schemeClr val="tx1">
                      <a:lumMod val="75000"/>
                      <a:lumOff val="25000"/>
                    </a:schemeClr>
                  </a:solidFill>
                  <a:latin typeface="Arial"/>
                </a:rPr>
                <a:t>Recruiter creates candidate profile to generate BLAST ID via Lighthouse</a:t>
              </a:r>
            </a:p>
          </p:txBody>
        </p:sp>
      </p:grpSp>
      <p:pic>
        <p:nvPicPr>
          <p:cNvPr id="7" name="Picture 6">
            <a:extLst>
              <a:ext uri="{FF2B5EF4-FFF2-40B4-BE49-F238E27FC236}">
                <a16:creationId xmlns:a16="http://schemas.microsoft.com/office/drawing/2014/main" id="{69705FF1-5B67-8BE4-D1B4-FAF1EDC430DD}"/>
              </a:ext>
            </a:extLst>
          </p:cNvPr>
          <p:cNvPicPr>
            <a:picLocks noChangeAspect="1"/>
          </p:cNvPicPr>
          <p:nvPr/>
        </p:nvPicPr>
        <p:blipFill>
          <a:blip r:embed="rId2"/>
          <a:stretch>
            <a:fillRect/>
          </a:stretch>
        </p:blipFill>
        <p:spPr>
          <a:xfrm>
            <a:off x="2320413" y="1927125"/>
            <a:ext cx="3775587" cy="775400"/>
          </a:xfrm>
          <a:prstGeom prst="rect">
            <a:avLst/>
          </a:prstGeom>
        </p:spPr>
      </p:pic>
      <p:cxnSp>
        <p:nvCxnSpPr>
          <p:cNvPr id="8" name="Straight Arrow Connector 7">
            <a:extLst>
              <a:ext uri="{FF2B5EF4-FFF2-40B4-BE49-F238E27FC236}">
                <a16:creationId xmlns:a16="http://schemas.microsoft.com/office/drawing/2014/main" id="{3C8A4FD0-AEFD-6A7F-AC69-88905154A7D0}"/>
              </a:ext>
            </a:extLst>
          </p:cNvPr>
          <p:cNvCxnSpPr/>
          <p:nvPr/>
        </p:nvCxnSpPr>
        <p:spPr>
          <a:xfrm>
            <a:off x="1876425" y="2298606"/>
            <a:ext cx="457200" cy="0"/>
          </a:xfrm>
          <a:prstGeom prst="straightConnector1">
            <a:avLst/>
          </a:prstGeom>
          <a:ln w="19050" cap="rnd">
            <a:solidFill>
              <a:schemeClr val="accent2"/>
            </a:solidFill>
            <a:headEnd type="oval" w="lg" len="lg"/>
            <a:tailEnd type="triangle" w="med" len="med"/>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7885F5D4-942E-155A-F80F-034B8A8E97D5}"/>
              </a:ext>
            </a:extLst>
          </p:cNvPr>
          <p:cNvPicPr>
            <a:picLocks noChangeAspect="1"/>
          </p:cNvPicPr>
          <p:nvPr/>
        </p:nvPicPr>
        <p:blipFill>
          <a:blip r:embed="rId3"/>
          <a:stretch>
            <a:fillRect/>
          </a:stretch>
        </p:blipFill>
        <p:spPr>
          <a:xfrm>
            <a:off x="597635" y="1608208"/>
            <a:ext cx="1185980" cy="304699"/>
          </a:xfrm>
          <a:prstGeom prst="rect">
            <a:avLst/>
          </a:prstGeom>
        </p:spPr>
      </p:pic>
      <p:grpSp>
        <p:nvGrpSpPr>
          <p:cNvPr id="11" name="Group 10">
            <a:extLst>
              <a:ext uri="{FF2B5EF4-FFF2-40B4-BE49-F238E27FC236}">
                <a16:creationId xmlns:a16="http://schemas.microsoft.com/office/drawing/2014/main" id="{4BA12663-7784-D5B8-7A0A-1157539D32CA}"/>
              </a:ext>
            </a:extLst>
          </p:cNvPr>
          <p:cNvGrpSpPr/>
          <p:nvPr/>
        </p:nvGrpSpPr>
        <p:grpSpPr>
          <a:xfrm>
            <a:off x="4960373" y="4247181"/>
            <a:ext cx="1371600" cy="1828800"/>
            <a:chOff x="504825" y="1276349"/>
            <a:chExt cx="1371600" cy="1828800"/>
          </a:xfrm>
        </p:grpSpPr>
        <p:sp>
          <p:nvSpPr>
            <p:cNvPr id="12" name="Rounded Rectangle 216">
              <a:extLst>
                <a:ext uri="{FF2B5EF4-FFF2-40B4-BE49-F238E27FC236}">
                  <a16:creationId xmlns:a16="http://schemas.microsoft.com/office/drawing/2014/main" id="{21193C71-E38F-C862-78C9-059137B4214A}"/>
                </a:ext>
              </a:extLst>
            </p:cNvPr>
            <p:cNvSpPr/>
            <p:nvPr/>
          </p:nvSpPr>
          <p:spPr>
            <a:xfrm>
              <a:off x="504825" y="1276349"/>
              <a:ext cx="1371600" cy="1828800"/>
            </a:xfrm>
            <a:prstGeom prst="roundRect">
              <a:avLst>
                <a:gd name="adj" fmla="val 9723"/>
              </a:avLst>
            </a:prstGeom>
            <a:solidFill>
              <a:schemeClr val="bg1"/>
            </a:solidFill>
            <a:ln w="19050">
              <a:solidFill>
                <a:schemeClr val="accent1">
                  <a:lumMod val="60000"/>
                  <a:lumOff val="40000"/>
                </a:schemeClr>
              </a:solidFill>
            </a:ln>
            <a:effectLst>
              <a:outerShdw blurRad="127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0"/>
                </a:spcBef>
                <a:spcAft>
                  <a:spcPts val="0"/>
                </a:spcAft>
              </a:pPr>
              <a:endParaRPr lang="en-US" sz="1800" b="0" i="0" u="none" baseline="0" dirty="0">
                <a:solidFill>
                  <a:srgbClr val="FFFFFF"/>
                </a:solidFill>
                <a:latin typeface="Arial"/>
              </a:endParaRPr>
            </a:p>
          </p:txBody>
        </p:sp>
        <p:sp>
          <p:nvSpPr>
            <p:cNvPr id="13" name="TextBox 12">
              <a:extLst>
                <a:ext uri="{FF2B5EF4-FFF2-40B4-BE49-F238E27FC236}">
                  <a16:creationId xmlns:a16="http://schemas.microsoft.com/office/drawing/2014/main" id="{373CAAC4-AC8C-6E54-3AB4-68DABD76DECC}"/>
                </a:ext>
              </a:extLst>
            </p:cNvPr>
            <p:cNvSpPr txBox="1"/>
            <p:nvPr/>
          </p:nvSpPr>
          <p:spPr>
            <a:xfrm>
              <a:off x="542925" y="2171698"/>
              <a:ext cx="1295400" cy="629339"/>
            </a:xfrm>
            <a:prstGeom prst="rect">
              <a:avLst/>
            </a:prstGeom>
            <a:noFill/>
          </p:spPr>
          <p:txBody>
            <a:bodyPr vert="horz" wrap="square" rtlCol="0">
              <a:spAutoFit/>
            </a:bodyPr>
            <a:lstStyle/>
            <a:p>
              <a:pPr>
                <a:lnSpc>
                  <a:spcPct val="120000"/>
                </a:lnSpc>
              </a:pPr>
              <a:r>
                <a:rPr lang="en-US" sz="1000" dirty="0">
                  <a:solidFill>
                    <a:srgbClr val="55565A"/>
                  </a:solidFill>
                </a:rPr>
                <a:t>Assessment form is accessed via Lighthouse</a:t>
              </a:r>
            </a:p>
          </p:txBody>
        </p:sp>
      </p:grpSp>
      <p:pic>
        <p:nvPicPr>
          <p:cNvPr id="15" name="Picture 14">
            <a:extLst>
              <a:ext uri="{FF2B5EF4-FFF2-40B4-BE49-F238E27FC236}">
                <a16:creationId xmlns:a16="http://schemas.microsoft.com/office/drawing/2014/main" id="{B50F1C35-43F4-489C-4215-9D0DD5D7632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98473" y="4277295"/>
            <a:ext cx="1179871" cy="884903"/>
          </a:xfrm>
          <a:prstGeom prst="rect">
            <a:avLst/>
          </a:prstGeom>
        </p:spPr>
      </p:pic>
      <p:sp>
        <p:nvSpPr>
          <p:cNvPr id="16" name="TextBox 15">
            <a:extLst>
              <a:ext uri="{FF2B5EF4-FFF2-40B4-BE49-F238E27FC236}">
                <a16:creationId xmlns:a16="http://schemas.microsoft.com/office/drawing/2014/main" id="{596D4C0B-32CD-B13B-CBAE-B11CCF86FCEF}"/>
              </a:ext>
            </a:extLst>
          </p:cNvPr>
          <p:cNvSpPr txBox="1"/>
          <p:nvPr/>
        </p:nvSpPr>
        <p:spPr>
          <a:xfrm>
            <a:off x="2207034" y="2843173"/>
            <a:ext cx="3888966" cy="629339"/>
          </a:xfrm>
          <a:prstGeom prst="rect">
            <a:avLst/>
          </a:prstGeom>
          <a:noFill/>
        </p:spPr>
        <p:txBody>
          <a:bodyPr vert="horz" wrap="square" rtlCol="0">
            <a:spAutoFit/>
          </a:bodyPr>
          <a:lstStyle/>
          <a:p>
            <a:pPr algn="ctr" rtl="0" eaLnBrk="1" fontAlgn="auto" hangingPunct="1">
              <a:lnSpc>
                <a:spcPct val="120000"/>
              </a:lnSpc>
              <a:spcBef>
                <a:spcPts val="0"/>
              </a:spcBef>
            </a:pPr>
            <a:r>
              <a:rPr lang="en-US" sz="1000" b="1" dirty="0">
                <a:solidFill>
                  <a:schemeClr val="tx1">
                    <a:lumMod val="75000"/>
                    <a:lumOff val="25000"/>
                  </a:schemeClr>
                </a:solidFill>
                <a:latin typeface="Arial"/>
              </a:rPr>
              <a:t>Candidates with valid BLAST IDs will be endorsed to the CAT Center via </a:t>
            </a:r>
            <a:r>
              <a:rPr lang="en-US" sz="1000" b="1" dirty="0" err="1">
                <a:solidFill>
                  <a:schemeClr val="tx1">
                    <a:lumMod val="75000"/>
                    <a:lumOff val="25000"/>
                  </a:schemeClr>
                </a:solidFill>
                <a:latin typeface="Arial"/>
              </a:rPr>
              <a:t>Testmoz</a:t>
            </a:r>
            <a:r>
              <a:rPr lang="en-US" sz="1000" b="1" dirty="0">
                <a:solidFill>
                  <a:schemeClr val="tx1">
                    <a:lumMod val="75000"/>
                    <a:lumOff val="25000"/>
                  </a:schemeClr>
                </a:solidFill>
                <a:latin typeface="Arial"/>
              </a:rPr>
              <a:t>. CAT assessor will receive an email via Outlook once response was submitted.</a:t>
            </a:r>
            <a:endParaRPr lang="en-US" sz="1000" b="1" i="0" u="none" baseline="0" dirty="0">
              <a:solidFill>
                <a:schemeClr val="tx1">
                  <a:lumMod val="75000"/>
                  <a:lumOff val="25000"/>
                </a:schemeClr>
              </a:solidFill>
              <a:latin typeface="Arial"/>
            </a:endParaRPr>
          </a:p>
        </p:txBody>
      </p:sp>
      <p:cxnSp>
        <p:nvCxnSpPr>
          <p:cNvPr id="19" name="Elbow Connector 17">
            <a:extLst>
              <a:ext uri="{FF2B5EF4-FFF2-40B4-BE49-F238E27FC236}">
                <a16:creationId xmlns:a16="http://schemas.microsoft.com/office/drawing/2014/main" id="{FF9082CD-1F0C-5B1F-D72E-DA63E3D9C665}"/>
              </a:ext>
            </a:extLst>
          </p:cNvPr>
          <p:cNvCxnSpPr>
            <a:cxnSpLocks/>
            <a:endCxn id="9" idx="0"/>
          </p:cNvCxnSpPr>
          <p:nvPr/>
        </p:nvCxnSpPr>
        <p:spPr>
          <a:xfrm rot="10800000" flipV="1">
            <a:off x="2421940" y="3469033"/>
            <a:ext cx="1166771" cy="826727"/>
          </a:xfrm>
          <a:prstGeom prst="bentConnector2">
            <a:avLst/>
          </a:prstGeom>
          <a:ln w="19050" cap="rnd">
            <a:gradFill>
              <a:gsLst>
                <a:gs pos="0">
                  <a:schemeClr val="accent2"/>
                </a:gs>
                <a:gs pos="100000">
                  <a:schemeClr val="accent1"/>
                </a:gs>
              </a:gsLst>
              <a:lin ang="5400000" scaled="0"/>
            </a:gradFill>
            <a:headEnd type="oval" w="lg" len="lg"/>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19927693-C372-EE1E-951D-53DC2E1A1C8E}"/>
              </a:ext>
            </a:extLst>
          </p:cNvPr>
          <p:cNvCxnSpPr>
            <a:cxnSpLocks/>
          </p:cNvCxnSpPr>
          <p:nvPr/>
        </p:nvCxnSpPr>
        <p:spPr>
          <a:xfrm>
            <a:off x="4331562" y="5161581"/>
            <a:ext cx="569484" cy="0"/>
          </a:xfrm>
          <a:prstGeom prst="straightConnector1">
            <a:avLst/>
          </a:prstGeom>
          <a:ln w="19050" cap="rnd">
            <a:solidFill>
              <a:schemeClr val="accent1"/>
            </a:solidFill>
            <a:headEnd type="oval" w="lg" len="lg"/>
            <a:tailEnd type="triangle" w="med" len="med"/>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F822035E-29AB-ECED-6B14-156F39BF598D}"/>
              </a:ext>
            </a:extLst>
          </p:cNvPr>
          <p:cNvCxnSpPr>
            <a:cxnSpLocks/>
          </p:cNvCxnSpPr>
          <p:nvPr/>
        </p:nvCxnSpPr>
        <p:spPr>
          <a:xfrm>
            <a:off x="6410632" y="5150568"/>
            <a:ext cx="754733" cy="0"/>
          </a:xfrm>
          <a:prstGeom prst="straightConnector1">
            <a:avLst/>
          </a:prstGeom>
          <a:ln w="19050" cap="rnd">
            <a:solidFill>
              <a:schemeClr val="accent1"/>
            </a:solidFill>
            <a:headEnd type="oval" w="lg" len="lg"/>
            <a:tailEnd type="triangle" w="med" len="med"/>
          </a:ln>
        </p:spPr>
        <p:style>
          <a:lnRef idx="1">
            <a:schemeClr val="accent1"/>
          </a:lnRef>
          <a:fillRef idx="0">
            <a:schemeClr val="accent1"/>
          </a:fillRef>
          <a:effectRef idx="0">
            <a:schemeClr val="accent1"/>
          </a:effectRef>
          <a:fontRef idx="minor">
            <a:schemeClr val="tx1"/>
          </a:fontRef>
        </p:style>
      </p:cxnSp>
      <p:pic>
        <p:nvPicPr>
          <p:cNvPr id="28" name="Picture 27">
            <a:extLst>
              <a:ext uri="{FF2B5EF4-FFF2-40B4-BE49-F238E27FC236}">
                <a16:creationId xmlns:a16="http://schemas.microsoft.com/office/drawing/2014/main" id="{87704DD0-84F7-3924-B237-BAA7D4C6B6EB}"/>
              </a:ext>
            </a:extLst>
          </p:cNvPr>
          <p:cNvPicPr>
            <a:picLocks noChangeAspect="1"/>
          </p:cNvPicPr>
          <p:nvPr/>
        </p:nvPicPr>
        <p:blipFill>
          <a:blip r:embed="rId5"/>
          <a:stretch>
            <a:fillRect/>
          </a:stretch>
        </p:blipFill>
        <p:spPr>
          <a:xfrm>
            <a:off x="6599578" y="1187897"/>
            <a:ext cx="4994787" cy="2253353"/>
          </a:xfrm>
          <a:prstGeom prst="rect">
            <a:avLst/>
          </a:prstGeom>
        </p:spPr>
      </p:pic>
      <p:cxnSp>
        <p:nvCxnSpPr>
          <p:cNvPr id="29" name="Straight Connector 28">
            <a:extLst>
              <a:ext uri="{FF2B5EF4-FFF2-40B4-BE49-F238E27FC236}">
                <a16:creationId xmlns:a16="http://schemas.microsoft.com/office/drawing/2014/main" id="{1C74BEB7-3FE9-403A-2ED6-D30BD4147769}"/>
              </a:ext>
            </a:extLst>
          </p:cNvPr>
          <p:cNvCxnSpPr/>
          <p:nvPr/>
        </p:nvCxnSpPr>
        <p:spPr>
          <a:xfrm>
            <a:off x="6331973" y="1168192"/>
            <a:ext cx="0" cy="2377440"/>
          </a:xfrm>
          <a:prstGeom prst="line">
            <a:avLst/>
          </a:prstGeom>
          <a:ln w="19050" cap="rnd">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B0147E2-70F3-DFD0-5237-5C8BAF55CBAC}"/>
              </a:ext>
            </a:extLst>
          </p:cNvPr>
          <p:cNvCxnSpPr>
            <a:cxnSpLocks/>
          </p:cNvCxnSpPr>
          <p:nvPr/>
        </p:nvCxnSpPr>
        <p:spPr>
          <a:xfrm flipH="1">
            <a:off x="529377" y="3835685"/>
            <a:ext cx="10994029" cy="0"/>
          </a:xfrm>
          <a:prstGeom prst="line">
            <a:avLst/>
          </a:prstGeom>
          <a:ln w="19050" cap="rnd">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41EE9CAB-3C6D-7830-449A-A3D652CE18F3}"/>
              </a:ext>
            </a:extLst>
          </p:cNvPr>
          <p:cNvCxnSpPr/>
          <p:nvPr/>
        </p:nvCxnSpPr>
        <p:spPr>
          <a:xfrm>
            <a:off x="6138681" y="2298606"/>
            <a:ext cx="457200" cy="0"/>
          </a:xfrm>
          <a:prstGeom prst="straightConnector1">
            <a:avLst/>
          </a:prstGeom>
          <a:ln w="19050" cap="rnd">
            <a:solidFill>
              <a:schemeClr val="accent2"/>
            </a:solidFill>
            <a:headEnd type="oval" w="lg" len="lg"/>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65DEDBC5-07B0-DF8F-5DDE-E9EF8F46ADB8}"/>
              </a:ext>
            </a:extLst>
          </p:cNvPr>
          <p:cNvCxnSpPr>
            <a:cxnSpLocks/>
          </p:cNvCxnSpPr>
          <p:nvPr/>
        </p:nvCxnSpPr>
        <p:spPr>
          <a:xfrm flipV="1">
            <a:off x="9118768" y="3559554"/>
            <a:ext cx="0" cy="645683"/>
          </a:xfrm>
          <a:prstGeom prst="straightConnector1">
            <a:avLst/>
          </a:prstGeom>
          <a:ln w="19050" cap="rnd">
            <a:solidFill>
              <a:schemeClr val="accent2"/>
            </a:solidFill>
            <a:headEnd type="oval" w="lg" len="lg"/>
            <a:tailEnd type="triangle" w="med" len="med"/>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20B12D2D-B842-4DAB-ECFC-671383F25B0D}"/>
              </a:ext>
            </a:extLst>
          </p:cNvPr>
          <p:cNvPicPr>
            <a:picLocks noChangeAspect="1"/>
          </p:cNvPicPr>
          <p:nvPr/>
        </p:nvPicPr>
        <p:blipFill>
          <a:blip r:embed="rId6"/>
          <a:stretch>
            <a:fillRect/>
          </a:stretch>
        </p:blipFill>
        <p:spPr>
          <a:xfrm>
            <a:off x="597635" y="4295761"/>
            <a:ext cx="3648607" cy="1828800"/>
          </a:xfrm>
          <a:prstGeom prst="rect">
            <a:avLst/>
          </a:prstGeom>
        </p:spPr>
      </p:pic>
      <p:pic>
        <p:nvPicPr>
          <p:cNvPr id="22" name="Picture 21">
            <a:extLst>
              <a:ext uri="{FF2B5EF4-FFF2-40B4-BE49-F238E27FC236}">
                <a16:creationId xmlns:a16="http://schemas.microsoft.com/office/drawing/2014/main" id="{F49D6A02-6604-CA3A-554A-DEAAD3920F19}"/>
              </a:ext>
            </a:extLst>
          </p:cNvPr>
          <p:cNvPicPr>
            <a:picLocks noChangeAspect="1"/>
          </p:cNvPicPr>
          <p:nvPr/>
        </p:nvPicPr>
        <p:blipFill>
          <a:blip r:embed="rId7"/>
          <a:stretch>
            <a:fillRect/>
          </a:stretch>
        </p:blipFill>
        <p:spPr>
          <a:xfrm>
            <a:off x="7204693" y="4299621"/>
            <a:ext cx="4360259" cy="1824940"/>
          </a:xfrm>
          <a:prstGeom prst="rect">
            <a:avLst/>
          </a:prstGeom>
        </p:spPr>
      </p:pic>
      <p:sp>
        <p:nvSpPr>
          <p:cNvPr id="23" name="TextBox 22">
            <a:extLst>
              <a:ext uri="{FF2B5EF4-FFF2-40B4-BE49-F238E27FC236}">
                <a16:creationId xmlns:a16="http://schemas.microsoft.com/office/drawing/2014/main" id="{B4CD7956-FD2F-5D91-93D5-12E34CD0636D}"/>
              </a:ext>
            </a:extLst>
          </p:cNvPr>
          <p:cNvSpPr txBox="1"/>
          <p:nvPr/>
        </p:nvSpPr>
        <p:spPr>
          <a:xfrm>
            <a:off x="9096971" y="3950170"/>
            <a:ext cx="2352404" cy="260008"/>
          </a:xfrm>
          <a:prstGeom prst="rect">
            <a:avLst/>
          </a:prstGeom>
          <a:noFill/>
        </p:spPr>
        <p:txBody>
          <a:bodyPr vert="horz" wrap="square" rtlCol="0">
            <a:spAutoFit/>
          </a:bodyPr>
          <a:lstStyle/>
          <a:p>
            <a:pPr algn="ctr" rtl="0" eaLnBrk="1" fontAlgn="auto" hangingPunct="1">
              <a:lnSpc>
                <a:spcPct val="120000"/>
              </a:lnSpc>
              <a:spcBef>
                <a:spcPts val="0"/>
              </a:spcBef>
            </a:pPr>
            <a:r>
              <a:rPr lang="en-US" sz="1000" b="1" dirty="0">
                <a:solidFill>
                  <a:schemeClr val="tx1">
                    <a:lumMod val="75000"/>
                    <a:lumOff val="25000"/>
                  </a:schemeClr>
                </a:solidFill>
                <a:latin typeface="Arial"/>
              </a:rPr>
              <a:t>Results are published real time</a:t>
            </a:r>
            <a:endParaRPr lang="en-US" sz="1000" b="1" i="0" u="none" baseline="0" dirty="0">
              <a:solidFill>
                <a:schemeClr val="tx1">
                  <a:lumMod val="75000"/>
                  <a:lumOff val="25000"/>
                </a:schemeClr>
              </a:solidFill>
              <a:latin typeface="Arial"/>
            </a:endParaRPr>
          </a:p>
        </p:txBody>
      </p:sp>
    </p:spTree>
    <p:extLst>
      <p:ext uri="{BB962C8B-B14F-4D97-AF65-F5344CB8AC3E}">
        <p14:creationId xmlns:p14="http://schemas.microsoft.com/office/powerpoint/2010/main" val="27634094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5FDFA-1B49-EE62-4C2B-80D923C5D5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402821-0E89-ACE6-3EE6-D4252DDDED56}"/>
              </a:ext>
            </a:extLst>
          </p:cNvPr>
          <p:cNvSpPr>
            <a:spLocks noGrp="1"/>
          </p:cNvSpPr>
          <p:nvPr>
            <p:ph type="title"/>
          </p:nvPr>
        </p:nvSpPr>
        <p:spPr/>
        <p:txBody>
          <a:bodyPr/>
          <a:lstStyle/>
          <a:p>
            <a:r>
              <a:rPr lang="en-US" dirty="0"/>
              <a:t>Non-voice CAT Endorsement Process (Chat)</a:t>
            </a:r>
          </a:p>
        </p:txBody>
      </p:sp>
      <p:grpSp>
        <p:nvGrpSpPr>
          <p:cNvPr id="3" name="Group 2">
            <a:extLst>
              <a:ext uri="{FF2B5EF4-FFF2-40B4-BE49-F238E27FC236}">
                <a16:creationId xmlns:a16="http://schemas.microsoft.com/office/drawing/2014/main" id="{1985D2B8-7B6D-F124-DC7C-4E40C2A5597C}"/>
              </a:ext>
            </a:extLst>
          </p:cNvPr>
          <p:cNvGrpSpPr/>
          <p:nvPr/>
        </p:nvGrpSpPr>
        <p:grpSpPr>
          <a:xfrm>
            <a:off x="504825" y="1400174"/>
            <a:ext cx="1371600" cy="1828800"/>
            <a:chOff x="504825" y="1276349"/>
            <a:chExt cx="1371600" cy="1828800"/>
          </a:xfrm>
        </p:grpSpPr>
        <p:sp>
          <p:nvSpPr>
            <p:cNvPr id="4" name="Rounded Rectangle 3">
              <a:extLst>
                <a:ext uri="{FF2B5EF4-FFF2-40B4-BE49-F238E27FC236}">
                  <a16:creationId xmlns:a16="http://schemas.microsoft.com/office/drawing/2014/main" id="{D2D7F256-C729-5B9D-8ABA-E5E746B93BD7}"/>
                </a:ext>
              </a:extLst>
            </p:cNvPr>
            <p:cNvSpPr/>
            <p:nvPr/>
          </p:nvSpPr>
          <p:spPr>
            <a:xfrm>
              <a:off x="504825" y="1276349"/>
              <a:ext cx="1371600" cy="1828800"/>
            </a:xfrm>
            <a:prstGeom prst="roundRect">
              <a:avLst>
                <a:gd name="adj" fmla="val 9723"/>
              </a:avLst>
            </a:prstGeom>
            <a:solidFill>
              <a:schemeClr val="bg1"/>
            </a:solidFill>
            <a:ln w="19050">
              <a:solidFill>
                <a:schemeClr val="accent2">
                  <a:lumMod val="40000"/>
                  <a:lumOff val="60000"/>
                </a:schemeClr>
              </a:solidFill>
            </a:ln>
            <a:effectLst>
              <a:outerShdw blurRad="127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0"/>
                </a:spcBef>
                <a:spcAft>
                  <a:spcPts val="0"/>
                </a:spcAft>
              </a:pPr>
              <a:endParaRPr lang="en-US" sz="1800" b="0" i="0" u="none" baseline="0" dirty="0">
                <a:solidFill>
                  <a:srgbClr val="FFFFFF"/>
                </a:solidFill>
                <a:latin typeface="Arial"/>
              </a:endParaRPr>
            </a:p>
          </p:txBody>
        </p:sp>
        <p:sp>
          <p:nvSpPr>
            <p:cNvPr id="5" name="TextBox 4">
              <a:extLst>
                <a:ext uri="{FF2B5EF4-FFF2-40B4-BE49-F238E27FC236}">
                  <a16:creationId xmlns:a16="http://schemas.microsoft.com/office/drawing/2014/main" id="{52F540F4-1BF2-D5A1-CEEA-3204A9106541}"/>
                </a:ext>
              </a:extLst>
            </p:cNvPr>
            <p:cNvSpPr txBox="1"/>
            <p:nvPr/>
          </p:nvSpPr>
          <p:spPr>
            <a:xfrm>
              <a:off x="542925" y="1983961"/>
              <a:ext cx="1295400" cy="814004"/>
            </a:xfrm>
            <a:prstGeom prst="rect">
              <a:avLst/>
            </a:prstGeom>
            <a:noFill/>
          </p:spPr>
          <p:txBody>
            <a:bodyPr vert="horz" wrap="square" rtlCol="0">
              <a:spAutoFit/>
            </a:bodyPr>
            <a:lstStyle/>
            <a:p>
              <a:pPr algn="l" rtl="0" eaLnBrk="1" fontAlgn="auto" hangingPunct="1">
                <a:lnSpc>
                  <a:spcPct val="120000"/>
                </a:lnSpc>
                <a:spcBef>
                  <a:spcPts val="0"/>
                </a:spcBef>
              </a:pPr>
              <a:r>
                <a:rPr lang="en-US" sz="1000" b="0" i="0" u="none" baseline="0" dirty="0">
                  <a:solidFill>
                    <a:schemeClr val="tx1">
                      <a:lumMod val="75000"/>
                      <a:lumOff val="25000"/>
                    </a:schemeClr>
                  </a:solidFill>
                  <a:latin typeface="Arial"/>
                </a:rPr>
                <a:t>Recruiter creates candidate profile to generate BLAST ID via Lighthouse</a:t>
              </a:r>
            </a:p>
          </p:txBody>
        </p:sp>
      </p:grpSp>
      <p:pic>
        <p:nvPicPr>
          <p:cNvPr id="7" name="Picture 6">
            <a:extLst>
              <a:ext uri="{FF2B5EF4-FFF2-40B4-BE49-F238E27FC236}">
                <a16:creationId xmlns:a16="http://schemas.microsoft.com/office/drawing/2014/main" id="{8453476A-AD23-F073-7EBD-44F29392026A}"/>
              </a:ext>
            </a:extLst>
          </p:cNvPr>
          <p:cNvPicPr>
            <a:picLocks noChangeAspect="1"/>
          </p:cNvPicPr>
          <p:nvPr/>
        </p:nvPicPr>
        <p:blipFill>
          <a:blip r:embed="rId2"/>
          <a:stretch>
            <a:fillRect/>
          </a:stretch>
        </p:blipFill>
        <p:spPr>
          <a:xfrm>
            <a:off x="2320413" y="1927125"/>
            <a:ext cx="3775587" cy="775400"/>
          </a:xfrm>
          <a:prstGeom prst="rect">
            <a:avLst/>
          </a:prstGeom>
        </p:spPr>
      </p:pic>
      <p:cxnSp>
        <p:nvCxnSpPr>
          <p:cNvPr id="8" name="Straight Arrow Connector 7">
            <a:extLst>
              <a:ext uri="{FF2B5EF4-FFF2-40B4-BE49-F238E27FC236}">
                <a16:creationId xmlns:a16="http://schemas.microsoft.com/office/drawing/2014/main" id="{EF5DB872-1D25-9193-E3B8-7C30A927C8FD}"/>
              </a:ext>
            </a:extLst>
          </p:cNvPr>
          <p:cNvCxnSpPr/>
          <p:nvPr/>
        </p:nvCxnSpPr>
        <p:spPr>
          <a:xfrm>
            <a:off x="1876425" y="2298606"/>
            <a:ext cx="457200" cy="0"/>
          </a:xfrm>
          <a:prstGeom prst="straightConnector1">
            <a:avLst/>
          </a:prstGeom>
          <a:ln w="19050" cap="rnd">
            <a:solidFill>
              <a:schemeClr val="accent2"/>
            </a:solidFill>
            <a:headEnd type="oval" w="lg" len="lg"/>
            <a:tailEnd type="triangle" w="med" len="med"/>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8A8ED532-8038-8E93-02B7-89072602DEF1}"/>
              </a:ext>
            </a:extLst>
          </p:cNvPr>
          <p:cNvPicPr>
            <a:picLocks noChangeAspect="1"/>
          </p:cNvPicPr>
          <p:nvPr/>
        </p:nvPicPr>
        <p:blipFill>
          <a:blip r:embed="rId3"/>
          <a:stretch>
            <a:fillRect/>
          </a:stretch>
        </p:blipFill>
        <p:spPr>
          <a:xfrm>
            <a:off x="597635" y="1608208"/>
            <a:ext cx="1185980" cy="304699"/>
          </a:xfrm>
          <a:prstGeom prst="rect">
            <a:avLst/>
          </a:prstGeom>
        </p:spPr>
      </p:pic>
      <p:grpSp>
        <p:nvGrpSpPr>
          <p:cNvPr id="11" name="Group 10">
            <a:extLst>
              <a:ext uri="{FF2B5EF4-FFF2-40B4-BE49-F238E27FC236}">
                <a16:creationId xmlns:a16="http://schemas.microsoft.com/office/drawing/2014/main" id="{E4DD36BD-FEC8-57EB-6F40-8BA07E5C3A8E}"/>
              </a:ext>
            </a:extLst>
          </p:cNvPr>
          <p:cNvGrpSpPr/>
          <p:nvPr/>
        </p:nvGrpSpPr>
        <p:grpSpPr>
          <a:xfrm>
            <a:off x="4478594" y="4247181"/>
            <a:ext cx="1371600" cy="1828800"/>
            <a:chOff x="504825" y="1276349"/>
            <a:chExt cx="1371600" cy="1828800"/>
          </a:xfrm>
        </p:grpSpPr>
        <p:sp>
          <p:nvSpPr>
            <p:cNvPr id="12" name="Rounded Rectangle 216">
              <a:extLst>
                <a:ext uri="{FF2B5EF4-FFF2-40B4-BE49-F238E27FC236}">
                  <a16:creationId xmlns:a16="http://schemas.microsoft.com/office/drawing/2014/main" id="{1058DCA9-5967-7703-51D7-DFA01852C318}"/>
                </a:ext>
              </a:extLst>
            </p:cNvPr>
            <p:cNvSpPr/>
            <p:nvPr/>
          </p:nvSpPr>
          <p:spPr>
            <a:xfrm>
              <a:off x="504825" y="1276349"/>
              <a:ext cx="1371600" cy="1828800"/>
            </a:xfrm>
            <a:prstGeom prst="roundRect">
              <a:avLst>
                <a:gd name="adj" fmla="val 9723"/>
              </a:avLst>
            </a:prstGeom>
            <a:solidFill>
              <a:schemeClr val="bg1"/>
            </a:solidFill>
            <a:ln w="19050">
              <a:solidFill>
                <a:schemeClr val="accent1">
                  <a:lumMod val="60000"/>
                  <a:lumOff val="40000"/>
                </a:schemeClr>
              </a:solidFill>
            </a:ln>
            <a:effectLst>
              <a:outerShdw blurRad="127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0"/>
                </a:spcBef>
                <a:spcAft>
                  <a:spcPts val="0"/>
                </a:spcAft>
              </a:pPr>
              <a:endParaRPr lang="en-US" sz="1800" b="0" i="0" u="none" baseline="0" dirty="0">
                <a:solidFill>
                  <a:srgbClr val="FFFFFF"/>
                </a:solidFill>
                <a:latin typeface="Arial"/>
              </a:endParaRPr>
            </a:p>
          </p:txBody>
        </p:sp>
        <p:sp>
          <p:nvSpPr>
            <p:cNvPr id="13" name="TextBox 12">
              <a:extLst>
                <a:ext uri="{FF2B5EF4-FFF2-40B4-BE49-F238E27FC236}">
                  <a16:creationId xmlns:a16="http://schemas.microsoft.com/office/drawing/2014/main" id="{CB7BAECE-C54E-2740-276D-4DAD00EB5D7D}"/>
                </a:ext>
              </a:extLst>
            </p:cNvPr>
            <p:cNvSpPr txBox="1"/>
            <p:nvPr/>
          </p:nvSpPr>
          <p:spPr>
            <a:xfrm>
              <a:off x="542925" y="2171698"/>
              <a:ext cx="1295400" cy="629339"/>
            </a:xfrm>
            <a:prstGeom prst="rect">
              <a:avLst/>
            </a:prstGeom>
            <a:noFill/>
          </p:spPr>
          <p:txBody>
            <a:bodyPr vert="horz" wrap="square" rtlCol="0">
              <a:spAutoFit/>
            </a:bodyPr>
            <a:lstStyle/>
            <a:p>
              <a:pPr>
                <a:lnSpc>
                  <a:spcPct val="120000"/>
                </a:lnSpc>
              </a:pPr>
              <a:r>
                <a:rPr lang="en-US" sz="1000" dirty="0">
                  <a:solidFill>
                    <a:srgbClr val="55565A"/>
                  </a:solidFill>
                </a:rPr>
                <a:t>Assessment form is accessed via Lighthouse</a:t>
              </a:r>
            </a:p>
          </p:txBody>
        </p:sp>
      </p:grpSp>
      <p:pic>
        <p:nvPicPr>
          <p:cNvPr id="15" name="Picture 14">
            <a:extLst>
              <a:ext uri="{FF2B5EF4-FFF2-40B4-BE49-F238E27FC236}">
                <a16:creationId xmlns:a16="http://schemas.microsoft.com/office/drawing/2014/main" id="{90F49DEB-F186-2E1C-8963-D24A63413B4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36413" y="4306437"/>
            <a:ext cx="1179871" cy="884903"/>
          </a:xfrm>
          <a:prstGeom prst="rect">
            <a:avLst/>
          </a:prstGeom>
        </p:spPr>
      </p:pic>
      <p:sp>
        <p:nvSpPr>
          <p:cNvPr id="16" name="TextBox 15">
            <a:extLst>
              <a:ext uri="{FF2B5EF4-FFF2-40B4-BE49-F238E27FC236}">
                <a16:creationId xmlns:a16="http://schemas.microsoft.com/office/drawing/2014/main" id="{9C8072F1-BDF2-6062-E197-7214A17AF5F9}"/>
              </a:ext>
            </a:extLst>
          </p:cNvPr>
          <p:cNvSpPr txBox="1"/>
          <p:nvPr/>
        </p:nvSpPr>
        <p:spPr>
          <a:xfrm>
            <a:off x="2207034" y="2843173"/>
            <a:ext cx="3888966" cy="629339"/>
          </a:xfrm>
          <a:prstGeom prst="rect">
            <a:avLst/>
          </a:prstGeom>
          <a:noFill/>
        </p:spPr>
        <p:txBody>
          <a:bodyPr vert="horz" wrap="square" rtlCol="0">
            <a:spAutoFit/>
          </a:bodyPr>
          <a:lstStyle/>
          <a:p>
            <a:pPr algn="ctr" rtl="0" eaLnBrk="1" fontAlgn="auto" hangingPunct="1">
              <a:lnSpc>
                <a:spcPct val="120000"/>
              </a:lnSpc>
              <a:spcBef>
                <a:spcPts val="0"/>
              </a:spcBef>
            </a:pPr>
            <a:r>
              <a:rPr lang="en-US" sz="1000" b="1" dirty="0">
                <a:solidFill>
                  <a:schemeClr val="tx1">
                    <a:lumMod val="75000"/>
                    <a:lumOff val="25000"/>
                  </a:schemeClr>
                </a:solidFill>
                <a:latin typeface="Arial"/>
              </a:rPr>
              <a:t>Candidates with valid BLAST IDs will be endorsed to the CAT Center via MS Teams. CAT assessors will share a meeting link with TA and will wait for candidate to join</a:t>
            </a:r>
            <a:endParaRPr lang="en-US" sz="1000" b="1" i="0" u="none" baseline="0" dirty="0">
              <a:solidFill>
                <a:schemeClr val="tx1">
                  <a:lumMod val="75000"/>
                  <a:lumOff val="25000"/>
                </a:schemeClr>
              </a:solidFill>
              <a:latin typeface="Arial"/>
            </a:endParaRPr>
          </a:p>
        </p:txBody>
      </p:sp>
      <p:cxnSp>
        <p:nvCxnSpPr>
          <p:cNvPr id="19" name="Elbow Connector 17">
            <a:extLst>
              <a:ext uri="{FF2B5EF4-FFF2-40B4-BE49-F238E27FC236}">
                <a16:creationId xmlns:a16="http://schemas.microsoft.com/office/drawing/2014/main" id="{7344D745-3C0A-04E3-8CA2-9D7DE1DA9C8B}"/>
              </a:ext>
            </a:extLst>
          </p:cNvPr>
          <p:cNvCxnSpPr>
            <a:cxnSpLocks/>
          </p:cNvCxnSpPr>
          <p:nvPr/>
        </p:nvCxnSpPr>
        <p:spPr>
          <a:xfrm rot="10800000" flipV="1">
            <a:off x="2421940" y="3469033"/>
            <a:ext cx="1166771" cy="826727"/>
          </a:xfrm>
          <a:prstGeom prst="bentConnector2">
            <a:avLst/>
          </a:prstGeom>
          <a:ln w="19050" cap="rnd">
            <a:gradFill>
              <a:gsLst>
                <a:gs pos="0">
                  <a:schemeClr val="accent2"/>
                </a:gs>
                <a:gs pos="100000">
                  <a:schemeClr val="accent1"/>
                </a:gs>
              </a:gsLst>
              <a:lin ang="5400000" scaled="0"/>
            </a:gradFill>
            <a:headEnd type="oval" w="lg" len="lg"/>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9AF79F62-0FA4-4578-B78C-A81202A8AF04}"/>
              </a:ext>
            </a:extLst>
          </p:cNvPr>
          <p:cNvCxnSpPr>
            <a:cxnSpLocks/>
          </p:cNvCxnSpPr>
          <p:nvPr/>
        </p:nvCxnSpPr>
        <p:spPr>
          <a:xfrm>
            <a:off x="3787723" y="5161581"/>
            <a:ext cx="574852" cy="0"/>
          </a:xfrm>
          <a:prstGeom prst="straightConnector1">
            <a:avLst/>
          </a:prstGeom>
          <a:ln w="19050" cap="rnd">
            <a:solidFill>
              <a:schemeClr val="accent1"/>
            </a:solidFill>
            <a:headEnd type="oval" w="lg" len="lg"/>
            <a:tailEnd type="triangle" w="med" len="med"/>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FC11446F-AEAF-85EF-A674-F5B28B269590}"/>
              </a:ext>
            </a:extLst>
          </p:cNvPr>
          <p:cNvCxnSpPr>
            <a:cxnSpLocks/>
          </p:cNvCxnSpPr>
          <p:nvPr/>
        </p:nvCxnSpPr>
        <p:spPr>
          <a:xfrm>
            <a:off x="6007509" y="5150568"/>
            <a:ext cx="754733" cy="0"/>
          </a:xfrm>
          <a:prstGeom prst="straightConnector1">
            <a:avLst/>
          </a:prstGeom>
          <a:ln w="19050" cap="rnd">
            <a:solidFill>
              <a:schemeClr val="accent1"/>
            </a:solidFill>
            <a:headEnd type="oval" w="lg" len="lg"/>
            <a:tailEnd type="triangle" w="med" len="med"/>
          </a:ln>
        </p:spPr>
        <p:style>
          <a:lnRef idx="1">
            <a:schemeClr val="accent1"/>
          </a:lnRef>
          <a:fillRef idx="0">
            <a:schemeClr val="accent1"/>
          </a:fillRef>
          <a:effectRef idx="0">
            <a:schemeClr val="accent1"/>
          </a:effectRef>
          <a:fontRef idx="minor">
            <a:schemeClr val="tx1"/>
          </a:fontRef>
        </p:style>
      </p:cxnSp>
      <p:pic>
        <p:nvPicPr>
          <p:cNvPr id="28" name="Picture 27">
            <a:extLst>
              <a:ext uri="{FF2B5EF4-FFF2-40B4-BE49-F238E27FC236}">
                <a16:creationId xmlns:a16="http://schemas.microsoft.com/office/drawing/2014/main" id="{DB94D9D5-9506-8B87-B79E-5BB13A0523E8}"/>
              </a:ext>
            </a:extLst>
          </p:cNvPr>
          <p:cNvPicPr>
            <a:picLocks noChangeAspect="1"/>
          </p:cNvPicPr>
          <p:nvPr/>
        </p:nvPicPr>
        <p:blipFill>
          <a:blip r:embed="rId5"/>
          <a:stretch>
            <a:fillRect/>
          </a:stretch>
        </p:blipFill>
        <p:spPr>
          <a:xfrm>
            <a:off x="6599578" y="1187897"/>
            <a:ext cx="4994787" cy="2253353"/>
          </a:xfrm>
          <a:prstGeom prst="rect">
            <a:avLst/>
          </a:prstGeom>
        </p:spPr>
      </p:pic>
      <p:cxnSp>
        <p:nvCxnSpPr>
          <p:cNvPr id="29" name="Straight Connector 28">
            <a:extLst>
              <a:ext uri="{FF2B5EF4-FFF2-40B4-BE49-F238E27FC236}">
                <a16:creationId xmlns:a16="http://schemas.microsoft.com/office/drawing/2014/main" id="{11C27594-B049-2161-6E4B-E559CCE9B177}"/>
              </a:ext>
            </a:extLst>
          </p:cNvPr>
          <p:cNvCxnSpPr/>
          <p:nvPr/>
        </p:nvCxnSpPr>
        <p:spPr>
          <a:xfrm>
            <a:off x="6331973" y="1168192"/>
            <a:ext cx="0" cy="2377440"/>
          </a:xfrm>
          <a:prstGeom prst="line">
            <a:avLst/>
          </a:prstGeom>
          <a:ln w="19050" cap="rnd">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A498E97-0832-6D91-A4DB-39AE489B4313}"/>
              </a:ext>
            </a:extLst>
          </p:cNvPr>
          <p:cNvCxnSpPr>
            <a:cxnSpLocks/>
          </p:cNvCxnSpPr>
          <p:nvPr/>
        </p:nvCxnSpPr>
        <p:spPr>
          <a:xfrm flipH="1">
            <a:off x="529377" y="3835685"/>
            <a:ext cx="10994029" cy="0"/>
          </a:xfrm>
          <a:prstGeom prst="line">
            <a:avLst/>
          </a:prstGeom>
          <a:ln w="19050" cap="rnd">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98CEDDE8-C760-86FA-A3BA-B8CB3D5D946A}"/>
              </a:ext>
            </a:extLst>
          </p:cNvPr>
          <p:cNvCxnSpPr/>
          <p:nvPr/>
        </p:nvCxnSpPr>
        <p:spPr>
          <a:xfrm>
            <a:off x="6138681" y="2298606"/>
            <a:ext cx="457200" cy="0"/>
          </a:xfrm>
          <a:prstGeom prst="straightConnector1">
            <a:avLst/>
          </a:prstGeom>
          <a:ln w="19050" cap="rnd">
            <a:solidFill>
              <a:schemeClr val="accent2"/>
            </a:solidFill>
            <a:headEnd type="oval" w="lg" len="lg"/>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913B52D4-C2A1-C4B0-2B02-7841E4B80BEB}"/>
              </a:ext>
            </a:extLst>
          </p:cNvPr>
          <p:cNvCxnSpPr>
            <a:cxnSpLocks/>
          </p:cNvCxnSpPr>
          <p:nvPr/>
        </p:nvCxnSpPr>
        <p:spPr>
          <a:xfrm flipV="1">
            <a:off x="9118768" y="3559554"/>
            <a:ext cx="0" cy="645683"/>
          </a:xfrm>
          <a:prstGeom prst="straightConnector1">
            <a:avLst/>
          </a:prstGeom>
          <a:ln w="19050" cap="rnd">
            <a:solidFill>
              <a:schemeClr val="accent2"/>
            </a:solidFill>
            <a:headEnd type="oval" w="lg" len="lg"/>
            <a:tailEnd type="triangle" w="med" len="med"/>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2D42D1AC-9E6A-848D-BD5E-F4F63C21623E}"/>
              </a:ext>
            </a:extLst>
          </p:cNvPr>
          <p:cNvPicPr>
            <a:picLocks noChangeAspect="1"/>
          </p:cNvPicPr>
          <p:nvPr/>
        </p:nvPicPr>
        <p:blipFill>
          <a:blip r:embed="rId6"/>
          <a:stretch>
            <a:fillRect/>
          </a:stretch>
        </p:blipFill>
        <p:spPr>
          <a:xfrm>
            <a:off x="6762242" y="4295760"/>
            <a:ext cx="4358041" cy="1882713"/>
          </a:xfrm>
          <a:prstGeom prst="rect">
            <a:avLst/>
          </a:prstGeom>
        </p:spPr>
      </p:pic>
      <p:pic>
        <p:nvPicPr>
          <p:cNvPr id="18" name="Picture 17">
            <a:extLst>
              <a:ext uri="{FF2B5EF4-FFF2-40B4-BE49-F238E27FC236}">
                <a16:creationId xmlns:a16="http://schemas.microsoft.com/office/drawing/2014/main" id="{63909D8E-5C09-1D39-0C32-003A5BF02F31}"/>
              </a:ext>
            </a:extLst>
          </p:cNvPr>
          <p:cNvPicPr>
            <a:picLocks noChangeAspect="1"/>
          </p:cNvPicPr>
          <p:nvPr/>
        </p:nvPicPr>
        <p:blipFill>
          <a:blip r:embed="rId7"/>
          <a:stretch>
            <a:fillRect/>
          </a:stretch>
        </p:blipFill>
        <p:spPr>
          <a:xfrm>
            <a:off x="597635" y="4315597"/>
            <a:ext cx="3069455" cy="1916714"/>
          </a:xfrm>
          <a:prstGeom prst="rect">
            <a:avLst/>
          </a:prstGeom>
        </p:spPr>
      </p:pic>
      <p:sp>
        <p:nvSpPr>
          <p:cNvPr id="23" name="TextBox 22">
            <a:extLst>
              <a:ext uri="{FF2B5EF4-FFF2-40B4-BE49-F238E27FC236}">
                <a16:creationId xmlns:a16="http://schemas.microsoft.com/office/drawing/2014/main" id="{B209AF11-05BA-98D7-4F10-FBDA8FAF6263}"/>
              </a:ext>
            </a:extLst>
          </p:cNvPr>
          <p:cNvSpPr txBox="1"/>
          <p:nvPr/>
        </p:nvSpPr>
        <p:spPr>
          <a:xfrm>
            <a:off x="9096971" y="3950170"/>
            <a:ext cx="2352404" cy="260008"/>
          </a:xfrm>
          <a:prstGeom prst="rect">
            <a:avLst/>
          </a:prstGeom>
          <a:noFill/>
        </p:spPr>
        <p:txBody>
          <a:bodyPr vert="horz" wrap="square" rtlCol="0">
            <a:spAutoFit/>
          </a:bodyPr>
          <a:lstStyle/>
          <a:p>
            <a:pPr algn="ctr" rtl="0" eaLnBrk="1" fontAlgn="auto" hangingPunct="1">
              <a:lnSpc>
                <a:spcPct val="120000"/>
              </a:lnSpc>
              <a:spcBef>
                <a:spcPts val="0"/>
              </a:spcBef>
            </a:pPr>
            <a:r>
              <a:rPr lang="en-US" sz="1000" b="1" dirty="0">
                <a:solidFill>
                  <a:schemeClr val="tx1">
                    <a:lumMod val="75000"/>
                    <a:lumOff val="25000"/>
                  </a:schemeClr>
                </a:solidFill>
                <a:latin typeface="Arial"/>
              </a:rPr>
              <a:t>Results are published real time</a:t>
            </a:r>
            <a:endParaRPr lang="en-US" sz="1000" b="1" i="0" u="none" baseline="0" dirty="0">
              <a:solidFill>
                <a:schemeClr val="tx1">
                  <a:lumMod val="75000"/>
                  <a:lumOff val="25000"/>
                </a:schemeClr>
              </a:solidFill>
              <a:latin typeface="Arial"/>
            </a:endParaRPr>
          </a:p>
        </p:txBody>
      </p:sp>
    </p:spTree>
    <p:extLst>
      <p:ext uri="{BB962C8B-B14F-4D97-AF65-F5344CB8AC3E}">
        <p14:creationId xmlns:p14="http://schemas.microsoft.com/office/powerpoint/2010/main" val="1443249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0373" y="241398"/>
            <a:ext cx="3965996" cy="3145073"/>
            <a:chOff x="0" y="0"/>
            <a:chExt cx="1566813" cy="1242498"/>
          </a:xfrm>
        </p:grpSpPr>
        <p:sp>
          <p:nvSpPr>
            <p:cNvPr id="3" name="Freeform 3"/>
            <p:cNvSpPr/>
            <p:nvPr/>
          </p:nvSpPr>
          <p:spPr>
            <a:xfrm>
              <a:off x="0" y="0"/>
              <a:ext cx="1566813" cy="1242498"/>
            </a:xfrm>
            <a:custGeom>
              <a:avLst/>
              <a:gdLst/>
              <a:ahLst/>
              <a:cxnLst/>
              <a:rect l="l" t="t" r="r" b="b"/>
              <a:pathLst>
                <a:path w="1566813" h="1242498">
                  <a:moveTo>
                    <a:pt x="32535" y="0"/>
                  </a:moveTo>
                  <a:lnTo>
                    <a:pt x="1534279" y="0"/>
                  </a:lnTo>
                  <a:cubicBezTo>
                    <a:pt x="1542908" y="0"/>
                    <a:pt x="1551183" y="3428"/>
                    <a:pt x="1557284" y="9529"/>
                  </a:cubicBezTo>
                  <a:cubicBezTo>
                    <a:pt x="1563386" y="15631"/>
                    <a:pt x="1566813" y="23906"/>
                    <a:pt x="1566813" y="32535"/>
                  </a:cubicBezTo>
                  <a:lnTo>
                    <a:pt x="1566813" y="1209964"/>
                  </a:lnTo>
                  <a:cubicBezTo>
                    <a:pt x="1566813" y="1218592"/>
                    <a:pt x="1563386" y="1226868"/>
                    <a:pt x="1557284" y="1232969"/>
                  </a:cubicBezTo>
                  <a:cubicBezTo>
                    <a:pt x="1551183" y="1239070"/>
                    <a:pt x="1542908" y="1242498"/>
                    <a:pt x="1534279" y="1242498"/>
                  </a:cubicBezTo>
                  <a:lnTo>
                    <a:pt x="32535" y="1242498"/>
                  </a:lnTo>
                  <a:cubicBezTo>
                    <a:pt x="23906" y="1242498"/>
                    <a:pt x="15631" y="1239070"/>
                    <a:pt x="9529" y="1232969"/>
                  </a:cubicBezTo>
                  <a:cubicBezTo>
                    <a:pt x="3428" y="1226868"/>
                    <a:pt x="0" y="1218592"/>
                    <a:pt x="0" y="1209964"/>
                  </a:cubicBezTo>
                  <a:lnTo>
                    <a:pt x="0" y="32535"/>
                  </a:lnTo>
                  <a:cubicBezTo>
                    <a:pt x="0" y="23906"/>
                    <a:pt x="3428" y="15631"/>
                    <a:pt x="9529" y="9529"/>
                  </a:cubicBezTo>
                  <a:cubicBezTo>
                    <a:pt x="15631" y="3428"/>
                    <a:pt x="23906" y="0"/>
                    <a:pt x="32535" y="0"/>
                  </a:cubicBezTo>
                  <a:close/>
                </a:path>
              </a:pathLst>
            </a:custGeom>
            <a:ln w="19050" cap="rnd">
              <a:solidFill>
                <a:srgbClr val="F06030"/>
              </a:solidFill>
              <a:prstDash val="solid"/>
              <a:round/>
            </a:ln>
          </p:spPr>
          <p:txBody>
            <a:bodyPr/>
            <a:lstStyle/>
            <a:p>
              <a:pPr defTabSz="609630"/>
              <a:endParaRPr lang="en-US" sz="1200">
                <a:solidFill>
                  <a:prstClr val="black"/>
                </a:solidFill>
                <a:latin typeface="Calibri"/>
              </a:endParaRPr>
            </a:p>
          </p:txBody>
        </p:sp>
        <p:sp>
          <p:nvSpPr>
            <p:cNvPr id="4" name="TextBox 4"/>
            <p:cNvSpPr txBox="1"/>
            <p:nvPr/>
          </p:nvSpPr>
          <p:spPr>
            <a:xfrm>
              <a:off x="0" y="-47625"/>
              <a:ext cx="1566813" cy="1290123"/>
            </a:xfrm>
            <a:prstGeom prst="rect">
              <a:avLst/>
            </a:prstGeom>
          </p:spPr>
          <p:txBody>
            <a:bodyPr lIns="33867" tIns="33867" rIns="33867" bIns="33867" rtlCol="0" anchor="ctr"/>
            <a:lstStyle/>
            <a:p>
              <a:pPr algn="ctr" defTabSz="609630">
                <a:lnSpc>
                  <a:spcPts val="1119"/>
                </a:lnSpc>
              </a:pPr>
              <a:endParaRPr sz="1200">
                <a:solidFill>
                  <a:prstClr val="black"/>
                </a:solidFill>
                <a:latin typeface="Calibri"/>
              </a:endParaRPr>
            </a:p>
          </p:txBody>
        </p:sp>
      </p:grpSp>
      <p:sp>
        <p:nvSpPr>
          <p:cNvPr id="5" name="Freeform 5"/>
          <p:cNvSpPr/>
          <p:nvPr/>
        </p:nvSpPr>
        <p:spPr>
          <a:xfrm>
            <a:off x="361366" y="905869"/>
            <a:ext cx="882813" cy="882813"/>
          </a:xfrm>
          <a:custGeom>
            <a:avLst/>
            <a:gdLst/>
            <a:ahLst/>
            <a:cxnLst/>
            <a:rect l="l" t="t" r="r" b="b"/>
            <a:pathLst>
              <a:path w="1324220" h="1324220">
                <a:moveTo>
                  <a:pt x="0" y="0"/>
                </a:moveTo>
                <a:lnTo>
                  <a:pt x="1324220" y="0"/>
                </a:lnTo>
                <a:lnTo>
                  <a:pt x="1324220" y="1324219"/>
                </a:lnTo>
                <a:lnTo>
                  <a:pt x="0" y="132421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defTabSz="609630"/>
            <a:endParaRPr lang="en-US" sz="1200">
              <a:solidFill>
                <a:prstClr val="black"/>
              </a:solidFill>
              <a:latin typeface="Calibri"/>
            </a:endParaRPr>
          </a:p>
        </p:txBody>
      </p:sp>
      <p:grpSp>
        <p:nvGrpSpPr>
          <p:cNvPr id="6" name="Group 6"/>
          <p:cNvGrpSpPr/>
          <p:nvPr/>
        </p:nvGrpSpPr>
        <p:grpSpPr>
          <a:xfrm>
            <a:off x="1462172" y="757659"/>
            <a:ext cx="2732859" cy="1153287"/>
            <a:chOff x="0" y="-57150"/>
            <a:chExt cx="5465717" cy="2306575"/>
          </a:xfrm>
        </p:grpSpPr>
        <p:sp>
          <p:nvSpPr>
            <p:cNvPr id="7" name="TextBox 7"/>
            <p:cNvSpPr txBox="1"/>
            <p:nvPr/>
          </p:nvSpPr>
          <p:spPr>
            <a:xfrm>
              <a:off x="0" y="-57150"/>
              <a:ext cx="1931184" cy="281360"/>
            </a:xfrm>
            <a:prstGeom prst="rect">
              <a:avLst/>
            </a:prstGeom>
          </p:spPr>
          <p:txBody>
            <a:bodyPr wrap="square" lIns="0" tIns="0" rIns="0" bIns="0" rtlCol="0" anchor="t">
              <a:spAutoFit/>
            </a:bodyPr>
            <a:lstStyle/>
            <a:p>
              <a:pPr defTabSz="609630">
                <a:lnSpc>
                  <a:spcPts val="1213"/>
                </a:lnSpc>
              </a:pPr>
              <a:r>
                <a:rPr lang="en-US" sz="866" b="1" dirty="0">
                  <a:solidFill>
                    <a:srgbClr val="4B4D4F"/>
                  </a:solidFill>
                  <a:latin typeface="Arial MT Pro Bold"/>
                  <a:ea typeface="Arial MT Pro Bold"/>
                  <a:cs typeface="Arial MT Pro Bold"/>
                  <a:sym typeface="Arial MT Pro Bold"/>
                </a:rPr>
                <a:t>Member Name:</a:t>
              </a:r>
            </a:p>
          </p:txBody>
        </p:sp>
        <p:sp>
          <p:nvSpPr>
            <p:cNvPr id="8" name="TextBox 8"/>
            <p:cNvSpPr txBox="1"/>
            <p:nvPr/>
          </p:nvSpPr>
          <p:spPr>
            <a:xfrm>
              <a:off x="0" y="272638"/>
              <a:ext cx="1792480" cy="281360"/>
            </a:xfrm>
            <a:prstGeom prst="rect">
              <a:avLst/>
            </a:prstGeom>
          </p:spPr>
          <p:txBody>
            <a:bodyPr wrap="square" lIns="0" tIns="0" rIns="0" bIns="0" rtlCol="0" anchor="t">
              <a:spAutoFit/>
            </a:bodyPr>
            <a:lstStyle/>
            <a:p>
              <a:pPr defTabSz="609630">
                <a:lnSpc>
                  <a:spcPts val="1213"/>
                </a:lnSpc>
              </a:pPr>
              <a:r>
                <a:rPr lang="en-US" sz="866" b="1" dirty="0">
                  <a:solidFill>
                    <a:srgbClr val="4B4D4F"/>
                  </a:solidFill>
                  <a:latin typeface="Arial MT Pro Bold"/>
                  <a:ea typeface="Arial MT Pro Bold"/>
                  <a:cs typeface="Arial MT Pro Bold"/>
                  <a:sym typeface="Arial MT Pro Bold"/>
                </a:rPr>
                <a:t>Date of Birth:</a:t>
              </a:r>
            </a:p>
          </p:txBody>
        </p:sp>
        <p:sp>
          <p:nvSpPr>
            <p:cNvPr id="9" name="TextBox 9"/>
            <p:cNvSpPr txBox="1"/>
            <p:nvPr/>
          </p:nvSpPr>
          <p:spPr>
            <a:xfrm>
              <a:off x="0" y="651098"/>
              <a:ext cx="1674956" cy="281360"/>
            </a:xfrm>
            <a:prstGeom prst="rect">
              <a:avLst/>
            </a:prstGeom>
          </p:spPr>
          <p:txBody>
            <a:bodyPr lIns="0" tIns="0" rIns="0" bIns="0" rtlCol="0" anchor="t">
              <a:spAutoFit/>
            </a:bodyPr>
            <a:lstStyle/>
            <a:p>
              <a:pPr defTabSz="609630">
                <a:lnSpc>
                  <a:spcPts val="1213"/>
                </a:lnSpc>
              </a:pPr>
              <a:r>
                <a:rPr lang="en-US" sz="866" b="1">
                  <a:solidFill>
                    <a:srgbClr val="4B4D4F"/>
                  </a:solidFill>
                  <a:latin typeface="Arial MT Pro Bold"/>
                  <a:ea typeface="Arial MT Pro Bold"/>
                  <a:cs typeface="Arial MT Pro Bold"/>
                  <a:sym typeface="Arial MT Pro Bold"/>
                </a:rPr>
                <a:t>Phone Number:</a:t>
              </a:r>
            </a:p>
          </p:txBody>
        </p:sp>
        <p:sp>
          <p:nvSpPr>
            <p:cNvPr id="10" name="TextBox 10"/>
            <p:cNvSpPr txBox="1"/>
            <p:nvPr/>
          </p:nvSpPr>
          <p:spPr>
            <a:xfrm>
              <a:off x="13546" y="1968065"/>
              <a:ext cx="1715060" cy="281360"/>
            </a:xfrm>
            <a:prstGeom prst="rect">
              <a:avLst/>
            </a:prstGeom>
          </p:spPr>
          <p:txBody>
            <a:bodyPr lIns="0" tIns="0" rIns="0" bIns="0" rtlCol="0" anchor="t">
              <a:spAutoFit/>
            </a:bodyPr>
            <a:lstStyle/>
            <a:p>
              <a:pPr defTabSz="609630">
                <a:lnSpc>
                  <a:spcPts val="1213"/>
                </a:lnSpc>
              </a:pPr>
              <a:r>
                <a:rPr lang="en-US" sz="866" b="1">
                  <a:solidFill>
                    <a:srgbClr val="4B4D4F"/>
                  </a:solidFill>
                  <a:latin typeface="Arial MT Pro Bold"/>
                  <a:ea typeface="Arial MT Pro Bold"/>
                  <a:cs typeface="Arial MT Pro Bold"/>
                  <a:sym typeface="Arial MT Pro Bold"/>
                </a:rPr>
                <a:t>E-mail Address:</a:t>
              </a:r>
            </a:p>
          </p:txBody>
        </p:sp>
        <p:sp>
          <p:nvSpPr>
            <p:cNvPr id="11" name="TextBox 11"/>
            <p:cNvSpPr txBox="1"/>
            <p:nvPr/>
          </p:nvSpPr>
          <p:spPr>
            <a:xfrm>
              <a:off x="2284498" y="651098"/>
              <a:ext cx="1573424" cy="281360"/>
            </a:xfrm>
            <a:prstGeom prst="rect">
              <a:avLst/>
            </a:prstGeom>
          </p:spPr>
          <p:txBody>
            <a:bodyPr lIns="0" tIns="0" rIns="0" bIns="0" rtlCol="0" anchor="t">
              <a:spAutoFit/>
            </a:bodyPr>
            <a:lstStyle/>
            <a:p>
              <a:pPr defTabSz="609630">
                <a:lnSpc>
                  <a:spcPts val="1213"/>
                </a:lnSpc>
              </a:pPr>
              <a:r>
                <a:rPr lang="en-US" sz="866">
                  <a:solidFill>
                    <a:srgbClr val="4B4D4F"/>
                  </a:solidFill>
                  <a:latin typeface="Arial MT Pro"/>
                  <a:ea typeface="Arial MT Pro"/>
                  <a:cs typeface="Arial MT Pro"/>
                  <a:sym typeface="Arial MT Pro"/>
                </a:rPr>
                <a:t>(814) 733-5456</a:t>
              </a:r>
            </a:p>
          </p:txBody>
        </p:sp>
        <p:sp>
          <p:nvSpPr>
            <p:cNvPr id="12" name="TextBox 12"/>
            <p:cNvSpPr txBox="1"/>
            <p:nvPr/>
          </p:nvSpPr>
          <p:spPr>
            <a:xfrm>
              <a:off x="2273396" y="1968065"/>
              <a:ext cx="2377574" cy="281360"/>
            </a:xfrm>
            <a:prstGeom prst="rect">
              <a:avLst/>
            </a:prstGeom>
          </p:spPr>
          <p:txBody>
            <a:bodyPr lIns="0" tIns="0" rIns="0" bIns="0" rtlCol="0" anchor="t">
              <a:spAutoFit/>
            </a:bodyPr>
            <a:lstStyle/>
            <a:p>
              <a:pPr defTabSz="609630">
                <a:lnSpc>
                  <a:spcPts val="1213"/>
                </a:lnSpc>
              </a:pPr>
              <a:r>
                <a:rPr lang="en-US" sz="866" i="1">
                  <a:solidFill>
                    <a:srgbClr val="933C21"/>
                  </a:solidFill>
                  <a:latin typeface="Arial MT Pro Italics"/>
                  <a:ea typeface="Arial MT Pro Italics"/>
                  <a:cs typeface="Arial MT Pro Italics"/>
                  <a:sym typeface="Arial MT Pro Italics"/>
                </a:rPr>
                <a:t>[Update Needed]</a:t>
              </a:r>
            </a:p>
          </p:txBody>
        </p:sp>
        <p:sp>
          <p:nvSpPr>
            <p:cNvPr id="13" name="TextBox 13"/>
            <p:cNvSpPr txBox="1"/>
            <p:nvPr/>
          </p:nvSpPr>
          <p:spPr>
            <a:xfrm>
              <a:off x="0" y="1611219"/>
              <a:ext cx="2441448" cy="281360"/>
            </a:xfrm>
            <a:prstGeom prst="rect">
              <a:avLst/>
            </a:prstGeom>
          </p:spPr>
          <p:txBody>
            <a:bodyPr wrap="square" lIns="0" tIns="0" rIns="0" bIns="0" rtlCol="0" anchor="t">
              <a:spAutoFit/>
            </a:bodyPr>
            <a:lstStyle/>
            <a:p>
              <a:pPr defTabSz="609630">
                <a:lnSpc>
                  <a:spcPts val="1213"/>
                </a:lnSpc>
              </a:pPr>
              <a:r>
                <a:rPr lang="en-US" sz="866" b="1" dirty="0">
                  <a:solidFill>
                    <a:srgbClr val="4B4D4F"/>
                  </a:solidFill>
                  <a:latin typeface="Arial MT Pro Bold"/>
                  <a:ea typeface="Arial MT Pro Bold"/>
                  <a:cs typeface="Arial MT Pro Bold"/>
                  <a:sym typeface="Arial MT Pro Bold"/>
                </a:rPr>
                <a:t>Emergency Contact:</a:t>
              </a:r>
            </a:p>
          </p:txBody>
        </p:sp>
        <p:sp>
          <p:nvSpPr>
            <p:cNvPr id="14" name="TextBox 14"/>
            <p:cNvSpPr txBox="1"/>
            <p:nvPr/>
          </p:nvSpPr>
          <p:spPr>
            <a:xfrm>
              <a:off x="0" y="999078"/>
              <a:ext cx="1730480" cy="281360"/>
            </a:xfrm>
            <a:prstGeom prst="rect">
              <a:avLst/>
            </a:prstGeom>
          </p:spPr>
          <p:txBody>
            <a:bodyPr lIns="0" tIns="0" rIns="0" bIns="0" rtlCol="0" anchor="t">
              <a:spAutoFit/>
            </a:bodyPr>
            <a:lstStyle/>
            <a:p>
              <a:pPr defTabSz="609630">
                <a:lnSpc>
                  <a:spcPts val="1213"/>
                </a:lnSpc>
              </a:pPr>
              <a:r>
                <a:rPr lang="en-US" sz="866" b="1">
                  <a:solidFill>
                    <a:srgbClr val="4B4D4F"/>
                  </a:solidFill>
                  <a:latin typeface="Arial MT Pro Bold"/>
                  <a:ea typeface="Arial MT Pro Bold"/>
                  <a:cs typeface="Arial MT Pro Bold"/>
                  <a:sym typeface="Arial MT Pro Bold"/>
                </a:rPr>
                <a:t>Home Address:</a:t>
              </a:r>
            </a:p>
          </p:txBody>
        </p:sp>
        <p:sp>
          <p:nvSpPr>
            <p:cNvPr id="15" name="TextBox 15"/>
            <p:cNvSpPr txBox="1"/>
            <p:nvPr/>
          </p:nvSpPr>
          <p:spPr>
            <a:xfrm>
              <a:off x="2284498" y="978758"/>
              <a:ext cx="3181219" cy="589136"/>
            </a:xfrm>
            <a:prstGeom prst="rect">
              <a:avLst/>
            </a:prstGeom>
          </p:spPr>
          <p:txBody>
            <a:bodyPr wrap="square" lIns="0" tIns="0" rIns="0" bIns="0" rtlCol="0" anchor="t">
              <a:spAutoFit/>
            </a:bodyPr>
            <a:lstStyle/>
            <a:p>
              <a:pPr defTabSz="609630">
                <a:lnSpc>
                  <a:spcPts val="1213"/>
                </a:lnSpc>
              </a:pPr>
              <a:r>
                <a:rPr lang="en-US" sz="866" dirty="0">
                  <a:solidFill>
                    <a:srgbClr val="4B4D4F"/>
                  </a:solidFill>
                  <a:latin typeface="Arial MT Pro"/>
                  <a:ea typeface="Arial MT Pro"/>
                  <a:cs typeface="Arial MT Pro"/>
                  <a:sym typeface="Arial MT Pro"/>
                </a:rPr>
                <a:t>1775 John McClane Avenue</a:t>
              </a:r>
            </a:p>
            <a:p>
              <a:pPr defTabSz="609630">
                <a:lnSpc>
                  <a:spcPts val="1213"/>
                </a:lnSpc>
              </a:pPr>
              <a:r>
                <a:rPr lang="en-US" sz="866" dirty="0">
                  <a:solidFill>
                    <a:srgbClr val="4B4D4F"/>
                  </a:solidFill>
                  <a:latin typeface="Arial MT Pro"/>
                  <a:ea typeface="Arial MT Pro"/>
                  <a:cs typeface="Arial MT Pro"/>
                  <a:sym typeface="Arial MT Pro"/>
                </a:rPr>
                <a:t>Manifold, CA 92405</a:t>
              </a:r>
            </a:p>
          </p:txBody>
        </p:sp>
        <p:sp>
          <p:nvSpPr>
            <p:cNvPr id="16" name="TextBox 16"/>
            <p:cNvSpPr txBox="1"/>
            <p:nvPr/>
          </p:nvSpPr>
          <p:spPr>
            <a:xfrm>
              <a:off x="2284498" y="1615061"/>
              <a:ext cx="2377574" cy="281360"/>
            </a:xfrm>
            <a:prstGeom prst="rect">
              <a:avLst/>
            </a:prstGeom>
          </p:spPr>
          <p:txBody>
            <a:bodyPr lIns="0" tIns="0" rIns="0" bIns="0" rtlCol="0" anchor="t">
              <a:spAutoFit/>
            </a:bodyPr>
            <a:lstStyle/>
            <a:p>
              <a:pPr defTabSz="609630">
                <a:lnSpc>
                  <a:spcPts val="1213"/>
                </a:lnSpc>
              </a:pPr>
              <a:r>
                <a:rPr lang="en-US" sz="866" i="1" dirty="0">
                  <a:solidFill>
                    <a:srgbClr val="933C21"/>
                  </a:solidFill>
                  <a:latin typeface="Arial MT Pro Italics"/>
                  <a:ea typeface="Arial MT Pro Italics"/>
                  <a:cs typeface="Arial MT Pro Italics"/>
                  <a:sym typeface="Arial MT Pro Italics"/>
                </a:rPr>
                <a:t>[Update Needed]</a:t>
              </a:r>
            </a:p>
          </p:txBody>
        </p:sp>
      </p:grpSp>
      <p:sp>
        <p:nvSpPr>
          <p:cNvPr id="17" name="TextBox 17"/>
          <p:cNvSpPr txBox="1"/>
          <p:nvPr/>
        </p:nvSpPr>
        <p:spPr>
          <a:xfrm>
            <a:off x="323933" y="413534"/>
            <a:ext cx="1220724" cy="163891"/>
          </a:xfrm>
          <a:prstGeom prst="rect">
            <a:avLst/>
          </a:prstGeom>
        </p:spPr>
        <p:txBody>
          <a:bodyPr lIns="0" tIns="0" rIns="0" bIns="0" rtlCol="0" anchor="t">
            <a:spAutoFit/>
          </a:bodyPr>
          <a:lstStyle/>
          <a:p>
            <a:pPr defTabSz="609630">
              <a:lnSpc>
                <a:spcPts val="1400"/>
              </a:lnSpc>
            </a:pPr>
            <a:r>
              <a:rPr lang="en-US" sz="1000" b="1">
                <a:solidFill>
                  <a:srgbClr val="243270"/>
                </a:solidFill>
                <a:latin typeface="Arial MT Pro Bold"/>
                <a:ea typeface="Arial MT Pro Bold"/>
                <a:cs typeface="Arial MT Pro Bold"/>
                <a:sym typeface="Arial MT Pro Bold"/>
              </a:rPr>
              <a:t>Member Information</a:t>
            </a:r>
          </a:p>
        </p:txBody>
      </p:sp>
      <p:grpSp>
        <p:nvGrpSpPr>
          <p:cNvPr id="18" name="Group 18"/>
          <p:cNvGrpSpPr/>
          <p:nvPr/>
        </p:nvGrpSpPr>
        <p:grpSpPr>
          <a:xfrm>
            <a:off x="4195031" y="241398"/>
            <a:ext cx="5849571" cy="1693309"/>
            <a:chOff x="0" y="0"/>
            <a:chExt cx="2310941" cy="668962"/>
          </a:xfrm>
        </p:grpSpPr>
        <p:sp>
          <p:nvSpPr>
            <p:cNvPr id="19" name="Freeform 19"/>
            <p:cNvSpPr/>
            <p:nvPr/>
          </p:nvSpPr>
          <p:spPr>
            <a:xfrm>
              <a:off x="0" y="0"/>
              <a:ext cx="2310942" cy="668962"/>
            </a:xfrm>
            <a:custGeom>
              <a:avLst/>
              <a:gdLst/>
              <a:ahLst/>
              <a:cxnLst/>
              <a:rect l="l" t="t" r="r" b="b"/>
              <a:pathLst>
                <a:path w="2310942" h="668962">
                  <a:moveTo>
                    <a:pt x="22058" y="0"/>
                  </a:moveTo>
                  <a:lnTo>
                    <a:pt x="2288883" y="0"/>
                  </a:lnTo>
                  <a:cubicBezTo>
                    <a:pt x="2294733" y="0"/>
                    <a:pt x="2300344" y="2324"/>
                    <a:pt x="2304481" y="6461"/>
                  </a:cubicBezTo>
                  <a:cubicBezTo>
                    <a:pt x="2308617" y="10597"/>
                    <a:pt x="2310942" y="16208"/>
                    <a:pt x="2310942" y="22058"/>
                  </a:cubicBezTo>
                  <a:lnTo>
                    <a:pt x="2310942" y="646903"/>
                  </a:lnTo>
                  <a:cubicBezTo>
                    <a:pt x="2310942" y="659086"/>
                    <a:pt x="2301066" y="668962"/>
                    <a:pt x="2288883" y="668962"/>
                  </a:cubicBezTo>
                  <a:lnTo>
                    <a:pt x="22058" y="668962"/>
                  </a:lnTo>
                  <a:cubicBezTo>
                    <a:pt x="9876" y="668962"/>
                    <a:pt x="0" y="659086"/>
                    <a:pt x="0" y="646903"/>
                  </a:cubicBezTo>
                  <a:lnTo>
                    <a:pt x="0" y="22058"/>
                  </a:lnTo>
                  <a:cubicBezTo>
                    <a:pt x="0" y="9876"/>
                    <a:pt x="9876" y="0"/>
                    <a:pt x="22058" y="0"/>
                  </a:cubicBezTo>
                  <a:close/>
                </a:path>
              </a:pathLst>
            </a:custGeom>
            <a:ln w="19050" cap="rnd">
              <a:solidFill>
                <a:srgbClr val="F06030"/>
              </a:solidFill>
              <a:prstDash val="solid"/>
              <a:round/>
            </a:ln>
          </p:spPr>
          <p:txBody>
            <a:bodyPr/>
            <a:lstStyle/>
            <a:p>
              <a:pPr defTabSz="609630"/>
              <a:endParaRPr lang="en-US" sz="1200">
                <a:solidFill>
                  <a:prstClr val="black"/>
                </a:solidFill>
                <a:latin typeface="Calibri"/>
              </a:endParaRPr>
            </a:p>
          </p:txBody>
        </p:sp>
        <p:sp>
          <p:nvSpPr>
            <p:cNvPr id="20" name="TextBox 20"/>
            <p:cNvSpPr txBox="1"/>
            <p:nvPr/>
          </p:nvSpPr>
          <p:spPr>
            <a:xfrm>
              <a:off x="0" y="-76200"/>
              <a:ext cx="2310941" cy="745162"/>
            </a:xfrm>
            <a:prstGeom prst="rect">
              <a:avLst/>
            </a:prstGeom>
          </p:spPr>
          <p:txBody>
            <a:bodyPr lIns="33867" tIns="33867" rIns="33867" bIns="33867" rtlCol="0" anchor="ctr"/>
            <a:lstStyle/>
            <a:p>
              <a:pPr algn="ctr" defTabSz="609630">
                <a:lnSpc>
                  <a:spcPts val="1825"/>
                </a:lnSpc>
              </a:pPr>
              <a:endParaRPr sz="1200">
                <a:solidFill>
                  <a:prstClr val="black"/>
                </a:solidFill>
                <a:latin typeface="Calibri"/>
              </a:endParaRPr>
            </a:p>
          </p:txBody>
        </p:sp>
      </p:grpSp>
      <p:grpSp>
        <p:nvGrpSpPr>
          <p:cNvPr id="21" name="Group 21"/>
          <p:cNvGrpSpPr/>
          <p:nvPr/>
        </p:nvGrpSpPr>
        <p:grpSpPr>
          <a:xfrm>
            <a:off x="4370141" y="594358"/>
            <a:ext cx="5414071" cy="280498"/>
            <a:chOff x="0" y="0"/>
            <a:chExt cx="1781886" cy="92318"/>
          </a:xfrm>
        </p:grpSpPr>
        <p:sp>
          <p:nvSpPr>
            <p:cNvPr id="22" name="Freeform 22"/>
            <p:cNvSpPr/>
            <p:nvPr/>
          </p:nvSpPr>
          <p:spPr>
            <a:xfrm>
              <a:off x="0" y="0"/>
              <a:ext cx="1781886" cy="92318"/>
            </a:xfrm>
            <a:custGeom>
              <a:avLst/>
              <a:gdLst/>
              <a:ahLst/>
              <a:cxnLst/>
              <a:rect l="l" t="t" r="r" b="b"/>
              <a:pathLst>
                <a:path w="1781886" h="92318">
                  <a:moveTo>
                    <a:pt x="14300" y="0"/>
                  </a:moveTo>
                  <a:lnTo>
                    <a:pt x="1767586" y="0"/>
                  </a:lnTo>
                  <a:cubicBezTo>
                    <a:pt x="1775483" y="0"/>
                    <a:pt x="1781886" y="6402"/>
                    <a:pt x="1781886" y="14300"/>
                  </a:cubicBezTo>
                  <a:lnTo>
                    <a:pt x="1781886" y="78018"/>
                  </a:lnTo>
                  <a:cubicBezTo>
                    <a:pt x="1781886" y="81811"/>
                    <a:pt x="1780379" y="85448"/>
                    <a:pt x="1777697" y="88130"/>
                  </a:cubicBezTo>
                  <a:cubicBezTo>
                    <a:pt x="1775016" y="90811"/>
                    <a:pt x="1771379" y="92318"/>
                    <a:pt x="1767586" y="92318"/>
                  </a:cubicBezTo>
                  <a:lnTo>
                    <a:pt x="14300" y="92318"/>
                  </a:lnTo>
                  <a:cubicBezTo>
                    <a:pt x="6402" y="92318"/>
                    <a:pt x="0" y="85916"/>
                    <a:pt x="0" y="78018"/>
                  </a:cubicBezTo>
                  <a:lnTo>
                    <a:pt x="0" y="14300"/>
                  </a:lnTo>
                  <a:cubicBezTo>
                    <a:pt x="0" y="6402"/>
                    <a:pt x="6402" y="0"/>
                    <a:pt x="14300" y="0"/>
                  </a:cubicBezTo>
                  <a:close/>
                </a:path>
              </a:pathLst>
            </a:custGeom>
            <a:solidFill>
              <a:srgbClr val="D9F6FA"/>
            </a:solidFill>
          </p:spPr>
          <p:txBody>
            <a:bodyPr/>
            <a:lstStyle/>
            <a:p>
              <a:pPr defTabSz="609630"/>
              <a:endParaRPr lang="en-US" sz="1200">
                <a:solidFill>
                  <a:prstClr val="black"/>
                </a:solidFill>
                <a:latin typeface="Calibri"/>
              </a:endParaRPr>
            </a:p>
          </p:txBody>
        </p:sp>
        <p:sp>
          <p:nvSpPr>
            <p:cNvPr id="23" name="TextBox 23"/>
            <p:cNvSpPr txBox="1"/>
            <p:nvPr/>
          </p:nvSpPr>
          <p:spPr>
            <a:xfrm>
              <a:off x="0" y="-57150"/>
              <a:ext cx="1781886" cy="149468"/>
            </a:xfrm>
            <a:prstGeom prst="rect">
              <a:avLst/>
            </a:prstGeom>
          </p:spPr>
          <p:txBody>
            <a:bodyPr lIns="40652" tIns="40652" rIns="40652" bIns="40652" rtlCol="0" anchor="ctr"/>
            <a:lstStyle/>
            <a:p>
              <a:pPr algn="ctr" defTabSz="609630">
                <a:lnSpc>
                  <a:spcPts val="1307"/>
                </a:lnSpc>
              </a:pPr>
              <a:endParaRPr sz="1200">
                <a:solidFill>
                  <a:prstClr val="black"/>
                </a:solidFill>
                <a:latin typeface="Calibri"/>
              </a:endParaRPr>
            </a:p>
          </p:txBody>
        </p:sp>
      </p:grpSp>
      <p:sp>
        <p:nvSpPr>
          <p:cNvPr id="24" name="TextBox 24"/>
          <p:cNvSpPr txBox="1"/>
          <p:nvPr/>
        </p:nvSpPr>
        <p:spPr>
          <a:xfrm>
            <a:off x="4431520" y="636817"/>
            <a:ext cx="558975" cy="152286"/>
          </a:xfrm>
          <a:prstGeom prst="rect">
            <a:avLst/>
          </a:prstGeom>
        </p:spPr>
        <p:txBody>
          <a:bodyPr lIns="0" tIns="0" rIns="0" bIns="0" rtlCol="0" anchor="t">
            <a:spAutoFit/>
          </a:bodyPr>
          <a:lstStyle/>
          <a:p>
            <a:pPr algn="ctr" defTabSz="609630">
              <a:lnSpc>
                <a:spcPts val="1307"/>
              </a:lnSpc>
              <a:spcBef>
                <a:spcPct val="0"/>
              </a:spcBef>
            </a:pPr>
            <a:r>
              <a:rPr lang="en-US" sz="933" b="1">
                <a:solidFill>
                  <a:srgbClr val="243270"/>
                </a:solidFill>
                <a:latin typeface="Arial MT Pro Bold"/>
                <a:ea typeface="Arial MT Pro Bold"/>
                <a:cs typeface="Arial MT Pro Bold"/>
                <a:sym typeface="Arial MT Pro Bold"/>
              </a:rPr>
              <a:t>No.</a:t>
            </a:r>
          </a:p>
        </p:txBody>
      </p:sp>
      <p:grpSp>
        <p:nvGrpSpPr>
          <p:cNvPr id="25" name="Group 25"/>
          <p:cNvGrpSpPr/>
          <p:nvPr/>
        </p:nvGrpSpPr>
        <p:grpSpPr>
          <a:xfrm>
            <a:off x="4370140" y="901737"/>
            <a:ext cx="5408247" cy="189479"/>
            <a:chOff x="0" y="0"/>
            <a:chExt cx="1779969" cy="62362"/>
          </a:xfrm>
        </p:grpSpPr>
        <p:sp>
          <p:nvSpPr>
            <p:cNvPr id="26" name="Freeform 26"/>
            <p:cNvSpPr/>
            <p:nvPr/>
          </p:nvSpPr>
          <p:spPr>
            <a:xfrm>
              <a:off x="0" y="0"/>
              <a:ext cx="1779969" cy="62362"/>
            </a:xfrm>
            <a:custGeom>
              <a:avLst/>
              <a:gdLst/>
              <a:ahLst/>
              <a:cxnLst/>
              <a:rect l="l" t="t" r="r" b="b"/>
              <a:pathLst>
                <a:path w="1779969" h="62362">
                  <a:moveTo>
                    <a:pt x="14315" y="0"/>
                  </a:moveTo>
                  <a:lnTo>
                    <a:pt x="1765654" y="0"/>
                  </a:lnTo>
                  <a:cubicBezTo>
                    <a:pt x="1769450" y="0"/>
                    <a:pt x="1773091" y="1508"/>
                    <a:pt x="1775776" y="4193"/>
                  </a:cubicBezTo>
                  <a:cubicBezTo>
                    <a:pt x="1778460" y="6877"/>
                    <a:pt x="1779969" y="10518"/>
                    <a:pt x="1779969" y="14315"/>
                  </a:cubicBezTo>
                  <a:lnTo>
                    <a:pt x="1779969" y="48047"/>
                  </a:lnTo>
                  <a:cubicBezTo>
                    <a:pt x="1779969" y="51843"/>
                    <a:pt x="1778460" y="55484"/>
                    <a:pt x="1775776" y="58169"/>
                  </a:cubicBezTo>
                  <a:cubicBezTo>
                    <a:pt x="1773091" y="60854"/>
                    <a:pt x="1769450" y="62362"/>
                    <a:pt x="1765654" y="62362"/>
                  </a:cubicBezTo>
                  <a:lnTo>
                    <a:pt x="14315" y="62362"/>
                  </a:lnTo>
                  <a:cubicBezTo>
                    <a:pt x="10518" y="62362"/>
                    <a:pt x="6877" y="60854"/>
                    <a:pt x="4193" y="58169"/>
                  </a:cubicBezTo>
                  <a:cubicBezTo>
                    <a:pt x="1508" y="55484"/>
                    <a:pt x="0" y="51843"/>
                    <a:pt x="0" y="48047"/>
                  </a:cubicBezTo>
                  <a:lnTo>
                    <a:pt x="0" y="14315"/>
                  </a:lnTo>
                  <a:cubicBezTo>
                    <a:pt x="0" y="10518"/>
                    <a:pt x="1508" y="6877"/>
                    <a:pt x="4193" y="4193"/>
                  </a:cubicBezTo>
                  <a:cubicBezTo>
                    <a:pt x="6877" y="1508"/>
                    <a:pt x="10518" y="0"/>
                    <a:pt x="14315" y="0"/>
                  </a:cubicBezTo>
                  <a:close/>
                </a:path>
              </a:pathLst>
            </a:custGeom>
            <a:solidFill>
              <a:srgbClr val="FAF8F2"/>
            </a:solidFill>
          </p:spPr>
          <p:txBody>
            <a:bodyPr/>
            <a:lstStyle/>
            <a:p>
              <a:pPr defTabSz="609630"/>
              <a:endParaRPr lang="en-US" sz="1200">
                <a:solidFill>
                  <a:prstClr val="black"/>
                </a:solidFill>
                <a:latin typeface="Calibri"/>
              </a:endParaRPr>
            </a:p>
          </p:txBody>
        </p:sp>
        <p:sp>
          <p:nvSpPr>
            <p:cNvPr id="27" name="TextBox 27"/>
            <p:cNvSpPr txBox="1"/>
            <p:nvPr/>
          </p:nvSpPr>
          <p:spPr>
            <a:xfrm>
              <a:off x="0" y="-57150"/>
              <a:ext cx="1779969" cy="119512"/>
            </a:xfrm>
            <a:prstGeom prst="rect">
              <a:avLst/>
            </a:prstGeom>
          </p:spPr>
          <p:txBody>
            <a:bodyPr lIns="40652" tIns="40652" rIns="40652" bIns="40652" rtlCol="0" anchor="ctr"/>
            <a:lstStyle/>
            <a:p>
              <a:pPr algn="ctr" defTabSz="609630">
                <a:lnSpc>
                  <a:spcPts val="1307"/>
                </a:lnSpc>
              </a:pPr>
              <a:endParaRPr sz="1200">
                <a:solidFill>
                  <a:prstClr val="black"/>
                </a:solidFill>
                <a:latin typeface="Calibri"/>
              </a:endParaRPr>
            </a:p>
          </p:txBody>
        </p:sp>
      </p:grpSp>
      <p:sp>
        <p:nvSpPr>
          <p:cNvPr id="28" name="TextBox 28"/>
          <p:cNvSpPr txBox="1"/>
          <p:nvPr/>
        </p:nvSpPr>
        <p:spPr>
          <a:xfrm>
            <a:off x="4616819" y="893182"/>
            <a:ext cx="57955" cy="152286"/>
          </a:xfrm>
          <a:prstGeom prst="rect">
            <a:avLst/>
          </a:prstGeom>
        </p:spPr>
        <p:txBody>
          <a:bodyPr lIns="0" tIns="0" rIns="0" bIns="0" rtlCol="0" anchor="t">
            <a:spAutoFit/>
          </a:bodyPr>
          <a:lstStyle/>
          <a:p>
            <a:pPr algn="ctr" defTabSz="609630">
              <a:lnSpc>
                <a:spcPts val="1307"/>
              </a:lnSpc>
              <a:spcBef>
                <a:spcPct val="0"/>
              </a:spcBef>
            </a:pPr>
            <a:r>
              <a:rPr lang="en-US" sz="933" b="1">
                <a:solidFill>
                  <a:srgbClr val="4B4D4F"/>
                </a:solidFill>
                <a:latin typeface="Arial MT Pro Bold"/>
                <a:ea typeface="Arial MT Pro Bold"/>
                <a:cs typeface="Arial MT Pro Bold"/>
                <a:sym typeface="Arial MT Pro Bold"/>
              </a:rPr>
              <a:t>1</a:t>
            </a:r>
          </a:p>
        </p:txBody>
      </p:sp>
      <p:grpSp>
        <p:nvGrpSpPr>
          <p:cNvPr id="29" name="Group 29"/>
          <p:cNvGrpSpPr/>
          <p:nvPr/>
        </p:nvGrpSpPr>
        <p:grpSpPr>
          <a:xfrm>
            <a:off x="4375964" y="1111376"/>
            <a:ext cx="5408247" cy="189479"/>
            <a:chOff x="0" y="0"/>
            <a:chExt cx="1779969" cy="62362"/>
          </a:xfrm>
        </p:grpSpPr>
        <p:sp>
          <p:nvSpPr>
            <p:cNvPr id="30" name="Freeform 30"/>
            <p:cNvSpPr/>
            <p:nvPr/>
          </p:nvSpPr>
          <p:spPr>
            <a:xfrm>
              <a:off x="0" y="0"/>
              <a:ext cx="1779969" cy="62362"/>
            </a:xfrm>
            <a:custGeom>
              <a:avLst/>
              <a:gdLst/>
              <a:ahLst/>
              <a:cxnLst/>
              <a:rect l="l" t="t" r="r" b="b"/>
              <a:pathLst>
                <a:path w="1779969" h="62362">
                  <a:moveTo>
                    <a:pt x="14315" y="0"/>
                  </a:moveTo>
                  <a:lnTo>
                    <a:pt x="1765654" y="0"/>
                  </a:lnTo>
                  <a:cubicBezTo>
                    <a:pt x="1769450" y="0"/>
                    <a:pt x="1773091" y="1508"/>
                    <a:pt x="1775776" y="4193"/>
                  </a:cubicBezTo>
                  <a:cubicBezTo>
                    <a:pt x="1778460" y="6877"/>
                    <a:pt x="1779969" y="10518"/>
                    <a:pt x="1779969" y="14315"/>
                  </a:cubicBezTo>
                  <a:lnTo>
                    <a:pt x="1779969" y="48047"/>
                  </a:lnTo>
                  <a:cubicBezTo>
                    <a:pt x="1779969" y="51843"/>
                    <a:pt x="1778460" y="55484"/>
                    <a:pt x="1775776" y="58169"/>
                  </a:cubicBezTo>
                  <a:cubicBezTo>
                    <a:pt x="1773091" y="60854"/>
                    <a:pt x="1769450" y="62362"/>
                    <a:pt x="1765654" y="62362"/>
                  </a:cubicBezTo>
                  <a:lnTo>
                    <a:pt x="14315" y="62362"/>
                  </a:lnTo>
                  <a:cubicBezTo>
                    <a:pt x="10518" y="62362"/>
                    <a:pt x="6877" y="60854"/>
                    <a:pt x="4193" y="58169"/>
                  </a:cubicBezTo>
                  <a:cubicBezTo>
                    <a:pt x="1508" y="55484"/>
                    <a:pt x="0" y="51843"/>
                    <a:pt x="0" y="48047"/>
                  </a:cubicBezTo>
                  <a:lnTo>
                    <a:pt x="0" y="14315"/>
                  </a:lnTo>
                  <a:cubicBezTo>
                    <a:pt x="0" y="10518"/>
                    <a:pt x="1508" y="6877"/>
                    <a:pt x="4193" y="4193"/>
                  </a:cubicBezTo>
                  <a:cubicBezTo>
                    <a:pt x="6877" y="1508"/>
                    <a:pt x="10518" y="0"/>
                    <a:pt x="14315" y="0"/>
                  </a:cubicBezTo>
                  <a:close/>
                </a:path>
              </a:pathLst>
            </a:custGeom>
            <a:solidFill>
              <a:srgbClr val="FAF8F2"/>
            </a:solidFill>
          </p:spPr>
          <p:txBody>
            <a:bodyPr/>
            <a:lstStyle/>
            <a:p>
              <a:pPr defTabSz="609630"/>
              <a:endParaRPr lang="en-US" sz="1200">
                <a:solidFill>
                  <a:prstClr val="black"/>
                </a:solidFill>
                <a:latin typeface="Calibri"/>
              </a:endParaRPr>
            </a:p>
          </p:txBody>
        </p:sp>
        <p:sp>
          <p:nvSpPr>
            <p:cNvPr id="31" name="TextBox 31"/>
            <p:cNvSpPr txBox="1"/>
            <p:nvPr/>
          </p:nvSpPr>
          <p:spPr>
            <a:xfrm>
              <a:off x="0" y="-57150"/>
              <a:ext cx="1779969" cy="119512"/>
            </a:xfrm>
            <a:prstGeom prst="rect">
              <a:avLst/>
            </a:prstGeom>
          </p:spPr>
          <p:txBody>
            <a:bodyPr lIns="40652" tIns="40652" rIns="40652" bIns="40652" rtlCol="0" anchor="ctr"/>
            <a:lstStyle/>
            <a:p>
              <a:pPr algn="ctr" defTabSz="609630">
                <a:lnSpc>
                  <a:spcPts val="1307"/>
                </a:lnSpc>
              </a:pPr>
              <a:endParaRPr sz="1200">
                <a:solidFill>
                  <a:prstClr val="black"/>
                </a:solidFill>
                <a:latin typeface="Calibri"/>
              </a:endParaRPr>
            </a:p>
          </p:txBody>
        </p:sp>
      </p:grpSp>
      <p:sp>
        <p:nvSpPr>
          <p:cNvPr id="32" name="TextBox 32"/>
          <p:cNvSpPr txBox="1"/>
          <p:nvPr/>
        </p:nvSpPr>
        <p:spPr>
          <a:xfrm>
            <a:off x="4616819" y="1102821"/>
            <a:ext cx="57955" cy="152286"/>
          </a:xfrm>
          <a:prstGeom prst="rect">
            <a:avLst/>
          </a:prstGeom>
        </p:spPr>
        <p:txBody>
          <a:bodyPr lIns="0" tIns="0" rIns="0" bIns="0" rtlCol="0" anchor="t">
            <a:spAutoFit/>
          </a:bodyPr>
          <a:lstStyle/>
          <a:p>
            <a:pPr algn="ctr" defTabSz="609630">
              <a:lnSpc>
                <a:spcPts val="1307"/>
              </a:lnSpc>
              <a:spcBef>
                <a:spcPct val="0"/>
              </a:spcBef>
            </a:pPr>
            <a:r>
              <a:rPr lang="en-US" sz="933" b="1">
                <a:solidFill>
                  <a:srgbClr val="4B4D4F"/>
                </a:solidFill>
                <a:latin typeface="Arial MT Pro Bold"/>
                <a:ea typeface="Arial MT Pro Bold"/>
                <a:cs typeface="Arial MT Pro Bold"/>
                <a:sym typeface="Arial MT Pro Bold"/>
              </a:rPr>
              <a:t>2</a:t>
            </a:r>
          </a:p>
        </p:txBody>
      </p:sp>
      <p:sp>
        <p:nvSpPr>
          <p:cNvPr id="33" name="TextBox 33"/>
          <p:cNvSpPr txBox="1"/>
          <p:nvPr/>
        </p:nvSpPr>
        <p:spPr>
          <a:xfrm>
            <a:off x="4195031" y="348116"/>
            <a:ext cx="1785335" cy="163891"/>
          </a:xfrm>
          <a:prstGeom prst="rect">
            <a:avLst/>
          </a:prstGeom>
        </p:spPr>
        <p:txBody>
          <a:bodyPr lIns="0" tIns="0" rIns="0" bIns="0" rtlCol="0" anchor="t">
            <a:spAutoFit/>
          </a:bodyPr>
          <a:lstStyle/>
          <a:p>
            <a:pPr algn="ctr" defTabSz="609630">
              <a:lnSpc>
                <a:spcPts val="1400"/>
              </a:lnSpc>
              <a:spcBef>
                <a:spcPct val="0"/>
              </a:spcBef>
            </a:pPr>
            <a:r>
              <a:rPr lang="en-US" sz="1000" b="1">
                <a:solidFill>
                  <a:srgbClr val="243270"/>
                </a:solidFill>
                <a:latin typeface="Arial MT Pro Bold"/>
                <a:ea typeface="Arial MT Pro Bold"/>
                <a:cs typeface="Arial MT Pro Bold"/>
                <a:sym typeface="Arial MT Pro Bold"/>
              </a:rPr>
              <a:t>Dependent’s Information</a:t>
            </a:r>
          </a:p>
        </p:txBody>
      </p:sp>
      <p:sp>
        <p:nvSpPr>
          <p:cNvPr id="34" name="TextBox 34"/>
          <p:cNvSpPr txBox="1"/>
          <p:nvPr/>
        </p:nvSpPr>
        <p:spPr>
          <a:xfrm>
            <a:off x="5544409" y="647700"/>
            <a:ext cx="518173" cy="152286"/>
          </a:xfrm>
          <a:prstGeom prst="rect">
            <a:avLst/>
          </a:prstGeom>
        </p:spPr>
        <p:txBody>
          <a:bodyPr lIns="0" tIns="0" rIns="0" bIns="0" rtlCol="0" anchor="t">
            <a:spAutoFit/>
          </a:bodyPr>
          <a:lstStyle/>
          <a:p>
            <a:pPr algn="ctr" defTabSz="609630">
              <a:lnSpc>
                <a:spcPts val="1307"/>
              </a:lnSpc>
              <a:spcBef>
                <a:spcPct val="0"/>
              </a:spcBef>
            </a:pPr>
            <a:r>
              <a:rPr lang="en-US" sz="933" b="1">
                <a:solidFill>
                  <a:srgbClr val="243270"/>
                </a:solidFill>
                <a:latin typeface="Arial MT Pro Bold"/>
                <a:ea typeface="Arial MT Pro Bold"/>
                <a:cs typeface="Arial MT Pro Bold"/>
                <a:sym typeface="Arial MT Pro Bold"/>
              </a:rPr>
              <a:t>Name</a:t>
            </a:r>
          </a:p>
        </p:txBody>
      </p:sp>
      <p:sp>
        <p:nvSpPr>
          <p:cNvPr id="35" name="TextBox 35"/>
          <p:cNvSpPr txBox="1"/>
          <p:nvPr/>
        </p:nvSpPr>
        <p:spPr>
          <a:xfrm>
            <a:off x="6667955" y="646043"/>
            <a:ext cx="739759" cy="152286"/>
          </a:xfrm>
          <a:prstGeom prst="rect">
            <a:avLst/>
          </a:prstGeom>
        </p:spPr>
        <p:txBody>
          <a:bodyPr lIns="0" tIns="0" rIns="0" bIns="0" rtlCol="0" anchor="t">
            <a:spAutoFit/>
          </a:bodyPr>
          <a:lstStyle/>
          <a:p>
            <a:pPr algn="ctr" defTabSz="609630">
              <a:lnSpc>
                <a:spcPts val="1307"/>
              </a:lnSpc>
              <a:spcBef>
                <a:spcPct val="0"/>
              </a:spcBef>
            </a:pPr>
            <a:r>
              <a:rPr lang="en-US" sz="933" b="1">
                <a:solidFill>
                  <a:srgbClr val="243270"/>
                </a:solidFill>
                <a:latin typeface="Arial MT Pro Bold"/>
                <a:ea typeface="Arial MT Pro Bold"/>
                <a:cs typeface="Arial MT Pro Bold"/>
                <a:sym typeface="Arial MT Pro Bold"/>
              </a:rPr>
              <a:t>Date of Birth</a:t>
            </a:r>
          </a:p>
        </p:txBody>
      </p:sp>
      <p:sp>
        <p:nvSpPr>
          <p:cNvPr id="36" name="TextBox 36"/>
          <p:cNvSpPr txBox="1"/>
          <p:nvPr/>
        </p:nvSpPr>
        <p:spPr>
          <a:xfrm>
            <a:off x="7920418" y="646043"/>
            <a:ext cx="486438" cy="152286"/>
          </a:xfrm>
          <a:prstGeom prst="rect">
            <a:avLst/>
          </a:prstGeom>
        </p:spPr>
        <p:txBody>
          <a:bodyPr lIns="0" tIns="0" rIns="0" bIns="0" rtlCol="0" anchor="t">
            <a:spAutoFit/>
          </a:bodyPr>
          <a:lstStyle/>
          <a:p>
            <a:pPr algn="ctr" defTabSz="609630">
              <a:lnSpc>
                <a:spcPts val="1307"/>
              </a:lnSpc>
              <a:spcBef>
                <a:spcPct val="0"/>
              </a:spcBef>
            </a:pPr>
            <a:r>
              <a:rPr lang="en-US" sz="933" b="1">
                <a:solidFill>
                  <a:srgbClr val="243270"/>
                </a:solidFill>
                <a:latin typeface="Arial MT Pro Bold"/>
                <a:ea typeface="Arial MT Pro Bold"/>
                <a:cs typeface="Arial MT Pro Bold"/>
                <a:sym typeface="Arial MT Pro Bold"/>
              </a:rPr>
              <a:t>Relation</a:t>
            </a:r>
          </a:p>
        </p:txBody>
      </p:sp>
      <p:sp>
        <p:nvSpPr>
          <p:cNvPr id="37" name="TextBox 37"/>
          <p:cNvSpPr txBox="1"/>
          <p:nvPr/>
        </p:nvSpPr>
        <p:spPr>
          <a:xfrm>
            <a:off x="8880219" y="646043"/>
            <a:ext cx="691812" cy="152286"/>
          </a:xfrm>
          <a:prstGeom prst="rect">
            <a:avLst/>
          </a:prstGeom>
        </p:spPr>
        <p:txBody>
          <a:bodyPr lIns="0" tIns="0" rIns="0" bIns="0" rtlCol="0" anchor="t">
            <a:spAutoFit/>
          </a:bodyPr>
          <a:lstStyle/>
          <a:p>
            <a:pPr algn="ctr" defTabSz="609630">
              <a:lnSpc>
                <a:spcPts val="1307"/>
              </a:lnSpc>
              <a:spcBef>
                <a:spcPct val="0"/>
              </a:spcBef>
            </a:pPr>
            <a:r>
              <a:rPr lang="en-US" sz="933" b="1">
                <a:solidFill>
                  <a:srgbClr val="243270"/>
                </a:solidFill>
                <a:latin typeface="Arial MT Pro Bold"/>
                <a:ea typeface="Arial MT Pro Bold"/>
                <a:cs typeface="Arial MT Pro Bold"/>
                <a:sym typeface="Arial MT Pro Bold"/>
              </a:rPr>
              <a:t>Contact No.</a:t>
            </a:r>
          </a:p>
        </p:txBody>
      </p:sp>
      <p:grpSp>
        <p:nvGrpSpPr>
          <p:cNvPr id="38" name="Group 38"/>
          <p:cNvGrpSpPr/>
          <p:nvPr/>
        </p:nvGrpSpPr>
        <p:grpSpPr>
          <a:xfrm>
            <a:off x="4375722" y="1427855"/>
            <a:ext cx="5408490" cy="386080"/>
            <a:chOff x="0" y="0"/>
            <a:chExt cx="2019066" cy="144129"/>
          </a:xfrm>
        </p:grpSpPr>
        <p:sp>
          <p:nvSpPr>
            <p:cNvPr id="39" name="Freeform 39"/>
            <p:cNvSpPr/>
            <p:nvPr/>
          </p:nvSpPr>
          <p:spPr>
            <a:xfrm>
              <a:off x="0" y="0"/>
              <a:ext cx="2019066" cy="144129"/>
            </a:xfrm>
            <a:custGeom>
              <a:avLst/>
              <a:gdLst/>
              <a:ahLst/>
              <a:cxnLst/>
              <a:rect l="l" t="t" r="r" b="b"/>
              <a:pathLst>
                <a:path w="2019066" h="144129">
                  <a:moveTo>
                    <a:pt x="19086" y="0"/>
                  </a:moveTo>
                  <a:lnTo>
                    <a:pt x="1999981" y="0"/>
                  </a:lnTo>
                  <a:cubicBezTo>
                    <a:pt x="2005043" y="0"/>
                    <a:pt x="2009897" y="2011"/>
                    <a:pt x="2013476" y="5590"/>
                  </a:cubicBezTo>
                  <a:cubicBezTo>
                    <a:pt x="2017056" y="9169"/>
                    <a:pt x="2019066" y="14024"/>
                    <a:pt x="2019066" y="19086"/>
                  </a:cubicBezTo>
                  <a:lnTo>
                    <a:pt x="2019066" y="125043"/>
                  </a:lnTo>
                  <a:cubicBezTo>
                    <a:pt x="2019066" y="130105"/>
                    <a:pt x="2017056" y="134960"/>
                    <a:pt x="2013476" y="138539"/>
                  </a:cubicBezTo>
                  <a:cubicBezTo>
                    <a:pt x="2009897" y="142118"/>
                    <a:pt x="2005043" y="144129"/>
                    <a:pt x="1999981" y="144129"/>
                  </a:cubicBezTo>
                  <a:lnTo>
                    <a:pt x="19086" y="144129"/>
                  </a:lnTo>
                  <a:cubicBezTo>
                    <a:pt x="8545" y="144129"/>
                    <a:pt x="0" y="135584"/>
                    <a:pt x="0" y="125043"/>
                  </a:cubicBezTo>
                  <a:lnTo>
                    <a:pt x="0" y="19086"/>
                  </a:lnTo>
                  <a:cubicBezTo>
                    <a:pt x="0" y="14024"/>
                    <a:pt x="2011" y="9169"/>
                    <a:pt x="5590" y="5590"/>
                  </a:cubicBezTo>
                  <a:cubicBezTo>
                    <a:pt x="9169" y="2011"/>
                    <a:pt x="14024" y="0"/>
                    <a:pt x="19086" y="0"/>
                  </a:cubicBezTo>
                  <a:close/>
                </a:path>
              </a:pathLst>
            </a:custGeom>
            <a:solidFill>
              <a:srgbClr val="FAF8F2"/>
            </a:solidFill>
            <a:ln w="19050" cap="sq">
              <a:solidFill>
                <a:srgbClr val="FF612B"/>
              </a:solidFill>
              <a:prstDash val="sysDot"/>
              <a:miter/>
            </a:ln>
          </p:spPr>
          <p:txBody>
            <a:bodyPr/>
            <a:lstStyle/>
            <a:p>
              <a:pPr defTabSz="609630"/>
              <a:endParaRPr lang="en-US" sz="1200">
                <a:solidFill>
                  <a:prstClr val="black"/>
                </a:solidFill>
                <a:latin typeface="Calibri"/>
              </a:endParaRPr>
            </a:p>
          </p:txBody>
        </p:sp>
        <p:sp>
          <p:nvSpPr>
            <p:cNvPr id="40" name="TextBox 40"/>
            <p:cNvSpPr txBox="1"/>
            <p:nvPr/>
          </p:nvSpPr>
          <p:spPr>
            <a:xfrm>
              <a:off x="0" y="-76200"/>
              <a:ext cx="2019066" cy="220329"/>
            </a:xfrm>
            <a:prstGeom prst="rect">
              <a:avLst/>
            </a:prstGeom>
          </p:spPr>
          <p:txBody>
            <a:bodyPr lIns="35839" tIns="35839" rIns="35839" bIns="35839" rtlCol="0" anchor="ctr"/>
            <a:lstStyle/>
            <a:p>
              <a:pPr algn="ctr" defTabSz="609630">
                <a:lnSpc>
                  <a:spcPts val="1825"/>
                </a:lnSpc>
              </a:pPr>
              <a:endParaRPr sz="1200">
                <a:solidFill>
                  <a:prstClr val="black"/>
                </a:solidFill>
                <a:latin typeface="Calibri"/>
              </a:endParaRPr>
            </a:p>
          </p:txBody>
        </p:sp>
      </p:grpSp>
      <p:sp>
        <p:nvSpPr>
          <p:cNvPr id="41" name="TextBox 41"/>
          <p:cNvSpPr txBox="1"/>
          <p:nvPr/>
        </p:nvSpPr>
        <p:spPr>
          <a:xfrm>
            <a:off x="4563089" y="1441413"/>
            <a:ext cx="5107223" cy="318998"/>
          </a:xfrm>
          <a:prstGeom prst="rect">
            <a:avLst/>
          </a:prstGeom>
        </p:spPr>
        <p:txBody>
          <a:bodyPr lIns="0" tIns="0" rIns="0" bIns="0" rtlCol="0" anchor="t">
            <a:spAutoFit/>
          </a:bodyPr>
          <a:lstStyle/>
          <a:p>
            <a:pPr defTabSz="609630">
              <a:lnSpc>
                <a:spcPts val="1306"/>
              </a:lnSpc>
            </a:pPr>
            <a:r>
              <a:rPr lang="en-US" sz="933" i="1">
                <a:solidFill>
                  <a:srgbClr val="933C21"/>
                </a:solidFill>
                <a:latin typeface="Arial MT Pro Italics"/>
                <a:ea typeface="Arial MT Pro Italics"/>
                <a:cs typeface="Arial MT Pro Italics"/>
                <a:sym typeface="Arial MT Pro Italics"/>
              </a:rPr>
              <a:t>*Newly enrolled dependent information will reflect within 24 to 48 hours. Dependent’s HMO card will be delivered within 5 business days.</a:t>
            </a:r>
          </a:p>
        </p:txBody>
      </p:sp>
      <p:grpSp>
        <p:nvGrpSpPr>
          <p:cNvPr id="42" name="Group 42"/>
          <p:cNvGrpSpPr/>
          <p:nvPr/>
        </p:nvGrpSpPr>
        <p:grpSpPr>
          <a:xfrm>
            <a:off x="10127032" y="241398"/>
            <a:ext cx="1896665" cy="6390402"/>
            <a:chOff x="0" y="0"/>
            <a:chExt cx="749300" cy="2524603"/>
          </a:xfrm>
        </p:grpSpPr>
        <p:sp>
          <p:nvSpPr>
            <p:cNvPr id="43" name="Freeform 43"/>
            <p:cNvSpPr/>
            <p:nvPr/>
          </p:nvSpPr>
          <p:spPr>
            <a:xfrm>
              <a:off x="0" y="0"/>
              <a:ext cx="749300" cy="2524603"/>
            </a:xfrm>
            <a:custGeom>
              <a:avLst/>
              <a:gdLst/>
              <a:ahLst/>
              <a:cxnLst/>
              <a:rect l="l" t="t" r="r" b="b"/>
              <a:pathLst>
                <a:path w="749300" h="2524603">
                  <a:moveTo>
                    <a:pt x="68031" y="0"/>
                  </a:moveTo>
                  <a:lnTo>
                    <a:pt x="681269" y="0"/>
                  </a:lnTo>
                  <a:cubicBezTo>
                    <a:pt x="699312" y="0"/>
                    <a:pt x="716616" y="7168"/>
                    <a:pt x="729374" y="19926"/>
                  </a:cubicBezTo>
                  <a:cubicBezTo>
                    <a:pt x="742132" y="32684"/>
                    <a:pt x="749300" y="49988"/>
                    <a:pt x="749300" y="68031"/>
                  </a:cubicBezTo>
                  <a:lnTo>
                    <a:pt x="749300" y="2456572"/>
                  </a:lnTo>
                  <a:cubicBezTo>
                    <a:pt x="749300" y="2494145"/>
                    <a:pt x="718841" y="2524603"/>
                    <a:pt x="681269" y="2524603"/>
                  </a:cubicBezTo>
                  <a:lnTo>
                    <a:pt x="68031" y="2524603"/>
                  </a:lnTo>
                  <a:cubicBezTo>
                    <a:pt x="49988" y="2524603"/>
                    <a:pt x="32684" y="2517436"/>
                    <a:pt x="19926" y="2504678"/>
                  </a:cubicBezTo>
                  <a:cubicBezTo>
                    <a:pt x="7168" y="2491919"/>
                    <a:pt x="0" y="2474615"/>
                    <a:pt x="0" y="2456572"/>
                  </a:cubicBezTo>
                  <a:lnTo>
                    <a:pt x="0" y="68031"/>
                  </a:lnTo>
                  <a:cubicBezTo>
                    <a:pt x="0" y="49988"/>
                    <a:pt x="7168" y="32684"/>
                    <a:pt x="19926" y="19926"/>
                  </a:cubicBezTo>
                  <a:cubicBezTo>
                    <a:pt x="32684" y="7168"/>
                    <a:pt x="49988" y="0"/>
                    <a:pt x="68031" y="0"/>
                  </a:cubicBezTo>
                  <a:close/>
                </a:path>
              </a:pathLst>
            </a:custGeom>
            <a:ln w="19050" cap="rnd">
              <a:solidFill>
                <a:srgbClr val="F06030"/>
              </a:solidFill>
              <a:prstDash val="solid"/>
              <a:round/>
            </a:ln>
          </p:spPr>
          <p:txBody>
            <a:bodyPr/>
            <a:lstStyle/>
            <a:p>
              <a:pPr defTabSz="609630"/>
              <a:endParaRPr lang="en-US" sz="1200">
                <a:solidFill>
                  <a:prstClr val="black"/>
                </a:solidFill>
                <a:latin typeface="Calibri"/>
              </a:endParaRPr>
            </a:p>
          </p:txBody>
        </p:sp>
        <p:sp>
          <p:nvSpPr>
            <p:cNvPr id="44" name="TextBox 44"/>
            <p:cNvSpPr txBox="1"/>
            <p:nvPr/>
          </p:nvSpPr>
          <p:spPr>
            <a:xfrm>
              <a:off x="0" y="-47625"/>
              <a:ext cx="749300" cy="2572228"/>
            </a:xfrm>
            <a:prstGeom prst="rect">
              <a:avLst/>
            </a:prstGeom>
          </p:spPr>
          <p:txBody>
            <a:bodyPr lIns="33867" tIns="33867" rIns="33867" bIns="33867" rtlCol="0" anchor="ctr"/>
            <a:lstStyle/>
            <a:p>
              <a:pPr algn="ctr" defTabSz="609630">
                <a:lnSpc>
                  <a:spcPts val="1119"/>
                </a:lnSpc>
              </a:pPr>
              <a:endParaRPr sz="1200">
                <a:solidFill>
                  <a:prstClr val="black"/>
                </a:solidFill>
                <a:latin typeface="Calibri"/>
              </a:endParaRPr>
            </a:p>
          </p:txBody>
        </p:sp>
      </p:grpSp>
      <p:grpSp>
        <p:nvGrpSpPr>
          <p:cNvPr id="45" name="Group 45"/>
          <p:cNvGrpSpPr/>
          <p:nvPr/>
        </p:nvGrpSpPr>
        <p:grpSpPr>
          <a:xfrm>
            <a:off x="10243426" y="796178"/>
            <a:ext cx="1663878" cy="2920958"/>
            <a:chOff x="0" y="0"/>
            <a:chExt cx="657334" cy="1153959"/>
          </a:xfrm>
        </p:grpSpPr>
        <p:sp>
          <p:nvSpPr>
            <p:cNvPr id="46" name="Freeform 46"/>
            <p:cNvSpPr/>
            <p:nvPr/>
          </p:nvSpPr>
          <p:spPr>
            <a:xfrm>
              <a:off x="0" y="0"/>
              <a:ext cx="657334" cy="1153959"/>
            </a:xfrm>
            <a:custGeom>
              <a:avLst/>
              <a:gdLst/>
              <a:ahLst/>
              <a:cxnLst/>
              <a:rect l="l" t="t" r="r" b="b"/>
              <a:pathLst>
                <a:path w="657334" h="1153959">
                  <a:moveTo>
                    <a:pt x="77549" y="0"/>
                  </a:moveTo>
                  <a:lnTo>
                    <a:pt x="579785" y="0"/>
                  </a:lnTo>
                  <a:cubicBezTo>
                    <a:pt x="600353" y="0"/>
                    <a:pt x="620078" y="8170"/>
                    <a:pt x="634621" y="22714"/>
                  </a:cubicBezTo>
                  <a:cubicBezTo>
                    <a:pt x="649164" y="37257"/>
                    <a:pt x="657334" y="56982"/>
                    <a:pt x="657334" y="77549"/>
                  </a:cubicBezTo>
                  <a:lnTo>
                    <a:pt x="657334" y="1076410"/>
                  </a:lnTo>
                  <a:cubicBezTo>
                    <a:pt x="657334" y="1119239"/>
                    <a:pt x="622615" y="1153959"/>
                    <a:pt x="579785" y="1153959"/>
                  </a:cubicBezTo>
                  <a:lnTo>
                    <a:pt x="77549" y="1153959"/>
                  </a:lnTo>
                  <a:cubicBezTo>
                    <a:pt x="34720" y="1153959"/>
                    <a:pt x="0" y="1119239"/>
                    <a:pt x="0" y="1076410"/>
                  </a:cubicBezTo>
                  <a:lnTo>
                    <a:pt x="0" y="77549"/>
                  </a:lnTo>
                  <a:cubicBezTo>
                    <a:pt x="0" y="34720"/>
                    <a:pt x="34720" y="0"/>
                    <a:pt x="77549" y="0"/>
                  </a:cubicBezTo>
                  <a:close/>
                </a:path>
              </a:pathLst>
            </a:custGeom>
            <a:ln w="19050" cap="rnd">
              <a:solidFill>
                <a:srgbClr val="F06030"/>
              </a:solidFill>
              <a:prstDash val="sysDot"/>
              <a:round/>
            </a:ln>
          </p:spPr>
          <p:txBody>
            <a:bodyPr/>
            <a:lstStyle/>
            <a:p>
              <a:pPr defTabSz="609630"/>
              <a:endParaRPr lang="en-US" sz="1200">
                <a:solidFill>
                  <a:prstClr val="black"/>
                </a:solidFill>
                <a:latin typeface="Calibri"/>
              </a:endParaRPr>
            </a:p>
          </p:txBody>
        </p:sp>
        <p:sp>
          <p:nvSpPr>
            <p:cNvPr id="47" name="TextBox 47"/>
            <p:cNvSpPr txBox="1"/>
            <p:nvPr/>
          </p:nvSpPr>
          <p:spPr>
            <a:xfrm>
              <a:off x="0" y="-47625"/>
              <a:ext cx="657334" cy="1201584"/>
            </a:xfrm>
            <a:prstGeom prst="rect">
              <a:avLst/>
            </a:prstGeom>
          </p:spPr>
          <p:txBody>
            <a:bodyPr lIns="33867" tIns="33867" rIns="33867" bIns="33867" rtlCol="0" anchor="ctr"/>
            <a:lstStyle/>
            <a:p>
              <a:pPr algn="ctr" defTabSz="609630">
                <a:lnSpc>
                  <a:spcPts val="1119"/>
                </a:lnSpc>
              </a:pPr>
              <a:endParaRPr sz="1200">
                <a:solidFill>
                  <a:prstClr val="black"/>
                </a:solidFill>
                <a:latin typeface="Calibri"/>
              </a:endParaRPr>
            </a:p>
          </p:txBody>
        </p:sp>
      </p:grpSp>
      <p:sp>
        <p:nvSpPr>
          <p:cNvPr id="48" name="TextBox 48"/>
          <p:cNvSpPr txBox="1"/>
          <p:nvPr/>
        </p:nvSpPr>
        <p:spPr>
          <a:xfrm>
            <a:off x="10472759" y="1312720"/>
            <a:ext cx="1362454" cy="448456"/>
          </a:xfrm>
          <a:prstGeom prst="rect">
            <a:avLst/>
          </a:prstGeom>
        </p:spPr>
        <p:txBody>
          <a:bodyPr lIns="0" tIns="0" rIns="0" bIns="0" rtlCol="0" anchor="t">
            <a:spAutoFit/>
          </a:bodyPr>
          <a:lstStyle/>
          <a:p>
            <a:pPr defTabSz="609630">
              <a:lnSpc>
                <a:spcPts val="1213"/>
              </a:lnSpc>
            </a:pPr>
            <a:r>
              <a:rPr lang="en-US" sz="866">
                <a:solidFill>
                  <a:srgbClr val="4B4D4F"/>
                </a:solidFill>
                <a:latin typeface="Arial MT Pro"/>
                <a:ea typeface="Arial MT Pro"/>
                <a:cs typeface="Arial MT Pro"/>
                <a:sym typeface="Arial MT Pro"/>
              </a:rPr>
              <a:t>Collect the following information from the requesting party:</a:t>
            </a:r>
          </a:p>
        </p:txBody>
      </p:sp>
      <p:sp>
        <p:nvSpPr>
          <p:cNvPr id="49" name="TextBox 49"/>
          <p:cNvSpPr txBox="1"/>
          <p:nvPr/>
        </p:nvSpPr>
        <p:spPr>
          <a:xfrm>
            <a:off x="10472759" y="1902239"/>
            <a:ext cx="1262776" cy="756233"/>
          </a:xfrm>
          <a:prstGeom prst="rect">
            <a:avLst/>
          </a:prstGeom>
        </p:spPr>
        <p:txBody>
          <a:bodyPr lIns="0" tIns="0" rIns="0" bIns="0" rtlCol="0" anchor="t">
            <a:spAutoFit/>
          </a:bodyPr>
          <a:lstStyle/>
          <a:p>
            <a:pPr marL="187122" lvl="1" indent="-93561" defTabSz="609630">
              <a:lnSpc>
                <a:spcPts val="1213"/>
              </a:lnSpc>
              <a:buFontTx/>
              <a:buAutoNum type="arabicPeriod"/>
            </a:pPr>
            <a:r>
              <a:rPr lang="en-US" sz="866">
                <a:solidFill>
                  <a:srgbClr val="4B4D4F"/>
                </a:solidFill>
                <a:latin typeface="Arial MT Pro"/>
                <a:ea typeface="Arial MT Pro"/>
                <a:cs typeface="Arial MT Pro"/>
                <a:sym typeface="Arial MT Pro"/>
              </a:rPr>
              <a:t>Member’s Name</a:t>
            </a:r>
          </a:p>
          <a:p>
            <a:pPr marL="187122" lvl="1" indent="-93561" defTabSz="609630">
              <a:lnSpc>
                <a:spcPts val="1213"/>
              </a:lnSpc>
              <a:buFontTx/>
              <a:buAutoNum type="arabicPeriod"/>
            </a:pPr>
            <a:r>
              <a:rPr lang="en-US" sz="866">
                <a:solidFill>
                  <a:srgbClr val="4B4D4F"/>
                </a:solidFill>
                <a:latin typeface="Arial MT Pro"/>
                <a:ea typeface="Arial MT Pro"/>
                <a:cs typeface="Arial MT Pro"/>
                <a:sym typeface="Arial MT Pro"/>
              </a:rPr>
              <a:t>Policy Number</a:t>
            </a:r>
          </a:p>
          <a:p>
            <a:pPr marL="187122" lvl="1" indent="-93561" defTabSz="609630">
              <a:lnSpc>
                <a:spcPts val="1213"/>
              </a:lnSpc>
              <a:buFontTx/>
              <a:buAutoNum type="arabicPeriod"/>
            </a:pPr>
            <a:r>
              <a:rPr lang="en-US" sz="866">
                <a:solidFill>
                  <a:srgbClr val="4B4D4F"/>
                </a:solidFill>
                <a:latin typeface="Arial MT Pro"/>
                <a:ea typeface="Arial MT Pro"/>
                <a:cs typeface="Arial MT Pro"/>
                <a:sym typeface="Arial MT Pro"/>
              </a:rPr>
              <a:t>E-mail Address</a:t>
            </a:r>
          </a:p>
          <a:p>
            <a:pPr marL="187122" lvl="1" indent="-93561" defTabSz="609630">
              <a:lnSpc>
                <a:spcPts val="1213"/>
              </a:lnSpc>
              <a:buFontTx/>
              <a:buAutoNum type="arabicPeriod"/>
            </a:pPr>
            <a:r>
              <a:rPr lang="en-US" sz="866">
                <a:solidFill>
                  <a:srgbClr val="4B4D4F"/>
                </a:solidFill>
                <a:latin typeface="Arial MT Pro"/>
                <a:ea typeface="Arial MT Pro"/>
                <a:cs typeface="Arial MT Pro"/>
                <a:sym typeface="Arial MT Pro"/>
              </a:rPr>
              <a:t>Name of the Facility</a:t>
            </a:r>
          </a:p>
          <a:p>
            <a:pPr marL="187122" lvl="1" indent="-93561" defTabSz="609630">
              <a:lnSpc>
                <a:spcPts val="1213"/>
              </a:lnSpc>
              <a:buFontTx/>
              <a:buAutoNum type="arabicPeriod"/>
            </a:pPr>
            <a:r>
              <a:rPr lang="en-US" sz="866">
                <a:solidFill>
                  <a:srgbClr val="4B4D4F"/>
                </a:solidFill>
                <a:latin typeface="Arial MT Pro"/>
                <a:ea typeface="Arial MT Pro"/>
                <a:cs typeface="Arial MT Pro"/>
                <a:sym typeface="Arial MT Pro"/>
              </a:rPr>
              <a:t>Member’s Contact #</a:t>
            </a:r>
          </a:p>
        </p:txBody>
      </p:sp>
      <p:sp>
        <p:nvSpPr>
          <p:cNvPr id="50" name="TextBox 50"/>
          <p:cNvSpPr txBox="1"/>
          <p:nvPr/>
        </p:nvSpPr>
        <p:spPr>
          <a:xfrm>
            <a:off x="10432568" y="2794626"/>
            <a:ext cx="1343158" cy="756233"/>
          </a:xfrm>
          <a:prstGeom prst="rect">
            <a:avLst/>
          </a:prstGeom>
        </p:spPr>
        <p:txBody>
          <a:bodyPr lIns="0" tIns="0" rIns="0" bIns="0" rtlCol="0" anchor="t">
            <a:spAutoFit/>
          </a:bodyPr>
          <a:lstStyle/>
          <a:p>
            <a:pPr defTabSz="609630">
              <a:lnSpc>
                <a:spcPts val="1213"/>
              </a:lnSpc>
            </a:pPr>
            <a:r>
              <a:rPr lang="en-US" sz="866" i="1">
                <a:solidFill>
                  <a:srgbClr val="933C21"/>
                </a:solidFill>
                <a:latin typeface="Arial MT Pro Italics"/>
                <a:ea typeface="Arial MT Pro Italics"/>
                <a:cs typeface="Arial MT Pro Italics"/>
                <a:sym typeface="Arial MT Pro Italics"/>
              </a:rPr>
              <a:t>*Email and SMS notification will be sent to facility and member, four (4) hours after submission of request.</a:t>
            </a:r>
          </a:p>
        </p:txBody>
      </p:sp>
      <p:grpSp>
        <p:nvGrpSpPr>
          <p:cNvPr id="51" name="Group 51"/>
          <p:cNvGrpSpPr/>
          <p:nvPr/>
        </p:nvGrpSpPr>
        <p:grpSpPr>
          <a:xfrm>
            <a:off x="10247682" y="3851088"/>
            <a:ext cx="1663878" cy="2665913"/>
            <a:chOff x="0" y="0"/>
            <a:chExt cx="657334" cy="1053200"/>
          </a:xfrm>
        </p:grpSpPr>
        <p:sp>
          <p:nvSpPr>
            <p:cNvPr id="52" name="Freeform 52"/>
            <p:cNvSpPr/>
            <p:nvPr/>
          </p:nvSpPr>
          <p:spPr>
            <a:xfrm>
              <a:off x="0" y="0"/>
              <a:ext cx="657334" cy="1053200"/>
            </a:xfrm>
            <a:custGeom>
              <a:avLst/>
              <a:gdLst/>
              <a:ahLst/>
              <a:cxnLst/>
              <a:rect l="l" t="t" r="r" b="b"/>
              <a:pathLst>
                <a:path w="657334" h="1053200">
                  <a:moveTo>
                    <a:pt x="77549" y="0"/>
                  </a:moveTo>
                  <a:lnTo>
                    <a:pt x="579785" y="0"/>
                  </a:lnTo>
                  <a:cubicBezTo>
                    <a:pt x="600353" y="0"/>
                    <a:pt x="620078" y="8170"/>
                    <a:pt x="634621" y="22714"/>
                  </a:cubicBezTo>
                  <a:cubicBezTo>
                    <a:pt x="649164" y="37257"/>
                    <a:pt x="657334" y="56982"/>
                    <a:pt x="657334" y="77549"/>
                  </a:cubicBezTo>
                  <a:lnTo>
                    <a:pt x="657334" y="975651"/>
                  </a:lnTo>
                  <a:cubicBezTo>
                    <a:pt x="657334" y="1018480"/>
                    <a:pt x="622615" y="1053200"/>
                    <a:pt x="579785" y="1053200"/>
                  </a:cubicBezTo>
                  <a:lnTo>
                    <a:pt x="77549" y="1053200"/>
                  </a:lnTo>
                  <a:cubicBezTo>
                    <a:pt x="34720" y="1053200"/>
                    <a:pt x="0" y="1018480"/>
                    <a:pt x="0" y="975651"/>
                  </a:cubicBezTo>
                  <a:lnTo>
                    <a:pt x="0" y="77549"/>
                  </a:lnTo>
                  <a:cubicBezTo>
                    <a:pt x="0" y="34720"/>
                    <a:pt x="34720" y="0"/>
                    <a:pt x="77549" y="0"/>
                  </a:cubicBezTo>
                  <a:close/>
                </a:path>
              </a:pathLst>
            </a:custGeom>
            <a:ln w="19050" cap="rnd">
              <a:solidFill>
                <a:srgbClr val="F06030"/>
              </a:solidFill>
              <a:prstDash val="sysDot"/>
              <a:round/>
            </a:ln>
          </p:spPr>
          <p:txBody>
            <a:bodyPr/>
            <a:lstStyle/>
            <a:p>
              <a:pPr defTabSz="609630"/>
              <a:endParaRPr lang="en-US" sz="1200">
                <a:solidFill>
                  <a:prstClr val="black"/>
                </a:solidFill>
                <a:latin typeface="Calibri"/>
              </a:endParaRPr>
            </a:p>
          </p:txBody>
        </p:sp>
        <p:sp>
          <p:nvSpPr>
            <p:cNvPr id="53" name="TextBox 53"/>
            <p:cNvSpPr txBox="1"/>
            <p:nvPr/>
          </p:nvSpPr>
          <p:spPr>
            <a:xfrm>
              <a:off x="0" y="-47625"/>
              <a:ext cx="657334" cy="1100825"/>
            </a:xfrm>
            <a:prstGeom prst="rect">
              <a:avLst/>
            </a:prstGeom>
          </p:spPr>
          <p:txBody>
            <a:bodyPr lIns="33867" tIns="33867" rIns="33867" bIns="33867" rtlCol="0" anchor="ctr"/>
            <a:lstStyle/>
            <a:p>
              <a:pPr algn="ctr" defTabSz="609630">
                <a:lnSpc>
                  <a:spcPts val="1119"/>
                </a:lnSpc>
              </a:pPr>
              <a:endParaRPr sz="1200">
                <a:solidFill>
                  <a:prstClr val="black"/>
                </a:solidFill>
                <a:latin typeface="Calibri"/>
              </a:endParaRPr>
            </a:p>
          </p:txBody>
        </p:sp>
      </p:grpSp>
      <p:sp>
        <p:nvSpPr>
          <p:cNvPr id="54" name="TextBox 54"/>
          <p:cNvSpPr txBox="1"/>
          <p:nvPr/>
        </p:nvSpPr>
        <p:spPr>
          <a:xfrm>
            <a:off x="10521962" y="4002291"/>
            <a:ext cx="1106805" cy="140680"/>
          </a:xfrm>
          <a:prstGeom prst="rect">
            <a:avLst/>
          </a:prstGeom>
        </p:spPr>
        <p:txBody>
          <a:bodyPr lIns="0" tIns="0" rIns="0" bIns="0" rtlCol="0" anchor="t">
            <a:spAutoFit/>
          </a:bodyPr>
          <a:lstStyle/>
          <a:p>
            <a:pPr algn="ctr" defTabSz="609630">
              <a:lnSpc>
                <a:spcPts val="1213"/>
              </a:lnSpc>
            </a:pPr>
            <a:r>
              <a:rPr lang="en-US" sz="866" b="1">
                <a:solidFill>
                  <a:srgbClr val="002677"/>
                </a:solidFill>
                <a:latin typeface="Arial MT Pro Bold"/>
                <a:ea typeface="Arial MT Pro Bold"/>
                <a:cs typeface="Arial MT Pro Bold"/>
                <a:sym typeface="Arial MT Pro Bold"/>
              </a:rPr>
              <a:t>How to File a Claim? </a:t>
            </a:r>
          </a:p>
        </p:txBody>
      </p:sp>
      <p:sp>
        <p:nvSpPr>
          <p:cNvPr id="55" name="TextBox 55"/>
          <p:cNvSpPr txBox="1"/>
          <p:nvPr/>
        </p:nvSpPr>
        <p:spPr>
          <a:xfrm>
            <a:off x="10402990" y="4242317"/>
            <a:ext cx="1402315" cy="2230995"/>
          </a:xfrm>
          <a:prstGeom prst="rect">
            <a:avLst/>
          </a:prstGeom>
        </p:spPr>
        <p:txBody>
          <a:bodyPr lIns="0" tIns="0" rIns="0" bIns="0" rtlCol="0" anchor="t">
            <a:spAutoFit/>
          </a:bodyPr>
          <a:lstStyle/>
          <a:p>
            <a:pPr defTabSz="609630">
              <a:lnSpc>
                <a:spcPts val="1559"/>
              </a:lnSpc>
            </a:pPr>
            <a:r>
              <a:rPr lang="en-US" sz="866">
                <a:solidFill>
                  <a:srgbClr val="4B4D4F"/>
                </a:solidFill>
                <a:latin typeface="Arial MT Pro"/>
                <a:ea typeface="Arial MT Pro"/>
                <a:cs typeface="Arial MT Pro"/>
                <a:sym typeface="Arial MT Pro"/>
              </a:rPr>
              <a:t>Submit your claims online at </a:t>
            </a:r>
            <a:r>
              <a:rPr lang="en-US" sz="866" u="sng">
                <a:solidFill>
                  <a:srgbClr val="0C55B8"/>
                </a:solidFill>
                <a:latin typeface="Arial MT Pro"/>
                <a:ea typeface="Arial MT Pro"/>
                <a:cs typeface="Arial MT Pro"/>
                <a:sym typeface="Arial MT Pro"/>
                <a:hlinkClick r:id="rId4" tooltip="http://www.uhc.com"/>
              </a:rPr>
              <a:t>www.uhc.com</a:t>
            </a:r>
            <a:r>
              <a:rPr lang="en-US" sz="866">
                <a:solidFill>
                  <a:srgbClr val="4B4D4F"/>
                </a:solidFill>
                <a:latin typeface="Arial MT Pro"/>
                <a:ea typeface="Arial MT Pro"/>
                <a:cs typeface="Arial MT Pro"/>
                <a:sym typeface="Arial MT Pro"/>
              </a:rPr>
              <a:t> or fax the following documents to 1-866-308-6294, attention to “Claims Department”:</a:t>
            </a:r>
          </a:p>
          <a:p>
            <a:pPr marL="187122" lvl="1" indent="-93561" defTabSz="609630">
              <a:lnSpc>
                <a:spcPts val="1559"/>
              </a:lnSpc>
              <a:buFont typeface="Arial"/>
              <a:buChar char="•"/>
            </a:pPr>
            <a:r>
              <a:rPr lang="en-US" sz="866">
                <a:solidFill>
                  <a:srgbClr val="4B4D4F"/>
                </a:solidFill>
                <a:latin typeface="Arial MT Pro"/>
                <a:ea typeface="Arial MT Pro"/>
                <a:cs typeface="Arial MT Pro"/>
                <a:sym typeface="Arial MT Pro"/>
              </a:rPr>
              <a:t>Claim form with the member’s signature</a:t>
            </a:r>
          </a:p>
          <a:p>
            <a:pPr marL="187122" lvl="1" indent="-93561" defTabSz="609630">
              <a:lnSpc>
                <a:spcPts val="1559"/>
              </a:lnSpc>
              <a:buFont typeface="Arial"/>
              <a:buChar char="•"/>
            </a:pPr>
            <a:r>
              <a:rPr lang="en-US" sz="866">
                <a:solidFill>
                  <a:srgbClr val="4B4D4F"/>
                </a:solidFill>
                <a:latin typeface="Arial MT Pro"/>
                <a:ea typeface="Arial MT Pro"/>
                <a:cs typeface="Arial MT Pro"/>
                <a:sym typeface="Arial MT Pro"/>
              </a:rPr>
              <a:t>Supporting medical documentation</a:t>
            </a:r>
          </a:p>
          <a:p>
            <a:pPr marL="187122" lvl="1" indent="-93561" defTabSz="609630">
              <a:lnSpc>
                <a:spcPts val="1559"/>
              </a:lnSpc>
              <a:buFont typeface="Arial"/>
              <a:buChar char="•"/>
            </a:pPr>
            <a:r>
              <a:rPr lang="en-US" sz="866">
                <a:solidFill>
                  <a:srgbClr val="4B4D4F"/>
                </a:solidFill>
                <a:latin typeface="Arial MT Pro"/>
                <a:ea typeface="Arial MT Pro"/>
                <a:cs typeface="Arial MT Pro"/>
                <a:sym typeface="Arial MT Pro"/>
              </a:rPr>
              <a:t>Case ID on the cover sheet</a:t>
            </a:r>
          </a:p>
        </p:txBody>
      </p:sp>
      <p:sp>
        <p:nvSpPr>
          <p:cNvPr id="56" name="TextBox 56"/>
          <p:cNvSpPr txBox="1"/>
          <p:nvPr/>
        </p:nvSpPr>
        <p:spPr>
          <a:xfrm>
            <a:off x="10492139" y="885228"/>
            <a:ext cx="1224015" cy="294568"/>
          </a:xfrm>
          <a:prstGeom prst="rect">
            <a:avLst/>
          </a:prstGeom>
        </p:spPr>
        <p:txBody>
          <a:bodyPr lIns="0" tIns="0" rIns="0" bIns="0" rtlCol="0" anchor="t">
            <a:spAutoFit/>
          </a:bodyPr>
          <a:lstStyle/>
          <a:p>
            <a:pPr algn="ctr" defTabSz="609630">
              <a:lnSpc>
                <a:spcPts val="1213"/>
              </a:lnSpc>
            </a:pPr>
            <a:r>
              <a:rPr lang="en-US" sz="866" b="1">
                <a:solidFill>
                  <a:srgbClr val="002677"/>
                </a:solidFill>
                <a:latin typeface="Arial MT Pro Bold"/>
                <a:ea typeface="Arial MT Pro Bold"/>
                <a:cs typeface="Arial MT Pro Bold"/>
                <a:sym typeface="Arial MT Pro Bold"/>
              </a:rPr>
              <a:t>Request for Letter of Authorization</a:t>
            </a:r>
          </a:p>
        </p:txBody>
      </p:sp>
      <p:sp>
        <p:nvSpPr>
          <p:cNvPr id="57" name="TextBox 57"/>
          <p:cNvSpPr txBox="1"/>
          <p:nvPr/>
        </p:nvSpPr>
        <p:spPr>
          <a:xfrm>
            <a:off x="10458631" y="434493"/>
            <a:ext cx="1305560" cy="163891"/>
          </a:xfrm>
          <a:prstGeom prst="rect">
            <a:avLst/>
          </a:prstGeom>
        </p:spPr>
        <p:txBody>
          <a:bodyPr lIns="0" tIns="0" rIns="0" bIns="0" rtlCol="0" anchor="t">
            <a:spAutoFit/>
          </a:bodyPr>
          <a:lstStyle/>
          <a:p>
            <a:pPr algn="ctr" defTabSz="609630">
              <a:lnSpc>
                <a:spcPts val="1400"/>
              </a:lnSpc>
            </a:pPr>
            <a:r>
              <a:rPr lang="en-US" sz="1000" b="1">
                <a:solidFill>
                  <a:srgbClr val="002677"/>
                </a:solidFill>
                <a:latin typeface="Arial MT Pro Bold"/>
                <a:ea typeface="Arial MT Pro Bold"/>
                <a:cs typeface="Arial MT Pro Bold"/>
                <a:sym typeface="Arial MT Pro Bold"/>
              </a:rPr>
              <a:t>Additional Resources</a:t>
            </a:r>
          </a:p>
        </p:txBody>
      </p:sp>
      <p:sp>
        <p:nvSpPr>
          <p:cNvPr id="58" name="Freeform 58"/>
          <p:cNvSpPr/>
          <p:nvPr/>
        </p:nvSpPr>
        <p:spPr>
          <a:xfrm>
            <a:off x="10218254" y="415443"/>
            <a:ext cx="214313" cy="237483"/>
          </a:xfrm>
          <a:custGeom>
            <a:avLst/>
            <a:gdLst/>
            <a:ahLst/>
            <a:cxnLst/>
            <a:rect l="l" t="t" r="r" b="b"/>
            <a:pathLst>
              <a:path w="321470" h="356224">
                <a:moveTo>
                  <a:pt x="0" y="0"/>
                </a:moveTo>
                <a:lnTo>
                  <a:pt x="321471" y="0"/>
                </a:lnTo>
                <a:lnTo>
                  <a:pt x="321471" y="356223"/>
                </a:lnTo>
                <a:lnTo>
                  <a:pt x="0" y="356223"/>
                </a:lnTo>
                <a:lnTo>
                  <a:pt x="0" y="0"/>
                </a:lnTo>
                <a:close/>
              </a:path>
            </a:pathLst>
          </a:custGeom>
          <a:blipFill>
            <a:blip r:embed="rId5"/>
            <a:stretch>
              <a:fillRect/>
            </a:stretch>
          </a:blipFill>
        </p:spPr>
        <p:txBody>
          <a:bodyPr/>
          <a:lstStyle/>
          <a:p>
            <a:pPr defTabSz="609630"/>
            <a:endParaRPr lang="en-US" sz="1200">
              <a:solidFill>
                <a:prstClr val="black"/>
              </a:solidFill>
              <a:latin typeface="Calibri"/>
            </a:endParaRPr>
          </a:p>
        </p:txBody>
      </p:sp>
      <p:grpSp>
        <p:nvGrpSpPr>
          <p:cNvPr id="59" name="Group 59"/>
          <p:cNvGrpSpPr/>
          <p:nvPr/>
        </p:nvGrpSpPr>
        <p:grpSpPr>
          <a:xfrm>
            <a:off x="4188800" y="4163581"/>
            <a:ext cx="5855801" cy="2458059"/>
            <a:chOff x="0" y="0"/>
            <a:chExt cx="2313403" cy="971085"/>
          </a:xfrm>
        </p:grpSpPr>
        <p:sp>
          <p:nvSpPr>
            <p:cNvPr id="60" name="Freeform 60"/>
            <p:cNvSpPr/>
            <p:nvPr/>
          </p:nvSpPr>
          <p:spPr>
            <a:xfrm>
              <a:off x="0" y="0"/>
              <a:ext cx="2313403" cy="971085"/>
            </a:xfrm>
            <a:custGeom>
              <a:avLst/>
              <a:gdLst/>
              <a:ahLst/>
              <a:cxnLst/>
              <a:rect l="l" t="t" r="r" b="b"/>
              <a:pathLst>
                <a:path w="2313403" h="971085">
                  <a:moveTo>
                    <a:pt x="22035" y="0"/>
                  </a:moveTo>
                  <a:lnTo>
                    <a:pt x="2291368" y="0"/>
                  </a:lnTo>
                  <a:cubicBezTo>
                    <a:pt x="2303538" y="0"/>
                    <a:pt x="2313403" y="9865"/>
                    <a:pt x="2313403" y="22035"/>
                  </a:cubicBezTo>
                  <a:lnTo>
                    <a:pt x="2313403" y="949050"/>
                  </a:lnTo>
                  <a:cubicBezTo>
                    <a:pt x="2313403" y="961219"/>
                    <a:pt x="2303538" y="971085"/>
                    <a:pt x="2291368" y="971085"/>
                  </a:cubicBezTo>
                  <a:lnTo>
                    <a:pt x="22035" y="971085"/>
                  </a:lnTo>
                  <a:cubicBezTo>
                    <a:pt x="9865" y="971085"/>
                    <a:pt x="0" y="961219"/>
                    <a:pt x="0" y="949050"/>
                  </a:cubicBezTo>
                  <a:lnTo>
                    <a:pt x="0" y="22035"/>
                  </a:lnTo>
                  <a:cubicBezTo>
                    <a:pt x="0" y="9865"/>
                    <a:pt x="9865" y="0"/>
                    <a:pt x="22035" y="0"/>
                  </a:cubicBezTo>
                  <a:close/>
                </a:path>
              </a:pathLst>
            </a:custGeom>
            <a:ln w="19050" cap="rnd">
              <a:solidFill>
                <a:srgbClr val="F06030"/>
              </a:solidFill>
              <a:prstDash val="solid"/>
              <a:round/>
            </a:ln>
          </p:spPr>
          <p:txBody>
            <a:bodyPr/>
            <a:lstStyle/>
            <a:p>
              <a:pPr defTabSz="609630"/>
              <a:endParaRPr lang="en-US" sz="1200">
                <a:solidFill>
                  <a:prstClr val="black"/>
                </a:solidFill>
                <a:latin typeface="Calibri"/>
              </a:endParaRPr>
            </a:p>
          </p:txBody>
        </p:sp>
        <p:sp>
          <p:nvSpPr>
            <p:cNvPr id="61" name="TextBox 61"/>
            <p:cNvSpPr txBox="1"/>
            <p:nvPr/>
          </p:nvSpPr>
          <p:spPr>
            <a:xfrm>
              <a:off x="0" y="-76200"/>
              <a:ext cx="2313403" cy="1047285"/>
            </a:xfrm>
            <a:prstGeom prst="rect">
              <a:avLst/>
            </a:prstGeom>
          </p:spPr>
          <p:txBody>
            <a:bodyPr lIns="33867" tIns="33867" rIns="33867" bIns="33867" rtlCol="0" anchor="ctr"/>
            <a:lstStyle/>
            <a:p>
              <a:pPr algn="ctr" defTabSz="609630">
                <a:lnSpc>
                  <a:spcPts val="1825"/>
                </a:lnSpc>
              </a:pPr>
              <a:endParaRPr sz="1200">
                <a:solidFill>
                  <a:prstClr val="black"/>
                </a:solidFill>
                <a:latin typeface="Calibri"/>
              </a:endParaRPr>
            </a:p>
          </p:txBody>
        </p:sp>
      </p:grpSp>
      <p:sp>
        <p:nvSpPr>
          <p:cNvPr id="62" name="TextBox 62"/>
          <p:cNvSpPr txBox="1"/>
          <p:nvPr/>
        </p:nvSpPr>
        <p:spPr>
          <a:xfrm>
            <a:off x="4366939" y="4267717"/>
            <a:ext cx="1121965" cy="163891"/>
          </a:xfrm>
          <a:prstGeom prst="rect">
            <a:avLst/>
          </a:prstGeom>
        </p:spPr>
        <p:txBody>
          <a:bodyPr lIns="0" tIns="0" rIns="0" bIns="0" rtlCol="0" anchor="t">
            <a:spAutoFit/>
          </a:bodyPr>
          <a:lstStyle/>
          <a:p>
            <a:pPr algn="ctr" defTabSz="609630">
              <a:lnSpc>
                <a:spcPts val="1400"/>
              </a:lnSpc>
              <a:spcBef>
                <a:spcPct val="0"/>
              </a:spcBef>
            </a:pPr>
            <a:r>
              <a:rPr lang="en-US" sz="1000" b="1">
                <a:solidFill>
                  <a:srgbClr val="243270"/>
                </a:solidFill>
                <a:latin typeface="Arial MT Pro Bold"/>
                <a:ea typeface="Arial MT Pro Bold"/>
                <a:cs typeface="Arial MT Pro Bold"/>
                <a:sym typeface="Arial MT Pro Bold"/>
              </a:rPr>
              <a:t>Drug &amp; Medication</a:t>
            </a:r>
          </a:p>
        </p:txBody>
      </p:sp>
      <p:sp>
        <p:nvSpPr>
          <p:cNvPr id="63" name="TextBox 63"/>
          <p:cNvSpPr txBox="1"/>
          <p:nvPr/>
        </p:nvSpPr>
        <p:spPr>
          <a:xfrm>
            <a:off x="9277354" y="4845689"/>
            <a:ext cx="438317" cy="152286"/>
          </a:xfrm>
          <a:prstGeom prst="rect">
            <a:avLst/>
          </a:prstGeom>
        </p:spPr>
        <p:txBody>
          <a:bodyPr lIns="0" tIns="0" rIns="0" bIns="0" rtlCol="0" anchor="t">
            <a:spAutoFit/>
          </a:bodyPr>
          <a:lstStyle/>
          <a:p>
            <a:pPr algn="ctr" defTabSz="609630">
              <a:lnSpc>
                <a:spcPts val="1307"/>
              </a:lnSpc>
              <a:spcBef>
                <a:spcPct val="0"/>
              </a:spcBef>
            </a:pPr>
            <a:r>
              <a:rPr lang="en-US" sz="933">
                <a:solidFill>
                  <a:srgbClr val="4B4D4F"/>
                </a:solidFill>
                <a:latin typeface="Arial MT Pro"/>
                <a:ea typeface="Arial MT Pro"/>
                <a:cs typeface="Arial MT Pro"/>
                <a:sym typeface="Arial MT Pro"/>
              </a:rPr>
              <a:t>$12.00</a:t>
            </a:r>
          </a:p>
        </p:txBody>
      </p:sp>
      <p:sp>
        <p:nvSpPr>
          <p:cNvPr id="64" name="TextBox 64"/>
          <p:cNvSpPr txBox="1"/>
          <p:nvPr/>
        </p:nvSpPr>
        <p:spPr>
          <a:xfrm>
            <a:off x="9277354" y="5012052"/>
            <a:ext cx="438317" cy="152286"/>
          </a:xfrm>
          <a:prstGeom prst="rect">
            <a:avLst/>
          </a:prstGeom>
        </p:spPr>
        <p:txBody>
          <a:bodyPr lIns="0" tIns="0" rIns="0" bIns="0" rtlCol="0" anchor="t">
            <a:spAutoFit/>
          </a:bodyPr>
          <a:lstStyle/>
          <a:p>
            <a:pPr algn="ctr" defTabSz="609630">
              <a:lnSpc>
                <a:spcPts val="1307"/>
              </a:lnSpc>
              <a:spcBef>
                <a:spcPct val="0"/>
              </a:spcBef>
            </a:pPr>
            <a:r>
              <a:rPr lang="en-US" sz="933">
                <a:solidFill>
                  <a:srgbClr val="4B4D4F"/>
                </a:solidFill>
                <a:latin typeface="Arial MT Pro"/>
                <a:ea typeface="Arial MT Pro"/>
                <a:cs typeface="Arial MT Pro"/>
                <a:sym typeface="Arial MT Pro"/>
              </a:rPr>
              <a:t>$10.00</a:t>
            </a:r>
          </a:p>
        </p:txBody>
      </p:sp>
      <p:grpSp>
        <p:nvGrpSpPr>
          <p:cNvPr id="65" name="Group 65"/>
          <p:cNvGrpSpPr/>
          <p:nvPr/>
        </p:nvGrpSpPr>
        <p:grpSpPr>
          <a:xfrm>
            <a:off x="4276597" y="4618558"/>
            <a:ext cx="5666324" cy="204236"/>
            <a:chOff x="0" y="0"/>
            <a:chExt cx="2536116" cy="91411"/>
          </a:xfrm>
        </p:grpSpPr>
        <p:sp>
          <p:nvSpPr>
            <p:cNvPr id="66" name="Freeform 66"/>
            <p:cNvSpPr/>
            <p:nvPr/>
          </p:nvSpPr>
          <p:spPr>
            <a:xfrm>
              <a:off x="0" y="0"/>
              <a:ext cx="2536116" cy="91411"/>
            </a:xfrm>
            <a:custGeom>
              <a:avLst/>
              <a:gdLst/>
              <a:ahLst/>
              <a:cxnLst/>
              <a:rect l="l" t="t" r="r" b="b"/>
              <a:pathLst>
                <a:path w="2536116" h="91411">
                  <a:moveTo>
                    <a:pt x="13663" y="0"/>
                  </a:moveTo>
                  <a:lnTo>
                    <a:pt x="2522453" y="0"/>
                  </a:lnTo>
                  <a:cubicBezTo>
                    <a:pt x="2526077" y="0"/>
                    <a:pt x="2529552" y="1439"/>
                    <a:pt x="2532114" y="4002"/>
                  </a:cubicBezTo>
                  <a:cubicBezTo>
                    <a:pt x="2534677" y="6564"/>
                    <a:pt x="2536116" y="10039"/>
                    <a:pt x="2536116" y="13663"/>
                  </a:cubicBezTo>
                  <a:lnTo>
                    <a:pt x="2536116" y="77748"/>
                  </a:lnTo>
                  <a:cubicBezTo>
                    <a:pt x="2536116" y="81372"/>
                    <a:pt x="2534677" y="84847"/>
                    <a:pt x="2532114" y="87409"/>
                  </a:cubicBezTo>
                  <a:cubicBezTo>
                    <a:pt x="2529552" y="89972"/>
                    <a:pt x="2526077" y="91411"/>
                    <a:pt x="2522453" y="91411"/>
                  </a:cubicBezTo>
                  <a:lnTo>
                    <a:pt x="13663" y="91411"/>
                  </a:lnTo>
                  <a:cubicBezTo>
                    <a:pt x="10039" y="91411"/>
                    <a:pt x="6564" y="89972"/>
                    <a:pt x="4002" y="87409"/>
                  </a:cubicBezTo>
                  <a:cubicBezTo>
                    <a:pt x="1439" y="84847"/>
                    <a:pt x="0" y="81372"/>
                    <a:pt x="0" y="77748"/>
                  </a:cubicBezTo>
                  <a:lnTo>
                    <a:pt x="0" y="13663"/>
                  </a:lnTo>
                  <a:cubicBezTo>
                    <a:pt x="0" y="10039"/>
                    <a:pt x="1439" y="6564"/>
                    <a:pt x="4002" y="4002"/>
                  </a:cubicBezTo>
                  <a:cubicBezTo>
                    <a:pt x="6564" y="1439"/>
                    <a:pt x="10039" y="0"/>
                    <a:pt x="13663" y="0"/>
                  </a:cubicBezTo>
                  <a:close/>
                </a:path>
              </a:pathLst>
            </a:custGeom>
            <a:solidFill>
              <a:srgbClr val="D9F6FA"/>
            </a:solidFill>
          </p:spPr>
          <p:txBody>
            <a:bodyPr/>
            <a:lstStyle/>
            <a:p>
              <a:pPr defTabSz="609630"/>
              <a:endParaRPr lang="en-US" sz="1200">
                <a:solidFill>
                  <a:prstClr val="black"/>
                </a:solidFill>
                <a:latin typeface="Calibri"/>
              </a:endParaRPr>
            </a:p>
          </p:txBody>
        </p:sp>
        <p:sp>
          <p:nvSpPr>
            <p:cNvPr id="67" name="TextBox 67"/>
            <p:cNvSpPr txBox="1"/>
            <p:nvPr/>
          </p:nvSpPr>
          <p:spPr>
            <a:xfrm>
              <a:off x="0" y="-57150"/>
              <a:ext cx="2536116" cy="148561"/>
            </a:xfrm>
            <a:prstGeom prst="rect">
              <a:avLst/>
            </a:prstGeom>
          </p:spPr>
          <p:txBody>
            <a:bodyPr lIns="29115" tIns="29115" rIns="29115" bIns="29115" rtlCol="0" anchor="ctr"/>
            <a:lstStyle/>
            <a:p>
              <a:pPr algn="ctr" defTabSz="609630">
                <a:lnSpc>
                  <a:spcPts val="1307"/>
                </a:lnSpc>
              </a:pPr>
              <a:endParaRPr sz="1200">
                <a:solidFill>
                  <a:prstClr val="black"/>
                </a:solidFill>
                <a:latin typeface="Calibri"/>
              </a:endParaRPr>
            </a:p>
          </p:txBody>
        </p:sp>
      </p:grpSp>
      <p:sp>
        <p:nvSpPr>
          <p:cNvPr id="68" name="TextBox 68"/>
          <p:cNvSpPr txBox="1"/>
          <p:nvPr/>
        </p:nvSpPr>
        <p:spPr>
          <a:xfrm>
            <a:off x="4448200" y="4627354"/>
            <a:ext cx="764568" cy="152286"/>
          </a:xfrm>
          <a:prstGeom prst="rect">
            <a:avLst/>
          </a:prstGeom>
        </p:spPr>
        <p:txBody>
          <a:bodyPr lIns="0" tIns="0" rIns="0" bIns="0" rtlCol="0" anchor="t">
            <a:spAutoFit/>
          </a:bodyPr>
          <a:lstStyle/>
          <a:p>
            <a:pPr algn="ctr" defTabSz="609630">
              <a:lnSpc>
                <a:spcPts val="1307"/>
              </a:lnSpc>
              <a:spcBef>
                <a:spcPct val="0"/>
              </a:spcBef>
            </a:pPr>
            <a:r>
              <a:rPr lang="en-US" sz="933" b="1">
                <a:solidFill>
                  <a:srgbClr val="243270"/>
                </a:solidFill>
                <a:latin typeface="Arial MT Pro Bold"/>
                <a:ea typeface="Arial MT Pro Bold"/>
                <a:cs typeface="Arial MT Pro Bold"/>
                <a:sym typeface="Arial MT Pro Bold"/>
              </a:rPr>
              <a:t>Drug Name</a:t>
            </a:r>
          </a:p>
        </p:txBody>
      </p:sp>
      <p:sp>
        <p:nvSpPr>
          <p:cNvPr id="69" name="TextBox 69"/>
          <p:cNvSpPr txBox="1"/>
          <p:nvPr/>
        </p:nvSpPr>
        <p:spPr>
          <a:xfrm>
            <a:off x="5705366" y="4627354"/>
            <a:ext cx="708759" cy="152286"/>
          </a:xfrm>
          <a:prstGeom prst="rect">
            <a:avLst/>
          </a:prstGeom>
        </p:spPr>
        <p:txBody>
          <a:bodyPr lIns="0" tIns="0" rIns="0" bIns="0" rtlCol="0" anchor="t">
            <a:spAutoFit/>
          </a:bodyPr>
          <a:lstStyle/>
          <a:p>
            <a:pPr algn="ctr" defTabSz="609630">
              <a:lnSpc>
                <a:spcPts val="1307"/>
              </a:lnSpc>
              <a:spcBef>
                <a:spcPct val="0"/>
              </a:spcBef>
            </a:pPr>
            <a:r>
              <a:rPr lang="en-US" sz="933" b="1">
                <a:solidFill>
                  <a:srgbClr val="243270"/>
                </a:solidFill>
                <a:latin typeface="Arial MT Pro Bold"/>
                <a:ea typeface="Arial MT Pro Bold"/>
                <a:cs typeface="Arial MT Pro Bold"/>
                <a:sym typeface="Arial MT Pro Bold"/>
              </a:rPr>
              <a:t>Drug Type</a:t>
            </a:r>
          </a:p>
        </p:txBody>
      </p:sp>
      <p:sp>
        <p:nvSpPr>
          <p:cNvPr id="70" name="TextBox 70"/>
          <p:cNvSpPr txBox="1"/>
          <p:nvPr/>
        </p:nvSpPr>
        <p:spPr>
          <a:xfrm>
            <a:off x="7241130" y="4627354"/>
            <a:ext cx="1106943" cy="152286"/>
          </a:xfrm>
          <a:prstGeom prst="rect">
            <a:avLst/>
          </a:prstGeom>
        </p:spPr>
        <p:txBody>
          <a:bodyPr lIns="0" tIns="0" rIns="0" bIns="0" rtlCol="0" anchor="t">
            <a:spAutoFit/>
          </a:bodyPr>
          <a:lstStyle/>
          <a:p>
            <a:pPr algn="ctr" defTabSz="609630">
              <a:lnSpc>
                <a:spcPts val="1307"/>
              </a:lnSpc>
              <a:spcBef>
                <a:spcPct val="0"/>
              </a:spcBef>
            </a:pPr>
            <a:r>
              <a:rPr lang="en-US" sz="933" b="1">
                <a:solidFill>
                  <a:srgbClr val="243270"/>
                </a:solidFill>
                <a:latin typeface="Arial MT Pro Bold"/>
                <a:ea typeface="Arial MT Pro Bold"/>
                <a:cs typeface="Arial MT Pro Bold"/>
                <a:sym typeface="Arial MT Pro Bold"/>
              </a:rPr>
              <a:t>Quantity &amp; Limit</a:t>
            </a:r>
          </a:p>
        </p:txBody>
      </p:sp>
      <p:sp>
        <p:nvSpPr>
          <p:cNvPr id="71" name="TextBox 71"/>
          <p:cNvSpPr txBox="1"/>
          <p:nvPr/>
        </p:nvSpPr>
        <p:spPr>
          <a:xfrm>
            <a:off x="9057065" y="4627354"/>
            <a:ext cx="732856" cy="152286"/>
          </a:xfrm>
          <a:prstGeom prst="rect">
            <a:avLst/>
          </a:prstGeom>
        </p:spPr>
        <p:txBody>
          <a:bodyPr lIns="0" tIns="0" rIns="0" bIns="0" rtlCol="0" anchor="t">
            <a:spAutoFit/>
          </a:bodyPr>
          <a:lstStyle/>
          <a:p>
            <a:pPr algn="ctr" defTabSz="609630">
              <a:lnSpc>
                <a:spcPts val="1307"/>
              </a:lnSpc>
              <a:spcBef>
                <a:spcPct val="0"/>
              </a:spcBef>
            </a:pPr>
            <a:r>
              <a:rPr lang="en-US" sz="933" b="1">
                <a:solidFill>
                  <a:srgbClr val="243270"/>
                </a:solidFill>
                <a:latin typeface="Arial MT Pro Bold"/>
                <a:ea typeface="Arial MT Pro Bold"/>
                <a:cs typeface="Arial MT Pro Bold"/>
                <a:sym typeface="Arial MT Pro Bold"/>
              </a:rPr>
              <a:t>Total Price</a:t>
            </a:r>
          </a:p>
        </p:txBody>
      </p:sp>
      <p:sp>
        <p:nvSpPr>
          <p:cNvPr id="72" name="TextBox 72"/>
          <p:cNvSpPr txBox="1"/>
          <p:nvPr/>
        </p:nvSpPr>
        <p:spPr>
          <a:xfrm>
            <a:off x="4527837" y="4856899"/>
            <a:ext cx="605294" cy="152286"/>
          </a:xfrm>
          <a:prstGeom prst="rect">
            <a:avLst/>
          </a:prstGeom>
        </p:spPr>
        <p:txBody>
          <a:bodyPr lIns="0" tIns="0" rIns="0" bIns="0" rtlCol="0" anchor="t">
            <a:spAutoFit/>
          </a:bodyPr>
          <a:lstStyle/>
          <a:p>
            <a:pPr algn="ctr" defTabSz="609630">
              <a:lnSpc>
                <a:spcPts val="1307"/>
              </a:lnSpc>
              <a:spcBef>
                <a:spcPct val="0"/>
              </a:spcBef>
            </a:pPr>
            <a:r>
              <a:rPr lang="en-US" sz="933" b="1">
                <a:solidFill>
                  <a:srgbClr val="4B4D4F"/>
                </a:solidFill>
                <a:latin typeface="Arial MT Pro Bold"/>
                <a:ea typeface="Arial MT Pro Bold"/>
                <a:cs typeface="Arial MT Pro Bold"/>
                <a:sym typeface="Arial MT Pro Bold"/>
              </a:rPr>
              <a:t>Losartan</a:t>
            </a:r>
          </a:p>
        </p:txBody>
      </p:sp>
      <p:sp>
        <p:nvSpPr>
          <p:cNvPr id="73" name="TextBox 73"/>
          <p:cNvSpPr txBox="1"/>
          <p:nvPr/>
        </p:nvSpPr>
        <p:spPr>
          <a:xfrm>
            <a:off x="5642480" y="4856899"/>
            <a:ext cx="844384" cy="152286"/>
          </a:xfrm>
          <a:prstGeom prst="rect">
            <a:avLst/>
          </a:prstGeom>
        </p:spPr>
        <p:txBody>
          <a:bodyPr lIns="0" tIns="0" rIns="0" bIns="0" rtlCol="0" anchor="t">
            <a:spAutoFit/>
          </a:bodyPr>
          <a:lstStyle/>
          <a:p>
            <a:pPr algn="ctr" defTabSz="609630">
              <a:lnSpc>
                <a:spcPts val="1307"/>
              </a:lnSpc>
              <a:spcBef>
                <a:spcPct val="0"/>
              </a:spcBef>
            </a:pPr>
            <a:r>
              <a:rPr lang="en-US" sz="933">
                <a:solidFill>
                  <a:srgbClr val="4B4D4F"/>
                </a:solidFill>
                <a:latin typeface="Arial MT Pro"/>
                <a:ea typeface="Arial MT Pro"/>
                <a:cs typeface="Arial MT Pro"/>
                <a:sym typeface="Arial MT Pro"/>
              </a:rPr>
              <a:t>Hypertension</a:t>
            </a:r>
          </a:p>
        </p:txBody>
      </p:sp>
      <p:sp>
        <p:nvSpPr>
          <p:cNvPr id="74" name="TextBox 74"/>
          <p:cNvSpPr txBox="1"/>
          <p:nvPr/>
        </p:nvSpPr>
        <p:spPr>
          <a:xfrm>
            <a:off x="6666024" y="4856899"/>
            <a:ext cx="2257155" cy="152286"/>
          </a:xfrm>
          <a:prstGeom prst="rect">
            <a:avLst/>
          </a:prstGeom>
        </p:spPr>
        <p:txBody>
          <a:bodyPr lIns="0" tIns="0" rIns="0" bIns="0" rtlCol="0" anchor="t">
            <a:spAutoFit/>
          </a:bodyPr>
          <a:lstStyle/>
          <a:p>
            <a:pPr algn="ctr" defTabSz="609630">
              <a:lnSpc>
                <a:spcPts val="1307"/>
              </a:lnSpc>
              <a:spcBef>
                <a:spcPct val="0"/>
              </a:spcBef>
            </a:pPr>
            <a:r>
              <a:rPr lang="en-US" sz="933">
                <a:solidFill>
                  <a:srgbClr val="4B4D4F"/>
                </a:solidFill>
                <a:latin typeface="Arial MT Pro"/>
                <a:ea typeface="Arial MT Pro"/>
                <a:cs typeface="Arial MT Pro"/>
                <a:sym typeface="Arial MT Pro"/>
              </a:rPr>
              <a:t>30 tabs • 2 tabs per day for 15 days</a:t>
            </a:r>
          </a:p>
        </p:txBody>
      </p:sp>
      <p:sp>
        <p:nvSpPr>
          <p:cNvPr id="75" name="TextBox 75"/>
          <p:cNvSpPr txBox="1"/>
          <p:nvPr/>
        </p:nvSpPr>
        <p:spPr>
          <a:xfrm>
            <a:off x="4484122" y="5023262"/>
            <a:ext cx="692725" cy="152286"/>
          </a:xfrm>
          <a:prstGeom prst="rect">
            <a:avLst/>
          </a:prstGeom>
        </p:spPr>
        <p:txBody>
          <a:bodyPr lIns="0" tIns="0" rIns="0" bIns="0" rtlCol="0" anchor="t">
            <a:spAutoFit/>
          </a:bodyPr>
          <a:lstStyle/>
          <a:p>
            <a:pPr algn="ctr" defTabSz="609630">
              <a:lnSpc>
                <a:spcPts val="1307"/>
              </a:lnSpc>
              <a:spcBef>
                <a:spcPct val="0"/>
              </a:spcBef>
            </a:pPr>
            <a:r>
              <a:rPr lang="en-US" sz="933" b="1">
                <a:solidFill>
                  <a:srgbClr val="4B4D4F"/>
                </a:solidFill>
                <a:latin typeface="Arial MT Pro Bold"/>
                <a:ea typeface="Arial MT Pro Bold"/>
                <a:cs typeface="Arial MT Pro Bold"/>
                <a:sym typeface="Arial MT Pro Bold"/>
              </a:rPr>
              <a:t>Metformin</a:t>
            </a:r>
          </a:p>
        </p:txBody>
      </p:sp>
      <p:sp>
        <p:nvSpPr>
          <p:cNvPr id="76" name="TextBox 76"/>
          <p:cNvSpPr txBox="1"/>
          <p:nvPr/>
        </p:nvSpPr>
        <p:spPr>
          <a:xfrm>
            <a:off x="5781867" y="5023262"/>
            <a:ext cx="565610" cy="152286"/>
          </a:xfrm>
          <a:prstGeom prst="rect">
            <a:avLst/>
          </a:prstGeom>
        </p:spPr>
        <p:txBody>
          <a:bodyPr lIns="0" tIns="0" rIns="0" bIns="0" rtlCol="0" anchor="t">
            <a:spAutoFit/>
          </a:bodyPr>
          <a:lstStyle/>
          <a:p>
            <a:pPr algn="ctr" defTabSz="609630">
              <a:lnSpc>
                <a:spcPts val="1307"/>
              </a:lnSpc>
              <a:spcBef>
                <a:spcPct val="0"/>
              </a:spcBef>
            </a:pPr>
            <a:r>
              <a:rPr lang="en-US" sz="933">
                <a:solidFill>
                  <a:srgbClr val="4B4D4F"/>
                </a:solidFill>
                <a:latin typeface="Arial MT Pro"/>
                <a:ea typeface="Arial MT Pro"/>
                <a:cs typeface="Arial MT Pro"/>
                <a:sym typeface="Arial MT Pro"/>
              </a:rPr>
              <a:t>Diabetes</a:t>
            </a:r>
          </a:p>
        </p:txBody>
      </p:sp>
      <p:sp>
        <p:nvSpPr>
          <p:cNvPr id="77" name="TextBox 77"/>
          <p:cNvSpPr txBox="1"/>
          <p:nvPr/>
        </p:nvSpPr>
        <p:spPr>
          <a:xfrm>
            <a:off x="6666024" y="5023262"/>
            <a:ext cx="2257155" cy="152286"/>
          </a:xfrm>
          <a:prstGeom prst="rect">
            <a:avLst/>
          </a:prstGeom>
        </p:spPr>
        <p:txBody>
          <a:bodyPr lIns="0" tIns="0" rIns="0" bIns="0" rtlCol="0" anchor="t">
            <a:spAutoFit/>
          </a:bodyPr>
          <a:lstStyle/>
          <a:p>
            <a:pPr algn="ctr" defTabSz="609630">
              <a:lnSpc>
                <a:spcPts val="1307"/>
              </a:lnSpc>
              <a:spcBef>
                <a:spcPct val="0"/>
              </a:spcBef>
            </a:pPr>
            <a:r>
              <a:rPr lang="en-US" sz="933">
                <a:solidFill>
                  <a:srgbClr val="4B4D4F"/>
                </a:solidFill>
                <a:latin typeface="Arial MT Pro"/>
                <a:ea typeface="Arial MT Pro"/>
                <a:cs typeface="Arial MT Pro"/>
                <a:sym typeface="Arial MT Pro"/>
              </a:rPr>
              <a:t>60 tabs • 2 tabs per day for 30 days</a:t>
            </a:r>
          </a:p>
        </p:txBody>
      </p:sp>
      <p:sp>
        <p:nvSpPr>
          <p:cNvPr id="78" name="TextBox 78"/>
          <p:cNvSpPr txBox="1"/>
          <p:nvPr/>
        </p:nvSpPr>
        <p:spPr>
          <a:xfrm>
            <a:off x="4482320" y="5348808"/>
            <a:ext cx="1778389" cy="152286"/>
          </a:xfrm>
          <a:prstGeom prst="rect">
            <a:avLst/>
          </a:prstGeom>
        </p:spPr>
        <p:txBody>
          <a:bodyPr wrap="square" lIns="0" tIns="0" rIns="0" bIns="0" rtlCol="0" anchor="t">
            <a:spAutoFit/>
          </a:bodyPr>
          <a:lstStyle/>
          <a:p>
            <a:pPr algn="ctr" defTabSz="609630">
              <a:lnSpc>
                <a:spcPts val="1307"/>
              </a:lnSpc>
              <a:spcBef>
                <a:spcPct val="0"/>
              </a:spcBef>
            </a:pPr>
            <a:r>
              <a:rPr lang="en-US" sz="933" b="1" dirty="0">
                <a:solidFill>
                  <a:srgbClr val="243270"/>
                </a:solidFill>
                <a:latin typeface="Arial MT Pro Bold"/>
                <a:ea typeface="Arial MT Pro Bold"/>
                <a:cs typeface="Arial MT Pro Bold"/>
                <a:sym typeface="Arial MT Pro Bold"/>
              </a:rPr>
              <a:t>Submit medication order for:</a:t>
            </a:r>
          </a:p>
        </p:txBody>
      </p:sp>
      <p:grpSp>
        <p:nvGrpSpPr>
          <p:cNvPr id="79" name="Group 79"/>
          <p:cNvGrpSpPr/>
          <p:nvPr/>
        </p:nvGrpSpPr>
        <p:grpSpPr>
          <a:xfrm>
            <a:off x="4482320" y="5567357"/>
            <a:ext cx="1442693" cy="322535"/>
            <a:chOff x="0" y="0"/>
            <a:chExt cx="541601" cy="121083"/>
          </a:xfrm>
        </p:grpSpPr>
        <p:sp>
          <p:nvSpPr>
            <p:cNvPr id="80" name="Freeform 80"/>
            <p:cNvSpPr/>
            <p:nvPr/>
          </p:nvSpPr>
          <p:spPr>
            <a:xfrm>
              <a:off x="0" y="0"/>
              <a:ext cx="541601" cy="121083"/>
            </a:xfrm>
            <a:custGeom>
              <a:avLst/>
              <a:gdLst/>
              <a:ahLst/>
              <a:cxnLst/>
              <a:rect l="l" t="t" r="r" b="b"/>
              <a:pathLst>
                <a:path w="541601" h="121083">
                  <a:moveTo>
                    <a:pt x="60541" y="0"/>
                  </a:moveTo>
                  <a:lnTo>
                    <a:pt x="481059" y="0"/>
                  </a:lnTo>
                  <a:cubicBezTo>
                    <a:pt x="497116" y="0"/>
                    <a:pt x="512515" y="6378"/>
                    <a:pt x="523868" y="17732"/>
                  </a:cubicBezTo>
                  <a:cubicBezTo>
                    <a:pt x="535222" y="29086"/>
                    <a:pt x="541601" y="44485"/>
                    <a:pt x="541601" y="60541"/>
                  </a:cubicBezTo>
                  <a:lnTo>
                    <a:pt x="541601" y="60541"/>
                  </a:lnTo>
                  <a:cubicBezTo>
                    <a:pt x="541601" y="93978"/>
                    <a:pt x="514495" y="121083"/>
                    <a:pt x="481059" y="121083"/>
                  </a:cubicBezTo>
                  <a:lnTo>
                    <a:pt x="60541" y="121083"/>
                  </a:lnTo>
                  <a:cubicBezTo>
                    <a:pt x="27105" y="121083"/>
                    <a:pt x="0" y="93978"/>
                    <a:pt x="0" y="60541"/>
                  </a:cubicBezTo>
                  <a:lnTo>
                    <a:pt x="0" y="60541"/>
                  </a:lnTo>
                  <a:cubicBezTo>
                    <a:pt x="0" y="27105"/>
                    <a:pt x="27105" y="0"/>
                    <a:pt x="60541" y="0"/>
                  </a:cubicBezTo>
                  <a:close/>
                </a:path>
              </a:pathLst>
            </a:custGeom>
            <a:solidFill>
              <a:srgbClr val="FF612B"/>
            </a:solidFill>
          </p:spPr>
          <p:txBody>
            <a:bodyPr/>
            <a:lstStyle/>
            <a:p>
              <a:pPr defTabSz="609630"/>
              <a:endParaRPr lang="en-US" sz="1200">
                <a:solidFill>
                  <a:prstClr val="black"/>
                </a:solidFill>
                <a:latin typeface="Calibri"/>
              </a:endParaRPr>
            </a:p>
          </p:txBody>
        </p:sp>
        <p:sp>
          <p:nvSpPr>
            <p:cNvPr id="81" name="TextBox 81"/>
            <p:cNvSpPr txBox="1"/>
            <p:nvPr/>
          </p:nvSpPr>
          <p:spPr>
            <a:xfrm>
              <a:off x="0" y="-47625"/>
              <a:ext cx="541601" cy="168708"/>
            </a:xfrm>
            <a:prstGeom prst="rect">
              <a:avLst/>
            </a:prstGeom>
          </p:spPr>
          <p:txBody>
            <a:bodyPr lIns="25668" tIns="25668" rIns="25668" bIns="25668" rtlCol="0" anchor="ctr"/>
            <a:lstStyle/>
            <a:p>
              <a:pPr algn="ctr" defTabSz="609630">
                <a:lnSpc>
                  <a:spcPts val="1119"/>
                </a:lnSpc>
              </a:pPr>
              <a:endParaRPr sz="1200">
                <a:solidFill>
                  <a:prstClr val="black"/>
                </a:solidFill>
                <a:latin typeface="Calibri"/>
              </a:endParaRPr>
            </a:p>
          </p:txBody>
        </p:sp>
      </p:grpSp>
      <p:sp>
        <p:nvSpPr>
          <p:cNvPr id="82" name="TextBox 82"/>
          <p:cNvSpPr txBox="1"/>
          <p:nvPr/>
        </p:nvSpPr>
        <p:spPr>
          <a:xfrm>
            <a:off x="4499849" y="5609532"/>
            <a:ext cx="1407633" cy="186333"/>
          </a:xfrm>
          <a:prstGeom prst="rect">
            <a:avLst/>
          </a:prstGeom>
        </p:spPr>
        <p:txBody>
          <a:bodyPr lIns="0" tIns="0" rIns="0" bIns="0" rtlCol="0" anchor="t">
            <a:spAutoFit/>
          </a:bodyPr>
          <a:lstStyle/>
          <a:p>
            <a:pPr algn="ctr" defTabSz="609630">
              <a:lnSpc>
                <a:spcPts val="1555"/>
              </a:lnSpc>
            </a:pPr>
            <a:r>
              <a:rPr lang="en-US" sz="1111" b="1">
                <a:solidFill>
                  <a:srgbClr val="FAF8F2"/>
                </a:solidFill>
                <a:latin typeface="Arial MT Pro Bold"/>
                <a:ea typeface="Arial MT Pro Bold"/>
                <a:cs typeface="Arial MT Pro Bold"/>
                <a:sym typeface="Arial MT Pro Bold"/>
              </a:rPr>
              <a:t>Home Delivery</a:t>
            </a:r>
          </a:p>
        </p:txBody>
      </p:sp>
      <p:grpSp>
        <p:nvGrpSpPr>
          <p:cNvPr id="83" name="Group 83"/>
          <p:cNvGrpSpPr/>
          <p:nvPr/>
        </p:nvGrpSpPr>
        <p:grpSpPr>
          <a:xfrm>
            <a:off x="6192815" y="5567357"/>
            <a:ext cx="1407633" cy="312895"/>
            <a:chOff x="0" y="0"/>
            <a:chExt cx="528439" cy="117464"/>
          </a:xfrm>
        </p:grpSpPr>
        <p:sp>
          <p:nvSpPr>
            <p:cNvPr id="84" name="Freeform 84"/>
            <p:cNvSpPr/>
            <p:nvPr/>
          </p:nvSpPr>
          <p:spPr>
            <a:xfrm>
              <a:off x="0" y="0"/>
              <a:ext cx="528439" cy="117464"/>
            </a:xfrm>
            <a:custGeom>
              <a:avLst/>
              <a:gdLst/>
              <a:ahLst/>
              <a:cxnLst/>
              <a:rect l="l" t="t" r="r" b="b"/>
              <a:pathLst>
                <a:path w="528439" h="117464">
                  <a:moveTo>
                    <a:pt x="58732" y="0"/>
                  </a:moveTo>
                  <a:lnTo>
                    <a:pt x="469707" y="0"/>
                  </a:lnTo>
                  <a:cubicBezTo>
                    <a:pt x="485284" y="0"/>
                    <a:pt x="500222" y="6188"/>
                    <a:pt x="511237" y="17202"/>
                  </a:cubicBezTo>
                  <a:cubicBezTo>
                    <a:pt x="522251" y="28217"/>
                    <a:pt x="528439" y="43155"/>
                    <a:pt x="528439" y="58732"/>
                  </a:cubicBezTo>
                  <a:lnTo>
                    <a:pt x="528439" y="58732"/>
                  </a:lnTo>
                  <a:cubicBezTo>
                    <a:pt x="528439" y="91169"/>
                    <a:pt x="502144" y="117464"/>
                    <a:pt x="469707" y="117464"/>
                  </a:cubicBezTo>
                  <a:lnTo>
                    <a:pt x="58732" y="117464"/>
                  </a:lnTo>
                  <a:cubicBezTo>
                    <a:pt x="26295" y="117464"/>
                    <a:pt x="0" y="91169"/>
                    <a:pt x="0" y="58732"/>
                  </a:cubicBezTo>
                  <a:lnTo>
                    <a:pt x="0" y="58732"/>
                  </a:lnTo>
                  <a:cubicBezTo>
                    <a:pt x="0" y="26295"/>
                    <a:pt x="26295" y="0"/>
                    <a:pt x="58732" y="0"/>
                  </a:cubicBezTo>
                  <a:close/>
                </a:path>
              </a:pathLst>
            </a:custGeom>
            <a:solidFill>
              <a:srgbClr val="D2C8BE"/>
            </a:solidFill>
          </p:spPr>
          <p:txBody>
            <a:bodyPr/>
            <a:lstStyle/>
            <a:p>
              <a:pPr defTabSz="609630"/>
              <a:endParaRPr lang="en-US" sz="1200">
                <a:solidFill>
                  <a:prstClr val="black"/>
                </a:solidFill>
                <a:latin typeface="Calibri"/>
              </a:endParaRPr>
            </a:p>
          </p:txBody>
        </p:sp>
        <p:sp>
          <p:nvSpPr>
            <p:cNvPr id="85" name="TextBox 85"/>
            <p:cNvSpPr txBox="1"/>
            <p:nvPr/>
          </p:nvSpPr>
          <p:spPr>
            <a:xfrm>
              <a:off x="0" y="-47625"/>
              <a:ext cx="528439" cy="165089"/>
            </a:xfrm>
            <a:prstGeom prst="rect">
              <a:avLst/>
            </a:prstGeom>
          </p:spPr>
          <p:txBody>
            <a:bodyPr lIns="25668" tIns="25668" rIns="25668" bIns="25668" rtlCol="0" anchor="ctr"/>
            <a:lstStyle/>
            <a:p>
              <a:pPr algn="ctr" defTabSz="609630">
                <a:lnSpc>
                  <a:spcPts val="1119"/>
                </a:lnSpc>
              </a:pPr>
              <a:endParaRPr sz="1200">
                <a:solidFill>
                  <a:prstClr val="black"/>
                </a:solidFill>
                <a:latin typeface="Calibri"/>
              </a:endParaRPr>
            </a:p>
          </p:txBody>
        </p:sp>
      </p:grpSp>
      <p:sp>
        <p:nvSpPr>
          <p:cNvPr id="86" name="TextBox 86"/>
          <p:cNvSpPr txBox="1"/>
          <p:nvPr/>
        </p:nvSpPr>
        <p:spPr>
          <a:xfrm>
            <a:off x="6260709" y="5609532"/>
            <a:ext cx="1271845" cy="186333"/>
          </a:xfrm>
          <a:prstGeom prst="rect">
            <a:avLst/>
          </a:prstGeom>
        </p:spPr>
        <p:txBody>
          <a:bodyPr lIns="0" tIns="0" rIns="0" bIns="0" rtlCol="0" anchor="t">
            <a:spAutoFit/>
          </a:bodyPr>
          <a:lstStyle/>
          <a:p>
            <a:pPr algn="ctr" defTabSz="609630">
              <a:lnSpc>
                <a:spcPts val="1555"/>
              </a:lnSpc>
            </a:pPr>
            <a:r>
              <a:rPr lang="en-US" sz="1111" b="1">
                <a:solidFill>
                  <a:srgbClr val="4B4D4F"/>
                </a:solidFill>
                <a:latin typeface="Arial MT Pro Bold"/>
                <a:ea typeface="Arial MT Pro Bold"/>
                <a:cs typeface="Arial MT Pro Bold"/>
                <a:sym typeface="Arial MT Pro Bold"/>
              </a:rPr>
              <a:t>Store Pick Up</a:t>
            </a:r>
          </a:p>
        </p:txBody>
      </p:sp>
      <p:grpSp>
        <p:nvGrpSpPr>
          <p:cNvPr id="87" name="Group 87"/>
          <p:cNvGrpSpPr/>
          <p:nvPr/>
        </p:nvGrpSpPr>
        <p:grpSpPr>
          <a:xfrm>
            <a:off x="4497933" y="5959742"/>
            <a:ext cx="3072047" cy="482423"/>
            <a:chOff x="0" y="0"/>
            <a:chExt cx="1282361" cy="201377"/>
          </a:xfrm>
        </p:grpSpPr>
        <p:sp>
          <p:nvSpPr>
            <p:cNvPr id="88" name="Freeform 88"/>
            <p:cNvSpPr/>
            <p:nvPr/>
          </p:nvSpPr>
          <p:spPr>
            <a:xfrm>
              <a:off x="0" y="0"/>
              <a:ext cx="1282361" cy="201377"/>
            </a:xfrm>
            <a:custGeom>
              <a:avLst/>
              <a:gdLst/>
              <a:ahLst/>
              <a:cxnLst/>
              <a:rect l="l" t="t" r="r" b="b"/>
              <a:pathLst>
                <a:path w="1282361" h="201377">
                  <a:moveTo>
                    <a:pt x="33602" y="0"/>
                  </a:moveTo>
                  <a:lnTo>
                    <a:pt x="1248759" y="0"/>
                  </a:lnTo>
                  <a:cubicBezTo>
                    <a:pt x="1267317" y="0"/>
                    <a:pt x="1282361" y="15044"/>
                    <a:pt x="1282361" y="33602"/>
                  </a:cubicBezTo>
                  <a:lnTo>
                    <a:pt x="1282361" y="167776"/>
                  </a:lnTo>
                  <a:cubicBezTo>
                    <a:pt x="1282361" y="186333"/>
                    <a:pt x="1267317" y="201377"/>
                    <a:pt x="1248759" y="201377"/>
                  </a:cubicBezTo>
                  <a:lnTo>
                    <a:pt x="33602" y="201377"/>
                  </a:lnTo>
                  <a:cubicBezTo>
                    <a:pt x="15044" y="201377"/>
                    <a:pt x="0" y="186333"/>
                    <a:pt x="0" y="167776"/>
                  </a:cubicBezTo>
                  <a:lnTo>
                    <a:pt x="0" y="33602"/>
                  </a:lnTo>
                  <a:cubicBezTo>
                    <a:pt x="0" y="15044"/>
                    <a:pt x="15044" y="0"/>
                    <a:pt x="33602" y="0"/>
                  </a:cubicBezTo>
                  <a:close/>
                </a:path>
              </a:pathLst>
            </a:custGeom>
            <a:solidFill>
              <a:srgbClr val="FAF8F2"/>
            </a:solidFill>
            <a:ln w="19050" cap="sq">
              <a:solidFill>
                <a:srgbClr val="FF612B"/>
              </a:solidFill>
              <a:prstDash val="sysDot"/>
              <a:miter/>
            </a:ln>
          </p:spPr>
          <p:txBody>
            <a:bodyPr/>
            <a:lstStyle/>
            <a:p>
              <a:pPr defTabSz="609630"/>
              <a:endParaRPr lang="en-US" sz="1200">
                <a:solidFill>
                  <a:prstClr val="black"/>
                </a:solidFill>
                <a:latin typeface="Calibri"/>
              </a:endParaRPr>
            </a:p>
          </p:txBody>
        </p:sp>
        <p:sp>
          <p:nvSpPr>
            <p:cNvPr id="89" name="TextBox 89"/>
            <p:cNvSpPr txBox="1"/>
            <p:nvPr/>
          </p:nvSpPr>
          <p:spPr>
            <a:xfrm>
              <a:off x="0" y="-76200"/>
              <a:ext cx="1282361" cy="277577"/>
            </a:xfrm>
            <a:prstGeom prst="rect">
              <a:avLst/>
            </a:prstGeom>
          </p:spPr>
          <p:txBody>
            <a:bodyPr lIns="28272" tIns="28272" rIns="28272" bIns="28272" rtlCol="0" anchor="ctr"/>
            <a:lstStyle/>
            <a:p>
              <a:pPr algn="ctr" defTabSz="609630">
                <a:lnSpc>
                  <a:spcPts val="1825"/>
                </a:lnSpc>
              </a:pPr>
              <a:endParaRPr sz="1200">
                <a:solidFill>
                  <a:prstClr val="black"/>
                </a:solidFill>
                <a:latin typeface="Calibri"/>
              </a:endParaRPr>
            </a:p>
          </p:txBody>
        </p:sp>
      </p:grpSp>
      <p:sp>
        <p:nvSpPr>
          <p:cNvPr id="90" name="TextBox 90"/>
          <p:cNvSpPr txBox="1"/>
          <p:nvPr/>
        </p:nvSpPr>
        <p:spPr>
          <a:xfrm>
            <a:off x="4722792" y="6023242"/>
            <a:ext cx="2684921" cy="318998"/>
          </a:xfrm>
          <a:prstGeom prst="rect">
            <a:avLst/>
          </a:prstGeom>
        </p:spPr>
        <p:txBody>
          <a:bodyPr lIns="0" tIns="0" rIns="0" bIns="0" rtlCol="0" anchor="t">
            <a:spAutoFit/>
          </a:bodyPr>
          <a:lstStyle/>
          <a:p>
            <a:pPr defTabSz="609630">
              <a:lnSpc>
                <a:spcPts val="1307"/>
              </a:lnSpc>
              <a:spcBef>
                <a:spcPct val="0"/>
              </a:spcBef>
            </a:pPr>
            <a:r>
              <a:rPr lang="en-US" sz="933" i="1">
                <a:solidFill>
                  <a:srgbClr val="933C21"/>
                </a:solidFill>
                <a:latin typeface="Arial MT Pro Italics"/>
                <a:ea typeface="Arial MT Pro Italics"/>
                <a:cs typeface="Arial MT Pro Italics"/>
                <a:sym typeface="Arial MT Pro Italics"/>
              </a:rPr>
              <a:t>*For home delivery, please expect medication to be delivered in 24 to 48 hours.</a:t>
            </a:r>
          </a:p>
        </p:txBody>
      </p:sp>
      <p:grpSp>
        <p:nvGrpSpPr>
          <p:cNvPr id="91" name="Group 91"/>
          <p:cNvGrpSpPr/>
          <p:nvPr/>
        </p:nvGrpSpPr>
        <p:grpSpPr>
          <a:xfrm>
            <a:off x="7802348" y="5399606"/>
            <a:ext cx="1913841" cy="1032418"/>
            <a:chOff x="0" y="0"/>
            <a:chExt cx="3827681" cy="2064836"/>
          </a:xfrm>
        </p:grpSpPr>
        <p:grpSp>
          <p:nvGrpSpPr>
            <p:cNvPr id="92" name="Group 92"/>
            <p:cNvGrpSpPr/>
            <p:nvPr/>
          </p:nvGrpSpPr>
          <p:grpSpPr>
            <a:xfrm>
              <a:off x="0" y="0"/>
              <a:ext cx="3827681" cy="2064836"/>
              <a:chOff x="0" y="0"/>
              <a:chExt cx="783477" cy="422645"/>
            </a:xfrm>
          </p:grpSpPr>
          <p:sp>
            <p:nvSpPr>
              <p:cNvPr id="93" name="Freeform 93"/>
              <p:cNvSpPr/>
              <p:nvPr/>
            </p:nvSpPr>
            <p:spPr>
              <a:xfrm>
                <a:off x="0" y="0"/>
                <a:ext cx="783477" cy="422645"/>
              </a:xfrm>
              <a:custGeom>
                <a:avLst/>
                <a:gdLst/>
                <a:ahLst/>
                <a:cxnLst/>
                <a:rect l="l" t="t" r="r" b="b"/>
                <a:pathLst>
                  <a:path w="783477" h="422645">
                    <a:moveTo>
                      <a:pt x="41188" y="0"/>
                    </a:moveTo>
                    <a:lnTo>
                      <a:pt x="742289" y="0"/>
                    </a:lnTo>
                    <a:cubicBezTo>
                      <a:pt x="753213" y="0"/>
                      <a:pt x="763689" y="4339"/>
                      <a:pt x="771413" y="12064"/>
                    </a:cubicBezTo>
                    <a:cubicBezTo>
                      <a:pt x="779138" y="19788"/>
                      <a:pt x="783477" y="30264"/>
                      <a:pt x="783477" y="41188"/>
                    </a:cubicBezTo>
                    <a:lnTo>
                      <a:pt x="783477" y="381458"/>
                    </a:lnTo>
                    <a:cubicBezTo>
                      <a:pt x="783477" y="392381"/>
                      <a:pt x="779138" y="402858"/>
                      <a:pt x="771413" y="410582"/>
                    </a:cubicBezTo>
                    <a:cubicBezTo>
                      <a:pt x="763689" y="418306"/>
                      <a:pt x="753213" y="422645"/>
                      <a:pt x="742289" y="422645"/>
                    </a:cubicBezTo>
                    <a:lnTo>
                      <a:pt x="41188" y="422645"/>
                    </a:lnTo>
                    <a:cubicBezTo>
                      <a:pt x="30264" y="422645"/>
                      <a:pt x="19788" y="418306"/>
                      <a:pt x="12064" y="410582"/>
                    </a:cubicBezTo>
                    <a:cubicBezTo>
                      <a:pt x="4339" y="402858"/>
                      <a:pt x="0" y="392381"/>
                      <a:pt x="0" y="381458"/>
                    </a:cubicBezTo>
                    <a:lnTo>
                      <a:pt x="0" y="41188"/>
                    </a:lnTo>
                    <a:cubicBezTo>
                      <a:pt x="0" y="30264"/>
                      <a:pt x="4339" y="19788"/>
                      <a:pt x="12064" y="12064"/>
                    </a:cubicBezTo>
                    <a:cubicBezTo>
                      <a:pt x="19788" y="4339"/>
                      <a:pt x="30264" y="0"/>
                      <a:pt x="41188" y="0"/>
                    </a:cubicBezTo>
                    <a:close/>
                  </a:path>
                </a:pathLst>
              </a:custGeom>
              <a:solidFill>
                <a:srgbClr val="D9F6FA"/>
              </a:solidFill>
            </p:spPr>
            <p:txBody>
              <a:bodyPr/>
              <a:lstStyle/>
              <a:p>
                <a:pPr defTabSz="609630"/>
                <a:endParaRPr lang="en-US" sz="1200">
                  <a:solidFill>
                    <a:prstClr val="black"/>
                  </a:solidFill>
                  <a:latin typeface="Calibri"/>
                </a:endParaRPr>
              </a:p>
            </p:txBody>
          </p:sp>
          <p:sp>
            <p:nvSpPr>
              <p:cNvPr id="94" name="TextBox 94"/>
              <p:cNvSpPr txBox="1"/>
              <p:nvPr/>
            </p:nvSpPr>
            <p:spPr>
              <a:xfrm>
                <a:off x="0" y="-47625"/>
                <a:ext cx="783477" cy="470270"/>
              </a:xfrm>
              <a:prstGeom prst="rect">
                <a:avLst/>
              </a:prstGeom>
            </p:spPr>
            <p:txBody>
              <a:bodyPr lIns="25668" tIns="25668" rIns="25668" bIns="25668" rtlCol="0" anchor="ctr"/>
              <a:lstStyle/>
              <a:p>
                <a:pPr algn="ctr" defTabSz="609630">
                  <a:lnSpc>
                    <a:spcPts val="1119"/>
                  </a:lnSpc>
                </a:pPr>
                <a:endParaRPr sz="1200">
                  <a:solidFill>
                    <a:prstClr val="black"/>
                  </a:solidFill>
                  <a:latin typeface="Calibri"/>
                </a:endParaRPr>
              </a:p>
            </p:txBody>
          </p:sp>
        </p:grpSp>
        <p:sp>
          <p:nvSpPr>
            <p:cNvPr id="95" name="Freeform 95"/>
            <p:cNvSpPr/>
            <p:nvPr/>
          </p:nvSpPr>
          <p:spPr>
            <a:xfrm>
              <a:off x="2816410" y="176224"/>
              <a:ext cx="901308" cy="619371"/>
            </a:xfrm>
            <a:custGeom>
              <a:avLst/>
              <a:gdLst/>
              <a:ahLst/>
              <a:cxnLst/>
              <a:rect l="l" t="t" r="r" b="b"/>
              <a:pathLst>
                <a:path w="901308" h="619371">
                  <a:moveTo>
                    <a:pt x="0" y="0"/>
                  </a:moveTo>
                  <a:lnTo>
                    <a:pt x="901308" y="0"/>
                  </a:lnTo>
                  <a:lnTo>
                    <a:pt x="901308" y="619371"/>
                  </a:lnTo>
                  <a:lnTo>
                    <a:pt x="0" y="619371"/>
                  </a:lnTo>
                  <a:lnTo>
                    <a:pt x="0" y="0"/>
                  </a:lnTo>
                  <a:close/>
                </a:path>
              </a:pathLst>
            </a:custGeom>
            <a:blipFill>
              <a:blip r:embed="rId6"/>
              <a:stretch>
                <a:fillRect t="-13576" b="-13576"/>
              </a:stretch>
            </a:blipFill>
          </p:spPr>
          <p:txBody>
            <a:bodyPr/>
            <a:lstStyle/>
            <a:p>
              <a:pPr defTabSz="609630"/>
              <a:endParaRPr lang="en-US" sz="1200">
                <a:solidFill>
                  <a:prstClr val="black"/>
                </a:solidFill>
                <a:latin typeface="Calibri"/>
              </a:endParaRPr>
            </a:p>
          </p:txBody>
        </p:sp>
        <p:sp>
          <p:nvSpPr>
            <p:cNvPr id="96" name="TextBox 96"/>
            <p:cNvSpPr txBox="1"/>
            <p:nvPr/>
          </p:nvSpPr>
          <p:spPr>
            <a:xfrm>
              <a:off x="384212" y="540568"/>
              <a:ext cx="2890809" cy="1406026"/>
            </a:xfrm>
            <a:prstGeom prst="rect">
              <a:avLst/>
            </a:prstGeom>
          </p:spPr>
          <p:txBody>
            <a:bodyPr lIns="0" tIns="0" rIns="0" bIns="0" rtlCol="0" anchor="t">
              <a:spAutoFit/>
            </a:bodyPr>
            <a:lstStyle/>
            <a:p>
              <a:pPr marL="219932" lvl="1" indent="-109966" defTabSz="609630">
                <a:lnSpc>
                  <a:spcPts val="1426"/>
                </a:lnSpc>
                <a:buFont typeface="Arial"/>
                <a:buChar char="•"/>
              </a:pPr>
              <a:r>
                <a:rPr lang="en-US" sz="1018">
                  <a:solidFill>
                    <a:srgbClr val="4B4D4F"/>
                  </a:solidFill>
                  <a:latin typeface="Arial MT Pro"/>
                  <a:ea typeface="Arial MT Pro"/>
                  <a:cs typeface="Arial MT Pro"/>
                  <a:sym typeface="Arial MT Pro"/>
                </a:rPr>
                <a:t>Walgreens</a:t>
              </a:r>
            </a:p>
            <a:p>
              <a:pPr marL="219932" lvl="1" indent="-109966" defTabSz="609630">
                <a:lnSpc>
                  <a:spcPts val="1426"/>
                </a:lnSpc>
                <a:buFont typeface="Arial"/>
                <a:buChar char="•"/>
              </a:pPr>
              <a:r>
                <a:rPr lang="en-US" sz="1018">
                  <a:solidFill>
                    <a:srgbClr val="4B4D4F"/>
                  </a:solidFill>
                  <a:latin typeface="Arial MT Pro"/>
                  <a:ea typeface="Arial MT Pro"/>
                  <a:cs typeface="Arial MT Pro"/>
                  <a:sym typeface="Arial MT Pro"/>
                </a:rPr>
                <a:t>Rite Aid Corporation</a:t>
              </a:r>
            </a:p>
            <a:p>
              <a:pPr marL="219932" lvl="1" indent="-109966" defTabSz="609630">
                <a:lnSpc>
                  <a:spcPts val="1426"/>
                </a:lnSpc>
                <a:buFont typeface="Arial"/>
                <a:buChar char="•"/>
              </a:pPr>
              <a:r>
                <a:rPr lang="en-US" sz="1018">
                  <a:solidFill>
                    <a:srgbClr val="4B4D4F"/>
                  </a:solidFill>
                  <a:latin typeface="Arial MT Pro"/>
                  <a:ea typeface="Arial MT Pro"/>
                  <a:cs typeface="Arial MT Pro"/>
                  <a:sym typeface="Arial MT Pro"/>
                </a:rPr>
                <a:t>Safeway</a:t>
              </a:r>
            </a:p>
            <a:p>
              <a:pPr marL="219932" lvl="1" indent="-109966" defTabSz="609630">
                <a:lnSpc>
                  <a:spcPts val="1426"/>
                </a:lnSpc>
                <a:buFont typeface="Arial"/>
                <a:buChar char="•"/>
              </a:pPr>
              <a:r>
                <a:rPr lang="en-US" sz="1018">
                  <a:solidFill>
                    <a:srgbClr val="4B4D4F"/>
                  </a:solidFill>
                  <a:latin typeface="Arial MT Pro"/>
                  <a:ea typeface="Arial MT Pro"/>
                  <a:cs typeface="Arial MT Pro"/>
                  <a:sym typeface="Arial MT Pro"/>
                </a:rPr>
                <a:t>Costco Pharmacies</a:t>
              </a:r>
            </a:p>
          </p:txBody>
        </p:sp>
        <p:sp>
          <p:nvSpPr>
            <p:cNvPr id="97" name="TextBox 97"/>
            <p:cNvSpPr txBox="1"/>
            <p:nvPr/>
          </p:nvSpPr>
          <p:spPr>
            <a:xfrm>
              <a:off x="281738" y="147712"/>
              <a:ext cx="2449941" cy="328808"/>
            </a:xfrm>
            <a:prstGeom prst="rect">
              <a:avLst/>
            </a:prstGeom>
          </p:spPr>
          <p:txBody>
            <a:bodyPr lIns="0" tIns="0" rIns="0" bIns="0" rtlCol="0" anchor="t">
              <a:spAutoFit/>
            </a:bodyPr>
            <a:lstStyle/>
            <a:p>
              <a:pPr algn="ctr" defTabSz="609630">
                <a:lnSpc>
                  <a:spcPts val="1426"/>
                </a:lnSpc>
                <a:spcBef>
                  <a:spcPct val="0"/>
                </a:spcBef>
              </a:pPr>
              <a:r>
                <a:rPr lang="en-US" sz="1018" b="1">
                  <a:solidFill>
                    <a:srgbClr val="243270"/>
                  </a:solidFill>
                  <a:latin typeface="Arial MT Pro Bold"/>
                  <a:ea typeface="Arial MT Pro Bold"/>
                  <a:cs typeface="Arial MT Pro Bold"/>
                  <a:sym typeface="Arial MT Pro Bold"/>
                </a:rPr>
                <a:t>Partner Pharmacies</a:t>
              </a:r>
            </a:p>
          </p:txBody>
        </p:sp>
      </p:grpSp>
      <p:grpSp>
        <p:nvGrpSpPr>
          <p:cNvPr id="98" name="Group 98"/>
          <p:cNvGrpSpPr/>
          <p:nvPr/>
        </p:nvGrpSpPr>
        <p:grpSpPr>
          <a:xfrm>
            <a:off x="2325558" y="2286177"/>
            <a:ext cx="1678501" cy="818276"/>
            <a:chOff x="0" y="0"/>
            <a:chExt cx="3357002" cy="1636553"/>
          </a:xfrm>
        </p:grpSpPr>
        <p:grpSp>
          <p:nvGrpSpPr>
            <p:cNvPr id="99" name="Group 99"/>
            <p:cNvGrpSpPr/>
            <p:nvPr/>
          </p:nvGrpSpPr>
          <p:grpSpPr>
            <a:xfrm>
              <a:off x="0" y="0"/>
              <a:ext cx="3357002" cy="1636553"/>
              <a:chOff x="0" y="0"/>
              <a:chExt cx="865598" cy="421983"/>
            </a:xfrm>
          </p:grpSpPr>
          <p:sp>
            <p:nvSpPr>
              <p:cNvPr id="100" name="Freeform 100"/>
              <p:cNvSpPr/>
              <p:nvPr/>
            </p:nvSpPr>
            <p:spPr>
              <a:xfrm>
                <a:off x="0" y="0"/>
                <a:ext cx="865598" cy="421983"/>
              </a:xfrm>
              <a:custGeom>
                <a:avLst/>
                <a:gdLst/>
                <a:ahLst/>
                <a:cxnLst/>
                <a:rect l="l" t="t" r="r" b="b"/>
                <a:pathLst>
                  <a:path w="865598" h="421983">
                    <a:moveTo>
                      <a:pt x="46829" y="0"/>
                    </a:moveTo>
                    <a:lnTo>
                      <a:pt x="818769" y="0"/>
                    </a:lnTo>
                    <a:cubicBezTo>
                      <a:pt x="844632" y="0"/>
                      <a:pt x="865598" y="20966"/>
                      <a:pt x="865598" y="46829"/>
                    </a:cubicBezTo>
                    <a:lnTo>
                      <a:pt x="865598" y="375154"/>
                    </a:lnTo>
                    <a:cubicBezTo>
                      <a:pt x="865598" y="387573"/>
                      <a:pt x="860664" y="399485"/>
                      <a:pt x="851882" y="408267"/>
                    </a:cubicBezTo>
                    <a:cubicBezTo>
                      <a:pt x="843100" y="417049"/>
                      <a:pt x="831189" y="421983"/>
                      <a:pt x="818769" y="421983"/>
                    </a:cubicBezTo>
                    <a:lnTo>
                      <a:pt x="46829" y="421983"/>
                    </a:lnTo>
                    <a:cubicBezTo>
                      <a:pt x="34409" y="421983"/>
                      <a:pt x="22498" y="417049"/>
                      <a:pt x="13716" y="408267"/>
                    </a:cubicBezTo>
                    <a:cubicBezTo>
                      <a:pt x="4934" y="399485"/>
                      <a:pt x="0" y="387573"/>
                      <a:pt x="0" y="375154"/>
                    </a:cubicBezTo>
                    <a:lnTo>
                      <a:pt x="0" y="46829"/>
                    </a:lnTo>
                    <a:cubicBezTo>
                      <a:pt x="0" y="34409"/>
                      <a:pt x="4934" y="22498"/>
                      <a:pt x="13716" y="13716"/>
                    </a:cubicBezTo>
                    <a:cubicBezTo>
                      <a:pt x="22498" y="4934"/>
                      <a:pt x="34409" y="0"/>
                      <a:pt x="46829" y="0"/>
                    </a:cubicBezTo>
                    <a:close/>
                  </a:path>
                </a:pathLst>
              </a:custGeom>
              <a:solidFill>
                <a:srgbClr val="D9F6FA"/>
              </a:solidFill>
            </p:spPr>
            <p:txBody>
              <a:bodyPr/>
              <a:lstStyle/>
              <a:p>
                <a:pPr defTabSz="609630"/>
                <a:endParaRPr lang="en-US" sz="1200">
                  <a:solidFill>
                    <a:prstClr val="black"/>
                  </a:solidFill>
                  <a:latin typeface="Calibri"/>
                </a:endParaRPr>
              </a:p>
            </p:txBody>
          </p:sp>
          <p:sp>
            <p:nvSpPr>
              <p:cNvPr id="101" name="TextBox 101"/>
              <p:cNvSpPr txBox="1"/>
              <p:nvPr/>
            </p:nvSpPr>
            <p:spPr>
              <a:xfrm>
                <a:off x="0" y="-76200"/>
                <a:ext cx="865598" cy="498183"/>
              </a:xfrm>
              <a:prstGeom prst="rect">
                <a:avLst/>
              </a:prstGeom>
            </p:spPr>
            <p:txBody>
              <a:bodyPr lIns="22147" tIns="22147" rIns="22147" bIns="22147" rtlCol="0" anchor="ctr"/>
              <a:lstStyle/>
              <a:p>
                <a:pPr algn="ctr" defTabSz="609630">
                  <a:lnSpc>
                    <a:spcPts val="1825"/>
                  </a:lnSpc>
                </a:pPr>
                <a:endParaRPr sz="1200">
                  <a:solidFill>
                    <a:prstClr val="black"/>
                  </a:solidFill>
                  <a:latin typeface="Calibri"/>
                </a:endParaRPr>
              </a:p>
            </p:txBody>
          </p:sp>
        </p:grpSp>
        <p:sp>
          <p:nvSpPr>
            <p:cNvPr id="102" name="Freeform 102"/>
            <p:cNvSpPr/>
            <p:nvPr/>
          </p:nvSpPr>
          <p:spPr>
            <a:xfrm>
              <a:off x="2297146" y="649027"/>
              <a:ext cx="990926" cy="283822"/>
            </a:xfrm>
            <a:custGeom>
              <a:avLst/>
              <a:gdLst/>
              <a:ahLst/>
              <a:cxnLst/>
              <a:rect l="l" t="t" r="r" b="b"/>
              <a:pathLst>
                <a:path w="990926" h="283822">
                  <a:moveTo>
                    <a:pt x="0" y="0"/>
                  </a:moveTo>
                  <a:lnTo>
                    <a:pt x="990927" y="0"/>
                  </a:lnTo>
                  <a:lnTo>
                    <a:pt x="990927" y="283822"/>
                  </a:lnTo>
                  <a:lnTo>
                    <a:pt x="0" y="283822"/>
                  </a:lnTo>
                  <a:lnTo>
                    <a:pt x="0" y="0"/>
                  </a:lnTo>
                  <a:close/>
                </a:path>
              </a:pathLst>
            </a:custGeom>
            <a:blipFill>
              <a:blip r:embed="rId7"/>
              <a:stretch>
                <a:fillRect t="-19393" b="-19393"/>
              </a:stretch>
            </a:blipFill>
          </p:spPr>
          <p:txBody>
            <a:bodyPr/>
            <a:lstStyle/>
            <a:p>
              <a:pPr defTabSz="609630"/>
              <a:endParaRPr lang="en-US" sz="1200">
                <a:solidFill>
                  <a:prstClr val="black"/>
                </a:solidFill>
                <a:latin typeface="Calibri"/>
              </a:endParaRPr>
            </a:p>
          </p:txBody>
        </p:sp>
        <p:sp>
          <p:nvSpPr>
            <p:cNvPr id="103" name="Freeform 103"/>
            <p:cNvSpPr/>
            <p:nvPr/>
          </p:nvSpPr>
          <p:spPr>
            <a:xfrm>
              <a:off x="2673852" y="188538"/>
              <a:ext cx="437815" cy="237704"/>
            </a:xfrm>
            <a:custGeom>
              <a:avLst/>
              <a:gdLst/>
              <a:ahLst/>
              <a:cxnLst/>
              <a:rect l="l" t="t" r="r" b="b"/>
              <a:pathLst>
                <a:path w="437815" h="237704">
                  <a:moveTo>
                    <a:pt x="0" y="0"/>
                  </a:moveTo>
                  <a:lnTo>
                    <a:pt x="437815" y="0"/>
                  </a:lnTo>
                  <a:lnTo>
                    <a:pt x="437815" y="237704"/>
                  </a:lnTo>
                  <a:lnTo>
                    <a:pt x="0" y="237704"/>
                  </a:lnTo>
                  <a:lnTo>
                    <a:pt x="0" y="0"/>
                  </a:lnTo>
                  <a:close/>
                </a:path>
              </a:pathLst>
            </a:custGeom>
            <a:blipFill>
              <a:blip r:embed="rId8"/>
              <a:stretch>
                <a:fillRect t="-19393" b="-19393"/>
              </a:stretch>
            </a:blipFill>
          </p:spPr>
          <p:txBody>
            <a:bodyPr/>
            <a:lstStyle/>
            <a:p>
              <a:pPr defTabSz="609630"/>
              <a:endParaRPr lang="en-US" sz="1200">
                <a:solidFill>
                  <a:prstClr val="black"/>
                </a:solidFill>
                <a:latin typeface="Calibri"/>
              </a:endParaRPr>
            </a:p>
          </p:txBody>
        </p:sp>
        <p:sp>
          <p:nvSpPr>
            <p:cNvPr id="104" name="TextBox 104"/>
            <p:cNvSpPr txBox="1"/>
            <p:nvPr/>
          </p:nvSpPr>
          <p:spPr>
            <a:xfrm>
              <a:off x="262082" y="542726"/>
              <a:ext cx="2312354" cy="540404"/>
            </a:xfrm>
            <a:prstGeom prst="rect">
              <a:avLst/>
            </a:prstGeom>
          </p:spPr>
          <p:txBody>
            <a:bodyPr lIns="0" tIns="0" rIns="0" bIns="0" rtlCol="0" anchor="t">
              <a:spAutoFit/>
            </a:bodyPr>
            <a:lstStyle/>
            <a:p>
              <a:pPr defTabSz="609630">
                <a:lnSpc>
                  <a:spcPts val="1119"/>
                </a:lnSpc>
              </a:pPr>
              <a:r>
                <a:rPr lang="en-US" sz="799">
                  <a:solidFill>
                    <a:srgbClr val="4B4D4F"/>
                  </a:solidFill>
                  <a:latin typeface="Arial MT Pro"/>
                  <a:ea typeface="Arial MT Pro"/>
                  <a:cs typeface="Arial MT Pro"/>
                  <a:sym typeface="Arial MT Pro"/>
                </a:rPr>
                <a:t>Credit Card No.</a:t>
              </a:r>
            </a:p>
            <a:p>
              <a:pPr defTabSz="609630">
                <a:lnSpc>
                  <a:spcPts val="1119"/>
                </a:lnSpc>
              </a:pPr>
              <a:r>
                <a:rPr lang="en-US" sz="799">
                  <a:solidFill>
                    <a:srgbClr val="4B4D4F"/>
                  </a:solidFill>
                  <a:latin typeface="Arial MT Pro"/>
                  <a:ea typeface="Arial MT Pro"/>
                  <a:cs typeface="Arial MT Pro"/>
                  <a:sym typeface="Arial MT Pro"/>
                </a:rPr>
                <a:t>**** **** **** </a:t>
              </a:r>
              <a:r>
                <a:rPr lang="en-US" sz="799" b="1">
                  <a:solidFill>
                    <a:srgbClr val="4B4D4F"/>
                  </a:solidFill>
                  <a:latin typeface="Arial MT Pro Bold"/>
                  <a:ea typeface="Arial MT Pro Bold"/>
                  <a:cs typeface="Arial MT Pro Bold"/>
                  <a:sym typeface="Arial MT Pro Bold"/>
                </a:rPr>
                <a:t>1457</a:t>
              </a:r>
            </a:p>
          </p:txBody>
        </p:sp>
        <p:sp>
          <p:nvSpPr>
            <p:cNvPr id="105" name="TextBox 105"/>
            <p:cNvSpPr txBox="1"/>
            <p:nvPr/>
          </p:nvSpPr>
          <p:spPr>
            <a:xfrm>
              <a:off x="157580" y="140598"/>
              <a:ext cx="2290940" cy="281360"/>
            </a:xfrm>
            <a:prstGeom prst="rect">
              <a:avLst/>
            </a:prstGeom>
          </p:spPr>
          <p:txBody>
            <a:bodyPr lIns="0" tIns="0" rIns="0" bIns="0" rtlCol="0" anchor="t">
              <a:spAutoFit/>
            </a:bodyPr>
            <a:lstStyle/>
            <a:p>
              <a:pPr algn="ctr" defTabSz="609630">
                <a:lnSpc>
                  <a:spcPts val="1213"/>
                </a:lnSpc>
                <a:spcBef>
                  <a:spcPct val="0"/>
                </a:spcBef>
              </a:pPr>
              <a:r>
                <a:rPr lang="en-US" sz="866" b="1">
                  <a:solidFill>
                    <a:srgbClr val="243270"/>
                  </a:solidFill>
                  <a:latin typeface="Arial MT Pro Bold"/>
                  <a:ea typeface="Arial MT Pro Bold"/>
                  <a:cs typeface="Arial MT Pro Bold"/>
                  <a:sym typeface="Arial MT Pro Bold"/>
                </a:rPr>
                <a:t>Payment Information</a:t>
              </a:r>
            </a:p>
          </p:txBody>
        </p:sp>
        <p:sp>
          <p:nvSpPr>
            <p:cNvPr id="106" name="TextBox 106"/>
            <p:cNvSpPr txBox="1"/>
            <p:nvPr/>
          </p:nvSpPr>
          <p:spPr>
            <a:xfrm>
              <a:off x="262082" y="1217739"/>
              <a:ext cx="2586236" cy="258276"/>
            </a:xfrm>
            <a:prstGeom prst="rect">
              <a:avLst/>
            </a:prstGeom>
          </p:spPr>
          <p:txBody>
            <a:bodyPr lIns="0" tIns="0" rIns="0" bIns="0" rtlCol="0" anchor="t">
              <a:spAutoFit/>
            </a:bodyPr>
            <a:lstStyle/>
            <a:p>
              <a:pPr defTabSz="609630">
                <a:lnSpc>
                  <a:spcPts val="1119"/>
                </a:lnSpc>
              </a:pPr>
              <a:r>
                <a:rPr lang="en-US" sz="799">
                  <a:solidFill>
                    <a:srgbClr val="4B4D4F"/>
                  </a:solidFill>
                  <a:latin typeface="Arial MT Pro"/>
                  <a:ea typeface="Arial MT Pro"/>
                  <a:cs typeface="Arial MT Pro"/>
                  <a:sym typeface="Arial MT Pro"/>
                </a:rPr>
                <a:t>Automatic Payment: </a:t>
              </a:r>
              <a:r>
                <a:rPr lang="en-US" sz="799" b="1">
                  <a:solidFill>
                    <a:srgbClr val="0C55B8"/>
                  </a:solidFill>
                  <a:latin typeface="Arial MT Pro Bold"/>
                  <a:ea typeface="Arial MT Pro Bold"/>
                  <a:cs typeface="Arial MT Pro Bold"/>
                  <a:sym typeface="Arial MT Pro Bold"/>
                </a:rPr>
                <a:t>YES</a:t>
              </a:r>
            </a:p>
          </p:txBody>
        </p:sp>
      </p:grpSp>
      <p:grpSp>
        <p:nvGrpSpPr>
          <p:cNvPr id="107" name="Group 107"/>
          <p:cNvGrpSpPr/>
          <p:nvPr/>
        </p:nvGrpSpPr>
        <p:grpSpPr>
          <a:xfrm>
            <a:off x="4184974" y="1988414"/>
            <a:ext cx="5849571" cy="2095500"/>
            <a:chOff x="0" y="0"/>
            <a:chExt cx="2310941" cy="827852"/>
          </a:xfrm>
        </p:grpSpPr>
        <p:sp>
          <p:nvSpPr>
            <p:cNvPr id="108" name="Freeform 108"/>
            <p:cNvSpPr/>
            <p:nvPr/>
          </p:nvSpPr>
          <p:spPr>
            <a:xfrm>
              <a:off x="0" y="0"/>
              <a:ext cx="2310942" cy="827852"/>
            </a:xfrm>
            <a:custGeom>
              <a:avLst/>
              <a:gdLst/>
              <a:ahLst/>
              <a:cxnLst/>
              <a:rect l="l" t="t" r="r" b="b"/>
              <a:pathLst>
                <a:path w="2310942" h="827852">
                  <a:moveTo>
                    <a:pt x="22058" y="0"/>
                  </a:moveTo>
                  <a:lnTo>
                    <a:pt x="2288883" y="0"/>
                  </a:lnTo>
                  <a:cubicBezTo>
                    <a:pt x="2294733" y="0"/>
                    <a:pt x="2300344" y="2324"/>
                    <a:pt x="2304481" y="6461"/>
                  </a:cubicBezTo>
                  <a:cubicBezTo>
                    <a:pt x="2308617" y="10597"/>
                    <a:pt x="2310942" y="16208"/>
                    <a:pt x="2310942" y="22058"/>
                  </a:cubicBezTo>
                  <a:lnTo>
                    <a:pt x="2310942" y="805793"/>
                  </a:lnTo>
                  <a:cubicBezTo>
                    <a:pt x="2310942" y="817976"/>
                    <a:pt x="2301066" y="827852"/>
                    <a:pt x="2288883" y="827852"/>
                  </a:cubicBezTo>
                  <a:lnTo>
                    <a:pt x="22058" y="827852"/>
                  </a:lnTo>
                  <a:cubicBezTo>
                    <a:pt x="16208" y="827852"/>
                    <a:pt x="10597" y="825528"/>
                    <a:pt x="6461" y="821391"/>
                  </a:cubicBezTo>
                  <a:cubicBezTo>
                    <a:pt x="2324" y="817254"/>
                    <a:pt x="0" y="811644"/>
                    <a:pt x="0" y="805793"/>
                  </a:cubicBezTo>
                  <a:lnTo>
                    <a:pt x="0" y="22058"/>
                  </a:lnTo>
                  <a:cubicBezTo>
                    <a:pt x="0" y="9876"/>
                    <a:pt x="9876" y="0"/>
                    <a:pt x="22058" y="0"/>
                  </a:cubicBezTo>
                  <a:close/>
                </a:path>
              </a:pathLst>
            </a:custGeom>
            <a:ln w="19050" cap="rnd">
              <a:solidFill>
                <a:srgbClr val="F06030"/>
              </a:solidFill>
              <a:prstDash val="solid"/>
              <a:round/>
            </a:ln>
          </p:spPr>
          <p:txBody>
            <a:bodyPr/>
            <a:lstStyle/>
            <a:p>
              <a:pPr defTabSz="609630"/>
              <a:endParaRPr lang="en-US" sz="1200">
                <a:solidFill>
                  <a:prstClr val="black"/>
                </a:solidFill>
                <a:latin typeface="Calibri"/>
              </a:endParaRPr>
            </a:p>
          </p:txBody>
        </p:sp>
        <p:sp>
          <p:nvSpPr>
            <p:cNvPr id="109" name="TextBox 109"/>
            <p:cNvSpPr txBox="1"/>
            <p:nvPr/>
          </p:nvSpPr>
          <p:spPr>
            <a:xfrm>
              <a:off x="0" y="-76200"/>
              <a:ext cx="2310941" cy="904052"/>
            </a:xfrm>
            <a:prstGeom prst="rect">
              <a:avLst/>
            </a:prstGeom>
          </p:spPr>
          <p:txBody>
            <a:bodyPr lIns="33867" tIns="33867" rIns="33867" bIns="33867" rtlCol="0" anchor="ctr"/>
            <a:lstStyle/>
            <a:p>
              <a:pPr algn="ctr" defTabSz="609630">
                <a:lnSpc>
                  <a:spcPts val="1825"/>
                </a:lnSpc>
              </a:pPr>
              <a:endParaRPr sz="1200">
                <a:solidFill>
                  <a:prstClr val="black"/>
                </a:solidFill>
                <a:latin typeface="Calibri"/>
              </a:endParaRPr>
            </a:p>
          </p:txBody>
        </p:sp>
      </p:grpSp>
      <p:grpSp>
        <p:nvGrpSpPr>
          <p:cNvPr id="110" name="Group 110"/>
          <p:cNvGrpSpPr/>
          <p:nvPr/>
        </p:nvGrpSpPr>
        <p:grpSpPr>
          <a:xfrm>
            <a:off x="4315910" y="2328431"/>
            <a:ext cx="5578995" cy="347524"/>
            <a:chOff x="0" y="0"/>
            <a:chExt cx="1836166" cy="114378"/>
          </a:xfrm>
        </p:grpSpPr>
        <p:sp>
          <p:nvSpPr>
            <p:cNvPr id="111" name="Freeform 111"/>
            <p:cNvSpPr/>
            <p:nvPr/>
          </p:nvSpPr>
          <p:spPr>
            <a:xfrm>
              <a:off x="0" y="0"/>
              <a:ext cx="1836166" cy="114378"/>
            </a:xfrm>
            <a:custGeom>
              <a:avLst/>
              <a:gdLst/>
              <a:ahLst/>
              <a:cxnLst/>
              <a:rect l="l" t="t" r="r" b="b"/>
              <a:pathLst>
                <a:path w="1836166" h="114378">
                  <a:moveTo>
                    <a:pt x="13877" y="0"/>
                  </a:moveTo>
                  <a:lnTo>
                    <a:pt x="1822289" y="0"/>
                  </a:lnTo>
                  <a:cubicBezTo>
                    <a:pt x="1829953" y="0"/>
                    <a:pt x="1836166" y="6213"/>
                    <a:pt x="1836166" y="13877"/>
                  </a:cubicBezTo>
                  <a:lnTo>
                    <a:pt x="1836166" y="100501"/>
                  </a:lnTo>
                  <a:cubicBezTo>
                    <a:pt x="1836166" y="104181"/>
                    <a:pt x="1834704" y="107711"/>
                    <a:pt x="1832101" y="110313"/>
                  </a:cubicBezTo>
                  <a:cubicBezTo>
                    <a:pt x="1829499" y="112916"/>
                    <a:pt x="1825969" y="114378"/>
                    <a:pt x="1822289" y="114378"/>
                  </a:cubicBezTo>
                  <a:lnTo>
                    <a:pt x="13877" y="114378"/>
                  </a:lnTo>
                  <a:cubicBezTo>
                    <a:pt x="10197" y="114378"/>
                    <a:pt x="6667" y="112916"/>
                    <a:pt x="4064" y="110313"/>
                  </a:cubicBezTo>
                  <a:cubicBezTo>
                    <a:pt x="1462" y="107711"/>
                    <a:pt x="0" y="104181"/>
                    <a:pt x="0" y="100501"/>
                  </a:cubicBezTo>
                  <a:lnTo>
                    <a:pt x="0" y="13877"/>
                  </a:lnTo>
                  <a:cubicBezTo>
                    <a:pt x="0" y="6213"/>
                    <a:pt x="6213" y="0"/>
                    <a:pt x="13877" y="0"/>
                  </a:cubicBezTo>
                  <a:close/>
                </a:path>
              </a:pathLst>
            </a:custGeom>
            <a:solidFill>
              <a:srgbClr val="D9F6FA"/>
            </a:solidFill>
          </p:spPr>
          <p:txBody>
            <a:bodyPr/>
            <a:lstStyle/>
            <a:p>
              <a:pPr defTabSz="609630"/>
              <a:endParaRPr lang="en-US" sz="1200">
                <a:solidFill>
                  <a:prstClr val="black"/>
                </a:solidFill>
                <a:latin typeface="Calibri"/>
              </a:endParaRPr>
            </a:p>
          </p:txBody>
        </p:sp>
        <p:sp>
          <p:nvSpPr>
            <p:cNvPr id="112" name="TextBox 112"/>
            <p:cNvSpPr txBox="1"/>
            <p:nvPr/>
          </p:nvSpPr>
          <p:spPr>
            <a:xfrm>
              <a:off x="0" y="-57150"/>
              <a:ext cx="1836166" cy="171528"/>
            </a:xfrm>
            <a:prstGeom prst="rect">
              <a:avLst/>
            </a:prstGeom>
          </p:spPr>
          <p:txBody>
            <a:bodyPr lIns="40652" tIns="40652" rIns="40652" bIns="40652" rtlCol="0" anchor="ctr"/>
            <a:lstStyle/>
            <a:p>
              <a:pPr algn="ctr" defTabSz="609630">
                <a:lnSpc>
                  <a:spcPts val="1307"/>
                </a:lnSpc>
              </a:pPr>
              <a:endParaRPr sz="1200">
                <a:solidFill>
                  <a:prstClr val="black"/>
                </a:solidFill>
                <a:latin typeface="Calibri"/>
              </a:endParaRPr>
            </a:p>
          </p:txBody>
        </p:sp>
      </p:grpSp>
      <p:grpSp>
        <p:nvGrpSpPr>
          <p:cNvPr id="113" name="Group 113"/>
          <p:cNvGrpSpPr/>
          <p:nvPr/>
        </p:nvGrpSpPr>
        <p:grpSpPr>
          <a:xfrm>
            <a:off x="4315910" y="3482647"/>
            <a:ext cx="5578995" cy="476888"/>
            <a:chOff x="0" y="0"/>
            <a:chExt cx="2204047" cy="188400"/>
          </a:xfrm>
        </p:grpSpPr>
        <p:sp>
          <p:nvSpPr>
            <p:cNvPr id="114" name="Freeform 114"/>
            <p:cNvSpPr/>
            <p:nvPr/>
          </p:nvSpPr>
          <p:spPr>
            <a:xfrm>
              <a:off x="0" y="0"/>
              <a:ext cx="2204047" cy="188400"/>
            </a:xfrm>
            <a:custGeom>
              <a:avLst/>
              <a:gdLst/>
              <a:ahLst/>
              <a:cxnLst/>
              <a:rect l="l" t="t" r="r" b="b"/>
              <a:pathLst>
                <a:path w="2204047" h="188400">
                  <a:moveTo>
                    <a:pt x="18503" y="0"/>
                  </a:moveTo>
                  <a:lnTo>
                    <a:pt x="2185545" y="0"/>
                  </a:lnTo>
                  <a:cubicBezTo>
                    <a:pt x="2190452" y="0"/>
                    <a:pt x="2195158" y="1949"/>
                    <a:pt x="2198628" y="5419"/>
                  </a:cubicBezTo>
                  <a:cubicBezTo>
                    <a:pt x="2202098" y="8889"/>
                    <a:pt x="2204047" y="13595"/>
                    <a:pt x="2204047" y="18503"/>
                  </a:cubicBezTo>
                  <a:lnTo>
                    <a:pt x="2204047" y="169898"/>
                  </a:lnTo>
                  <a:cubicBezTo>
                    <a:pt x="2204047" y="180116"/>
                    <a:pt x="2195764" y="188400"/>
                    <a:pt x="2185545" y="188400"/>
                  </a:cubicBezTo>
                  <a:lnTo>
                    <a:pt x="18503" y="188400"/>
                  </a:lnTo>
                  <a:cubicBezTo>
                    <a:pt x="8284" y="188400"/>
                    <a:pt x="0" y="180116"/>
                    <a:pt x="0" y="169898"/>
                  </a:cubicBezTo>
                  <a:lnTo>
                    <a:pt x="0" y="18503"/>
                  </a:lnTo>
                  <a:cubicBezTo>
                    <a:pt x="0" y="8284"/>
                    <a:pt x="8284" y="0"/>
                    <a:pt x="18503" y="0"/>
                  </a:cubicBezTo>
                  <a:close/>
                </a:path>
              </a:pathLst>
            </a:custGeom>
            <a:solidFill>
              <a:srgbClr val="FAF8F2"/>
            </a:solidFill>
            <a:ln w="28575" cap="sq">
              <a:solidFill>
                <a:srgbClr val="FF612B"/>
              </a:solidFill>
              <a:prstDash val="sysDot"/>
              <a:miter/>
            </a:ln>
          </p:spPr>
          <p:txBody>
            <a:bodyPr/>
            <a:lstStyle/>
            <a:p>
              <a:pPr defTabSz="609630"/>
              <a:endParaRPr lang="en-US" sz="1200">
                <a:solidFill>
                  <a:prstClr val="black"/>
                </a:solidFill>
                <a:latin typeface="Calibri"/>
              </a:endParaRPr>
            </a:p>
          </p:txBody>
        </p:sp>
        <p:sp>
          <p:nvSpPr>
            <p:cNvPr id="115" name="TextBox 115"/>
            <p:cNvSpPr txBox="1"/>
            <p:nvPr/>
          </p:nvSpPr>
          <p:spPr>
            <a:xfrm>
              <a:off x="0" y="-47625"/>
              <a:ext cx="2204047" cy="236025"/>
            </a:xfrm>
            <a:prstGeom prst="rect">
              <a:avLst/>
            </a:prstGeom>
          </p:spPr>
          <p:txBody>
            <a:bodyPr lIns="33867" tIns="33867" rIns="33867" bIns="33867" rtlCol="0" anchor="ctr"/>
            <a:lstStyle/>
            <a:p>
              <a:pPr algn="ctr" defTabSz="609630">
                <a:lnSpc>
                  <a:spcPts val="1119"/>
                </a:lnSpc>
              </a:pPr>
              <a:endParaRPr sz="1200">
                <a:solidFill>
                  <a:prstClr val="black"/>
                </a:solidFill>
                <a:latin typeface="Calibri"/>
              </a:endParaRPr>
            </a:p>
          </p:txBody>
        </p:sp>
      </p:grpSp>
      <p:sp>
        <p:nvSpPr>
          <p:cNvPr id="116" name="TextBox 116"/>
          <p:cNvSpPr txBox="1"/>
          <p:nvPr/>
        </p:nvSpPr>
        <p:spPr>
          <a:xfrm>
            <a:off x="4393372" y="2080782"/>
            <a:ext cx="1121918" cy="163891"/>
          </a:xfrm>
          <a:prstGeom prst="rect">
            <a:avLst/>
          </a:prstGeom>
        </p:spPr>
        <p:txBody>
          <a:bodyPr lIns="0" tIns="0" rIns="0" bIns="0" rtlCol="0" anchor="t">
            <a:spAutoFit/>
          </a:bodyPr>
          <a:lstStyle/>
          <a:p>
            <a:pPr algn="ctr" defTabSz="609630">
              <a:lnSpc>
                <a:spcPts val="1400"/>
              </a:lnSpc>
            </a:pPr>
            <a:r>
              <a:rPr lang="en-US" sz="1000" b="1">
                <a:solidFill>
                  <a:srgbClr val="002677"/>
                </a:solidFill>
                <a:latin typeface="Arial MT Pro Bold"/>
                <a:ea typeface="Arial MT Pro Bold"/>
                <a:cs typeface="Arial MT Pro Bold"/>
                <a:sym typeface="Arial MT Pro Bold"/>
              </a:rPr>
              <a:t>Billing Information</a:t>
            </a:r>
          </a:p>
        </p:txBody>
      </p:sp>
      <p:sp>
        <p:nvSpPr>
          <p:cNvPr id="117" name="TextBox 117"/>
          <p:cNvSpPr txBox="1"/>
          <p:nvPr/>
        </p:nvSpPr>
        <p:spPr>
          <a:xfrm>
            <a:off x="4564905" y="3529745"/>
            <a:ext cx="5089711" cy="318998"/>
          </a:xfrm>
          <a:prstGeom prst="rect">
            <a:avLst/>
          </a:prstGeom>
        </p:spPr>
        <p:txBody>
          <a:bodyPr lIns="0" tIns="0" rIns="0" bIns="0" rtlCol="0" anchor="t">
            <a:spAutoFit/>
          </a:bodyPr>
          <a:lstStyle/>
          <a:p>
            <a:pPr defTabSz="609630">
              <a:lnSpc>
                <a:spcPts val="1307"/>
              </a:lnSpc>
            </a:pPr>
            <a:r>
              <a:rPr lang="en-US" sz="933">
                <a:solidFill>
                  <a:srgbClr val="4B4D4F"/>
                </a:solidFill>
                <a:latin typeface="Arial MT Pro"/>
                <a:ea typeface="Arial MT Pro"/>
                <a:cs typeface="Arial MT Pro"/>
                <a:sym typeface="Arial MT Pro"/>
              </a:rPr>
              <a:t>*This member enrolled to </a:t>
            </a:r>
            <a:r>
              <a:rPr lang="en-US" sz="933" b="1">
                <a:solidFill>
                  <a:srgbClr val="4B4D4F"/>
                </a:solidFill>
                <a:latin typeface="Arial MT Pro Bold"/>
                <a:ea typeface="Arial MT Pro Bold"/>
                <a:cs typeface="Arial MT Pro Bold"/>
                <a:sym typeface="Arial MT Pro Bold"/>
              </a:rPr>
              <a:t>Dental and Vision Standalone Benefits</a:t>
            </a:r>
            <a:r>
              <a:rPr lang="en-US" sz="933">
                <a:solidFill>
                  <a:srgbClr val="4B4D4F"/>
                </a:solidFill>
                <a:latin typeface="Arial MT Pro"/>
                <a:ea typeface="Arial MT Pro"/>
                <a:cs typeface="Arial MT Pro"/>
                <a:sym typeface="Arial MT Pro"/>
              </a:rPr>
              <a:t> on September 1, 202X.  </a:t>
            </a:r>
            <a:r>
              <a:rPr lang="en-US" sz="933" i="1">
                <a:solidFill>
                  <a:srgbClr val="933C21"/>
                </a:solidFill>
                <a:latin typeface="Arial MT Pro Italics"/>
                <a:ea typeface="Arial MT Pro Italics"/>
                <a:cs typeface="Arial MT Pro Italics"/>
                <a:sym typeface="Arial MT Pro Italics"/>
              </a:rPr>
              <a:t>An additional $150.00 will be added on top of member’s monthly premium.</a:t>
            </a:r>
          </a:p>
        </p:txBody>
      </p:sp>
      <p:grpSp>
        <p:nvGrpSpPr>
          <p:cNvPr id="118" name="Group 118"/>
          <p:cNvGrpSpPr/>
          <p:nvPr/>
        </p:nvGrpSpPr>
        <p:grpSpPr>
          <a:xfrm>
            <a:off x="134733" y="3436600"/>
            <a:ext cx="3971636" cy="3195201"/>
            <a:chOff x="0" y="0"/>
            <a:chExt cx="1569041" cy="1262302"/>
          </a:xfrm>
        </p:grpSpPr>
        <p:sp>
          <p:nvSpPr>
            <p:cNvPr id="119" name="Freeform 119"/>
            <p:cNvSpPr/>
            <p:nvPr/>
          </p:nvSpPr>
          <p:spPr>
            <a:xfrm>
              <a:off x="0" y="0"/>
              <a:ext cx="1569041" cy="1262302"/>
            </a:xfrm>
            <a:custGeom>
              <a:avLst/>
              <a:gdLst/>
              <a:ahLst/>
              <a:cxnLst/>
              <a:rect l="l" t="t" r="r" b="b"/>
              <a:pathLst>
                <a:path w="1569041" h="1262302">
                  <a:moveTo>
                    <a:pt x="32488" y="0"/>
                  </a:moveTo>
                  <a:lnTo>
                    <a:pt x="1536553" y="0"/>
                  </a:lnTo>
                  <a:cubicBezTo>
                    <a:pt x="1545169" y="0"/>
                    <a:pt x="1553433" y="3423"/>
                    <a:pt x="1559526" y="9516"/>
                  </a:cubicBezTo>
                  <a:cubicBezTo>
                    <a:pt x="1565618" y="15608"/>
                    <a:pt x="1569041" y="23872"/>
                    <a:pt x="1569041" y="32488"/>
                  </a:cubicBezTo>
                  <a:lnTo>
                    <a:pt x="1569041" y="1229813"/>
                  </a:lnTo>
                  <a:cubicBezTo>
                    <a:pt x="1569041" y="1238430"/>
                    <a:pt x="1565618" y="1246693"/>
                    <a:pt x="1559526" y="1252786"/>
                  </a:cubicBezTo>
                  <a:cubicBezTo>
                    <a:pt x="1553433" y="1258879"/>
                    <a:pt x="1545169" y="1262302"/>
                    <a:pt x="1536553" y="1262302"/>
                  </a:cubicBezTo>
                  <a:lnTo>
                    <a:pt x="32488" y="1262302"/>
                  </a:lnTo>
                  <a:cubicBezTo>
                    <a:pt x="23872" y="1262302"/>
                    <a:pt x="15608" y="1258879"/>
                    <a:pt x="9516" y="1252786"/>
                  </a:cubicBezTo>
                  <a:cubicBezTo>
                    <a:pt x="3423" y="1246693"/>
                    <a:pt x="0" y="1238430"/>
                    <a:pt x="0" y="1229813"/>
                  </a:cubicBezTo>
                  <a:lnTo>
                    <a:pt x="0" y="32488"/>
                  </a:lnTo>
                  <a:cubicBezTo>
                    <a:pt x="0" y="23872"/>
                    <a:pt x="3423" y="15608"/>
                    <a:pt x="9516" y="9516"/>
                  </a:cubicBezTo>
                  <a:cubicBezTo>
                    <a:pt x="15608" y="3423"/>
                    <a:pt x="23872" y="0"/>
                    <a:pt x="32488" y="0"/>
                  </a:cubicBezTo>
                  <a:close/>
                </a:path>
              </a:pathLst>
            </a:custGeom>
            <a:ln w="19050" cap="rnd">
              <a:solidFill>
                <a:srgbClr val="F06030"/>
              </a:solidFill>
              <a:prstDash val="solid"/>
              <a:round/>
            </a:ln>
          </p:spPr>
          <p:txBody>
            <a:bodyPr/>
            <a:lstStyle/>
            <a:p>
              <a:pPr defTabSz="609630"/>
              <a:endParaRPr lang="en-US" sz="1200">
                <a:solidFill>
                  <a:prstClr val="black"/>
                </a:solidFill>
                <a:latin typeface="Calibri"/>
              </a:endParaRPr>
            </a:p>
          </p:txBody>
        </p:sp>
        <p:sp>
          <p:nvSpPr>
            <p:cNvPr id="120" name="TextBox 120"/>
            <p:cNvSpPr txBox="1"/>
            <p:nvPr/>
          </p:nvSpPr>
          <p:spPr>
            <a:xfrm>
              <a:off x="0" y="-47625"/>
              <a:ext cx="1569041" cy="1309927"/>
            </a:xfrm>
            <a:prstGeom prst="rect">
              <a:avLst/>
            </a:prstGeom>
          </p:spPr>
          <p:txBody>
            <a:bodyPr lIns="33867" tIns="33867" rIns="33867" bIns="33867" rtlCol="0" anchor="ctr"/>
            <a:lstStyle/>
            <a:p>
              <a:pPr algn="ctr" defTabSz="609630">
                <a:lnSpc>
                  <a:spcPts val="1119"/>
                </a:lnSpc>
              </a:pPr>
              <a:endParaRPr sz="1200">
                <a:solidFill>
                  <a:prstClr val="black"/>
                </a:solidFill>
                <a:latin typeface="Calibri"/>
              </a:endParaRPr>
            </a:p>
          </p:txBody>
        </p:sp>
      </p:grpSp>
      <p:grpSp>
        <p:nvGrpSpPr>
          <p:cNvPr id="121" name="Group 121"/>
          <p:cNvGrpSpPr/>
          <p:nvPr/>
        </p:nvGrpSpPr>
        <p:grpSpPr>
          <a:xfrm>
            <a:off x="254368" y="4801862"/>
            <a:ext cx="3732369" cy="365337"/>
            <a:chOff x="0" y="0"/>
            <a:chExt cx="1474516" cy="144331"/>
          </a:xfrm>
        </p:grpSpPr>
        <p:sp>
          <p:nvSpPr>
            <p:cNvPr id="122" name="Freeform 122"/>
            <p:cNvSpPr/>
            <p:nvPr/>
          </p:nvSpPr>
          <p:spPr>
            <a:xfrm>
              <a:off x="0" y="0"/>
              <a:ext cx="1474516" cy="144331"/>
            </a:xfrm>
            <a:custGeom>
              <a:avLst/>
              <a:gdLst/>
              <a:ahLst/>
              <a:cxnLst/>
              <a:rect l="l" t="t" r="r" b="b"/>
              <a:pathLst>
                <a:path w="1474516" h="144331">
                  <a:moveTo>
                    <a:pt x="34571" y="0"/>
                  </a:moveTo>
                  <a:lnTo>
                    <a:pt x="1439945" y="0"/>
                  </a:lnTo>
                  <a:cubicBezTo>
                    <a:pt x="1459038" y="0"/>
                    <a:pt x="1474516" y="15478"/>
                    <a:pt x="1474516" y="34571"/>
                  </a:cubicBezTo>
                  <a:lnTo>
                    <a:pt x="1474516" y="109759"/>
                  </a:lnTo>
                  <a:cubicBezTo>
                    <a:pt x="1474516" y="128853"/>
                    <a:pt x="1459038" y="144331"/>
                    <a:pt x="1439945" y="144331"/>
                  </a:cubicBezTo>
                  <a:lnTo>
                    <a:pt x="34571" y="144331"/>
                  </a:lnTo>
                  <a:cubicBezTo>
                    <a:pt x="15478" y="144331"/>
                    <a:pt x="0" y="128853"/>
                    <a:pt x="0" y="109759"/>
                  </a:cubicBezTo>
                  <a:lnTo>
                    <a:pt x="0" y="34571"/>
                  </a:lnTo>
                  <a:cubicBezTo>
                    <a:pt x="0" y="15478"/>
                    <a:pt x="15478" y="0"/>
                    <a:pt x="34571" y="0"/>
                  </a:cubicBezTo>
                  <a:close/>
                </a:path>
              </a:pathLst>
            </a:custGeom>
            <a:solidFill>
              <a:srgbClr val="FAF8F2"/>
            </a:solidFill>
          </p:spPr>
          <p:txBody>
            <a:bodyPr/>
            <a:lstStyle/>
            <a:p>
              <a:pPr defTabSz="609630"/>
              <a:endParaRPr lang="en-US" sz="1200">
                <a:solidFill>
                  <a:prstClr val="black"/>
                </a:solidFill>
                <a:latin typeface="Calibri"/>
              </a:endParaRPr>
            </a:p>
          </p:txBody>
        </p:sp>
        <p:sp>
          <p:nvSpPr>
            <p:cNvPr id="123" name="TextBox 123"/>
            <p:cNvSpPr txBox="1"/>
            <p:nvPr/>
          </p:nvSpPr>
          <p:spPr>
            <a:xfrm>
              <a:off x="0" y="-47625"/>
              <a:ext cx="1474516" cy="191956"/>
            </a:xfrm>
            <a:prstGeom prst="rect">
              <a:avLst/>
            </a:prstGeom>
          </p:spPr>
          <p:txBody>
            <a:bodyPr lIns="33867" tIns="33867" rIns="33867" bIns="33867" rtlCol="0" anchor="ctr"/>
            <a:lstStyle/>
            <a:p>
              <a:pPr algn="ctr" defTabSz="609630">
                <a:lnSpc>
                  <a:spcPts val="1119"/>
                </a:lnSpc>
              </a:pPr>
              <a:endParaRPr sz="1200">
                <a:solidFill>
                  <a:prstClr val="black"/>
                </a:solidFill>
                <a:latin typeface="Calibri"/>
              </a:endParaRPr>
            </a:p>
          </p:txBody>
        </p:sp>
      </p:grpSp>
      <p:sp>
        <p:nvSpPr>
          <p:cNvPr id="124" name="Freeform 124"/>
          <p:cNvSpPr/>
          <p:nvPr/>
        </p:nvSpPr>
        <p:spPr>
          <a:xfrm>
            <a:off x="271929" y="3895348"/>
            <a:ext cx="710681" cy="710510"/>
          </a:xfrm>
          <a:custGeom>
            <a:avLst/>
            <a:gdLst/>
            <a:ahLst/>
            <a:cxnLst/>
            <a:rect l="l" t="t" r="r" b="b"/>
            <a:pathLst>
              <a:path w="1066022" h="1065765">
                <a:moveTo>
                  <a:pt x="0" y="0"/>
                </a:moveTo>
                <a:lnTo>
                  <a:pt x="1066022" y="0"/>
                </a:lnTo>
                <a:lnTo>
                  <a:pt x="1066022" y="1065765"/>
                </a:lnTo>
                <a:lnTo>
                  <a:pt x="0" y="1065765"/>
                </a:lnTo>
                <a:lnTo>
                  <a:pt x="0" y="0"/>
                </a:lnTo>
                <a:close/>
              </a:path>
            </a:pathLst>
          </a:custGeom>
          <a:blipFill>
            <a:blip r:embed="rId9"/>
            <a:stretch>
              <a:fillRect t="-1209" b="-1209"/>
            </a:stretch>
          </a:blipFill>
        </p:spPr>
        <p:txBody>
          <a:bodyPr/>
          <a:lstStyle/>
          <a:p>
            <a:pPr defTabSz="609630"/>
            <a:endParaRPr lang="en-US" sz="1200">
              <a:solidFill>
                <a:prstClr val="black"/>
              </a:solidFill>
              <a:latin typeface="Calibri"/>
            </a:endParaRPr>
          </a:p>
        </p:txBody>
      </p:sp>
      <p:grpSp>
        <p:nvGrpSpPr>
          <p:cNvPr id="125" name="Group 125"/>
          <p:cNvGrpSpPr/>
          <p:nvPr/>
        </p:nvGrpSpPr>
        <p:grpSpPr>
          <a:xfrm>
            <a:off x="1006652" y="3864813"/>
            <a:ext cx="2997407" cy="886372"/>
            <a:chOff x="0" y="0"/>
            <a:chExt cx="1184161" cy="350172"/>
          </a:xfrm>
        </p:grpSpPr>
        <p:sp>
          <p:nvSpPr>
            <p:cNvPr id="126" name="Freeform 126"/>
            <p:cNvSpPr/>
            <p:nvPr/>
          </p:nvSpPr>
          <p:spPr>
            <a:xfrm>
              <a:off x="0" y="0"/>
              <a:ext cx="1184161" cy="350172"/>
            </a:xfrm>
            <a:custGeom>
              <a:avLst/>
              <a:gdLst/>
              <a:ahLst/>
              <a:cxnLst/>
              <a:rect l="l" t="t" r="r" b="b"/>
              <a:pathLst>
                <a:path w="1184161" h="350172">
                  <a:moveTo>
                    <a:pt x="43048" y="0"/>
                  </a:moveTo>
                  <a:lnTo>
                    <a:pt x="1141113" y="0"/>
                  </a:lnTo>
                  <a:cubicBezTo>
                    <a:pt x="1164888" y="0"/>
                    <a:pt x="1184161" y="19273"/>
                    <a:pt x="1184161" y="43048"/>
                  </a:cubicBezTo>
                  <a:lnTo>
                    <a:pt x="1184161" y="307124"/>
                  </a:lnTo>
                  <a:cubicBezTo>
                    <a:pt x="1184161" y="330898"/>
                    <a:pt x="1164888" y="350172"/>
                    <a:pt x="1141113" y="350172"/>
                  </a:cubicBezTo>
                  <a:lnTo>
                    <a:pt x="43048" y="350172"/>
                  </a:lnTo>
                  <a:cubicBezTo>
                    <a:pt x="19273" y="350172"/>
                    <a:pt x="0" y="330898"/>
                    <a:pt x="0" y="307124"/>
                  </a:cubicBezTo>
                  <a:lnTo>
                    <a:pt x="0" y="43048"/>
                  </a:lnTo>
                  <a:cubicBezTo>
                    <a:pt x="0" y="19273"/>
                    <a:pt x="19273" y="0"/>
                    <a:pt x="43048" y="0"/>
                  </a:cubicBezTo>
                  <a:close/>
                </a:path>
              </a:pathLst>
            </a:custGeom>
            <a:solidFill>
              <a:srgbClr val="D9F6FA"/>
            </a:solidFill>
          </p:spPr>
          <p:txBody>
            <a:bodyPr/>
            <a:lstStyle/>
            <a:p>
              <a:pPr defTabSz="609630"/>
              <a:endParaRPr lang="en-US" sz="1200">
                <a:solidFill>
                  <a:prstClr val="black"/>
                </a:solidFill>
                <a:latin typeface="Calibri"/>
              </a:endParaRPr>
            </a:p>
          </p:txBody>
        </p:sp>
        <p:sp>
          <p:nvSpPr>
            <p:cNvPr id="127" name="TextBox 127"/>
            <p:cNvSpPr txBox="1"/>
            <p:nvPr/>
          </p:nvSpPr>
          <p:spPr>
            <a:xfrm>
              <a:off x="0" y="-76200"/>
              <a:ext cx="1184161" cy="426372"/>
            </a:xfrm>
            <a:prstGeom prst="rect">
              <a:avLst/>
            </a:prstGeom>
          </p:spPr>
          <p:txBody>
            <a:bodyPr lIns="33867" tIns="33867" rIns="33867" bIns="33867" rtlCol="0" anchor="ctr"/>
            <a:lstStyle/>
            <a:p>
              <a:pPr algn="ctr" defTabSz="609630">
                <a:lnSpc>
                  <a:spcPts val="1825"/>
                </a:lnSpc>
              </a:pPr>
              <a:endParaRPr sz="1200">
                <a:solidFill>
                  <a:prstClr val="black"/>
                </a:solidFill>
                <a:latin typeface="Calibri"/>
              </a:endParaRPr>
            </a:p>
          </p:txBody>
        </p:sp>
      </p:grpSp>
      <p:grpSp>
        <p:nvGrpSpPr>
          <p:cNvPr id="128" name="Group 128"/>
          <p:cNvGrpSpPr/>
          <p:nvPr/>
        </p:nvGrpSpPr>
        <p:grpSpPr>
          <a:xfrm>
            <a:off x="254368" y="5230698"/>
            <a:ext cx="3732369" cy="408093"/>
            <a:chOff x="0" y="0"/>
            <a:chExt cx="1474516" cy="161222"/>
          </a:xfrm>
        </p:grpSpPr>
        <p:sp>
          <p:nvSpPr>
            <p:cNvPr id="129" name="Freeform 129"/>
            <p:cNvSpPr/>
            <p:nvPr/>
          </p:nvSpPr>
          <p:spPr>
            <a:xfrm>
              <a:off x="0" y="0"/>
              <a:ext cx="1474516" cy="161222"/>
            </a:xfrm>
            <a:custGeom>
              <a:avLst/>
              <a:gdLst/>
              <a:ahLst/>
              <a:cxnLst/>
              <a:rect l="l" t="t" r="r" b="b"/>
              <a:pathLst>
                <a:path w="1474516" h="161222">
                  <a:moveTo>
                    <a:pt x="34571" y="0"/>
                  </a:moveTo>
                  <a:lnTo>
                    <a:pt x="1439945" y="0"/>
                  </a:lnTo>
                  <a:cubicBezTo>
                    <a:pt x="1459038" y="0"/>
                    <a:pt x="1474516" y="15478"/>
                    <a:pt x="1474516" y="34571"/>
                  </a:cubicBezTo>
                  <a:lnTo>
                    <a:pt x="1474516" y="126651"/>
                  </a:lnTo>
                  <a:cubicBezTo>
                    <a:pt x="1474516" y="145744"/>
                    <a:pt x="1459038" y="161222"/>
                    <a:pt x="1439945" y="161222"/>
                  </a:cubicBezTo>
                  <a:lnTo>
                    <a:pt x="34571" y="161222"/>
                  </a:lnTo>
                  <a:cubicBezTo>
                    <a:pt x="15478" y="161222"/>
                    <a:pt x="0" y="145744"/>
                    <a:pt x="0" y="126651"/>
                  </a:cubicBezTo>
                  <a:lnTo>
                    <a:pt x="0" y="34571"/>
                  </a:lnTo>
                  <a:cubicBezTo>
                    <a:pt x="0" y="15478"/>
                    <a:pt x="15478" y="0"/>
                    <a:pt x="34571" y="0"/>
                  </a:cubicBezTo>
                  <a:close/>
                </a:path>
              </a:pathLst>
            </a:custGeom>
            <a:solidFill>
              <a:srgbClr val="D9F6FA"/>
            </a:solidFill>
          </p:spPr>
          <p:txBody>
            <a:bodyPr/>
            <a:lstStyle/>
            <a:p>
              <a:pPr defTabSz="609630"/>
              <a:endParaRPr lang="en-US" sz="1200">
                <a:solidFill>
                  <a:prstClr val="black"/>
                </a:solidFill>
                <a:latin typeface="Calibri"/>
              </a:endParaRPr>
            </a:p>
          </p:txBody>
        </p:sp>
        <p:sp>
          <p:nvSpPr>
            <p:cNvPr id="130" name="TextBox 130"/>
            <p:cNvSpPr txBox="1"/>
            <p:nvPr/>
          </p:nvSpPr>
          <p:spPr>
            <a:xfrm>
              <a:off x="0" y="-47625"/>
              <a:ext cx="1474516" cy="208847"/>
            </a:xfrm>
            <a:prstGeom prst="rect">
              <a:avLst/>
            </a:prstGeom>
          </p:spPr>
          <p:txBody>
            <a:bodyPr lIns="33867" tIns="33867" rIns="33867" bIns="33867" rtlCol="0" anchor="ctr"/>
            <a:lstStyle/>
            <a:p>
              <a:pPr algn="ctr" defTabSz="609630">
                <a:lnSpc>
                  <a:spcPts val="1119"/>
                </a:lnSpc>
              </a:pPr>
              <a:endParaRPr sz="1200">
                <a:solidFill>
                  <a:prstClr val="black"/>
                </a:solidFill>
                <a:latin typeface="Calibri"/>
              </a:endParaRPr>
            </a:p>
          </p:txBody>
        </p:sp>
      </p:grpSp>
      <p:grpSp>
        <p:nvGrpSpPr>
          <p:cNvPr id="131" name="Group 131"/>
          <p:cNvGrpSpPr/>
          <p:nvPr/>
        </p:nvGrpSpPr>
        <p:grpSpPr>
          <a:xfrm>
            <a:off x="254368" y="5708642"/>
            <a:ext cx="3732369" cy="365337"/>
            <a:chOff x="0" y="0"/>
            <a:chExt cx="1474516" cy="144331"/>
          </a:xfrm>
        </p:grpSpPr>
        <p:sp>
          <p:nvSpPr>
            <p:cNvPr id="132" name="Freeform 132"/>
            <p:cNvSpPr/>
            <p:nvPr/>
          </p:nvSpPr>
          <p:spPr>
            <a:xfrm>
              <a:off x="0" y="0"/>
              <a:ext cx="1474516" cy="144331"/>
            </a:xfrm>
            <a:custGeom>
              <a:avLst/>
              <a:gdLst/>
              <a:ahLst/>
              <a:cxnLst/>
              <a:rect l="l" t="t" r="r" b="b"/>
              <a:pathLst>
                <a:path w="1474516" h="144331">
                  <a:moveTo>
                    <a:pt x="34571" y="0"/>
                  </a:moveTo>
                  <a:lnTo>
                    <a:pt x="1439945" y="0"/>
                  </a:lnTo>
                  <a:cubicBezTo>
                    <a:pt x="1459038" y="0"/>
                    <a:pt x="1474516" y="15478"/>
                    <a:pt x="1474516" y="34571"/>
                  </a:cubicBezTo>
                  <a:lnTo>
                    <a:pt x="1474516" y="109759"/>
                  </a:lnTo>
                  <a:cubicBezTo>
                    <a:pt x="1474516" y="128853"/>
                    <a:pt x="1459038" y="144331"/>
                    <a:pt x="1439945" y="144331"/>
                  </a:cubicBezTo>
                  <a:lnTo>
                    <a:pt x="34571" y="144331"/>
                  </a:lnTo>
                  <a:cubicBezTo>
                    <a:pt x="15478" y="144331"/>
                    <a:pt x="0" y="128853"/>
                    <a:pt x="0" y="109759"/>
                  </a:cubicBezTo>
                  <a:lnTo>
                    <a:pt x="0" y="34571"/>
                  </a:lnTo>
                  <a:cubicBezTo>
                    <a:pt x="0" y="15478"/>
                    <a:pt x="15478" y="0"/>
                    <a:pt x="34571" y="0"/>
                  </a:cubicBezTo>
                  <a:close/>
                </a:path>
              </a:pathLst>
            </a:custGeom>
            <a:solidFill>
              <a:srgbClr val="FAF8F2"/>
            </a:solidFill>
          </p:spPr>
          <p:txBody>
            <a:bodyPr/>
            <a:lstStyle/>
            <a:p>
              <a:pPr defTabSz="609630"/>
              <a:endParaRPr lang="en-US" sz="1200">
                <a:solidFill>
                  <a:prstClr val="black"/>
                </a:solidFill>
                <a:latin typeface="Calibri"/>
              </a:endParaRPr>
            </a:p>
          </p:txBody>
        </p:sp>
        <p:sp>
          <p:nvSpPr>
            <p:cNvPr id="133" name="TextBox 133"/>
            <p:cNvSpPr txBox="1"/>
            <p:nvPr/>
          </p:nvSpPr>
          <p:spPr>
            <a:xfrm>
              <a:off x="0" y="-47625"/>
              <a:ext cx="1474516" cy="191956"/>
            </a:xfrm>
            <a:prstGeom prst="rect">
              <a:avLst/>
            </a:prstGeom>
          </p:spPr>
          <p:txBody>
            <a:bodyPr lIns="33867" tIns="33867" rIns="33867" bIns="33867" rtlCol="0" anchor="ctr"/>
            <a:lstStyle/>
            <a:p>
              <a:pPr algn="ctr" defTabSz="609630">
                <a:lnSpc>
                  <a:spcPts val="1119"/>
                </a:lnSpc>
              </a:pPr>
              <a:endParaRPr sz="1200">
                <a:solidFill>
                  <a:prstClr val="black"/>
                </a:solidFill>
                <a:latin typeface="Calibri"/>
              </a:endParaRPr>
            </a:p>
          </p:txBody>
        </p:sp>
      </p:grpSp>
      <p:grpSp>
        <p:nvGrpSpPr>
          <p:cNvPr id="134" name="Group 134"/>
          <p:cNvGrpSpPr/>
          <p:nvPr/>
        </p:nvGrpSpPr>
        <p:grpSpPr>
          <a:xfrm>
            <a:off x="254368" y="6143828"/>
            <a:ext cx="3732369" cy="365337"/>
            <a:chOff x="0" y="0"/>
            <a:chExt cx="1474516" cy="144331"/>
          </a:xfrm>
        </p:grpSpPr>
        <p:sp>
          <p:nvSpPr>
            <p:cNvPr id="135" name="Freeform 135"/>
            <p:cNvSpPr/>
            <p:nvPr/>
          </p:nvSpPr>
          <p:spPr>
            <a:xfrm>
              <a:off x="0" y="0"/>
              <a:ext cx="1474516" cy="144331"/>
            </a:xfrm>
            <a:custGeom>
              <a:avLst/>
              <a:gdLst/>
              <a:ahLst/>
              <a:cxnLst/>
              <a:rect l="l" t="t" r="r" b="b"/>
              <a:pathLst>
                <a:path w="1474516" h="144331">
                  <a:moveTo>
                    <a:pt x="34571" y="0"/>
                  </a:moveTo>
                  <a:lnTo>
                    <a:pt x="1439945" y="0"/>
                  </a:lnTo>
                  <a:cubicBezTo>
                    <a:pt x="1459038" y="0"/>
                    <a:pt x="1474516" y="15478"/>
                    <a:pt x="1474516" y="34571"/>
                  </a:cubicBezTo>
                  <a:lnTo>
                    <a:pt x="1474516" y="109759"/>
                  </a:lnTo>
                  <a:cubicBezTo>
                    <a:pt x="1474516" y="128853"/>
                    <a:pt x="1459038" y="144331"/>
                    <a:pt x="1439945" y="144331"/>
                  </a:cubicBezTo>
                  <a:lnTo>
                    <a:pt x="34571" y="144331"/>
                  </a:lnTo>
                  <a:cubicBezTo>
                    <a:pt x="15478" y="144331"/>
                    <a:pt x="0" y="128853"/>
                    <a:pt x="0" y="109759"/>
                  </a:cubicBezTo>
                  <a:lnTo>
                    <a:pt x="0" y="34571"/>
                  </a:lnTo>
                  <a:cubicBezTo>
                    <a:pt x="0" y="15478"/>
                    <a:pt x="15478" y="0"/>
                    <a:pt x="34571" y="0"/>
                  </a:cubicBezTo>
                  <a:close/>
                </a:path>
              </a:pathLst>
            </a:custGeom>
            <a:solidFill>
              <a:srgbClr val="D9F6FA"/>
            </a:solidFill>
          </p:spPr>
          <p:txBody>
            <a:bodyPr/>
            <a:lstStyle/>
            <a:p>
              <a:pPr defTabSz="609630"/>
              <a:endParaRPr lang="en-US" sz="1200">
                <a:solidFill>
                  <a:prstClr val="black"/>
                </a:solidFill>
                <a:latin typeface="Calibri"/>
              </a:endParaRPr>
            </a:p>
          </p:txBody>
        </p:sp>
        <p:sp>
          <p:nvSpPr>
            <p:cNvPr id="136" name="TextBox 136"/>
            <p:cNvSpPr txBox="1"/>
            <p:nvPr/>
          </p:nvSpPr>
          <p:spPr>
            <a:xfrm>
              <a:off x="0" y="-47625"/>
              <a:ext cx="1474516" cy="191956"/>
            </a:xfrm>
            <a:prstGeom prst="rect">
              <a:avLst/>
            </a:prstGeom>
          </p:spPr>
          <p:txBody>
            <a:bodyPr lIns="33867" tIns="33867" rIns="33867" bIns="33867" rtlCol="0" anchor="ctr"/>
            <a:lstStyle/>
            <a:p>
              <a:pPr algn="ctr" defTabSz="609630">
                <a:lnSpc>
                  <a:spcPts val="1119"/>
                </a:lnSpc>
              </a:pPr>
              <a:endParaRPr sz="1200">
                <a:solidFill>
                  <a:prstClr val="black"/>
                </a:solidFill>
                <a:latin typeface="Calibri"/>
              </a:endParaRPr>
            </a:p>
          </p:txBody>
        </p:sp>
      </p:grpSp>
      <p:sp>
        <p:nvSpPr>
          <p:cNvPr id="137" name="TextBox 137"/>
          <p:cNvSpPr txBox="1"/>
          <p:nvPr/>
        </p:nvSpPr>
        <p:spPr>
          <a:xfrm>
            <a:off x="254367" y="3528263"/>
            <a:ext cx="2104044" cy="163891"/>
          </a:xfrm>
          <a:prstGeom prst="rect">
            <a:avLst/>
          </a:prstGeom>
        </p:spPr>
        <p:txBody>
          <a:bodyPr lIns="0" tIns="0" rIns="0" bIns="0" rtlCol="0" anchor="t">
            <a:spAutoFit/>
          </a:bodyPr>
          <a:lstStyle/>
          <a:p>
            <a:pPr algn="ctr" defTabSz="609630">
              <a:lnSpc>
                <a:spcPts val="1400"/>
              </a:lnSpc>
            </a:pPr>
            <a:r>
              <a:rPr lang="en-US" sz="1000" b="1" dirty="0">
                <a:solidFill>
                  <a:srgbClr val="002677"/>
                </a:solidFill>
                <a:latin typeface="Arial MT Pro Bold"/>
                <a:ea typeface="Arial MT Pro Bold"/>
                <a:cs typeface="Arial MT Pro Bold"/>
                <a:sym typeface="Arial MT Pro Bold"/>
              </a:rPr>
              <a:t>Accredited Facilities and Clinics</a:t>
            </a:r>
          </a:p>
        </p:txBody>
      </p:sp>
      <p:sp>
        <p:nvSpPr>
          <p:cNvPr id="138" name="TextBox 138"/>
          <p:cNvSpPr txBox="1"/>
          <p:nvPr/>
        </p:nvSpPr>
        <p:spPr>
          <a:xfrm>
            <a:off x="1211077" y="4044941"/>
            <a:ext cx="1400207" cy="294568"/>
          </a:xfrm>
          <a:prstGeom prst="rect">
            <a:avLst/>
          </a:prstGeom>
        </p:spPr>
        <p:txBody>
          <a:bodyPr lIns="0" tIns="0" rIns="0" bIns="0" rtlCol="0" anchor="t">
            <a:spAutoFit/>
          </a:bodyPr>
          <a:lstStyle/>
          <a:p>
            <a:pPr defTabSz="609630">
              <a:lnSpc>
                <a:spcPts val="1213"/>
              </a:lnSpc>
            </a:pPr>
            <a:r>
              <a:rPr lang="en-US" sz="866" b="1">
                <a:solidFill>
                  <a:srgbClr val="002677"/>
                </a:solidFill>
                <a:latin typeface="Arial MT Pro Bold"/>
                <a:ea typeface="Arial MT Pro Bold"/>
                <a:cs typeface="Arial MT Pro Bold"/>
                <a:sym typeface="Arial MT Pro Bold"/>
              </a:rPr>
              <a:t>MANIFOLD GENERAL HOSPITAL</a:t>
            </a:r>
          </a:p>
        </p:txBody>
      </p:sp>
      <p:sp>
        <p:nvSpPr>
          <p:cNvPr id="139" name="TextBox 139"/>
          <p:cNvSpPr txBox="1"/>
          <p:nvPr/>
        </p:nvSpPr>
        <p:spPr>
          <a:xfrm>
            <a:off x="2587849" y="4044941"/>
            <a:ext cx="1272816" cy="294568"/>
          </a:xfrm>
          <a:prstGeom prst="rect">
            <a:avLst/>
          </a:prstGeom>
        </p:spPr>
        <p:txBody>
          <a:bodyPr lIns="0" tIns="0" rIns="0" bIns="0" rtlCol="0" anchor="t">
            <a:spAutoFit/>
          </a:bodyPr>
          <a:lstStyle/>
          <a:p>
            <a:pPr defTabSz="609630">
              <a:lnSpc>
                <a:spcPts val="1213"/>
              </a:lnSpc>
            </a:pPr>
            <a:r>
              <a:rPr lang="en-US" sz="866" b="1">
                <a:solidFill>
                  <a:srgbClr val="002677"/>
                </a:solidFill>
                <a:latin typeface="Arial MT Pro Bold"/>
                <a:ea typeface="Arial MT Pro Bold"/>
                <a:cs typeface="Arial MT Pro Bold"/>
                <a:sym typeface="Arial MT Pro Bold"/>
              </a:rPr>
              <a:t>MIGHTY TEETH DENTAL CARE</a:t>
            </a:r>
          </a:p>
        </p:txBody>
      </p:sp>
      <p:sp>
        <p:nvSpPr>
          <p:cNvPr id="140" name="TextBox 140"/>
          <p:cNvSpPr txBox="1"/>
          <p:nvPr/>
        </p:nvSpPr>
        <p:spPr>
          <a:xfrm>
            <a:off x="1218977" y="4461078"/>
            <a:ext cx="885067" cy="129138"/>
          </a:xfrm>
          <a:prstGeom prst="rect">
            <a:avLst/>
          </a:prstGeom>
        </p:spPr>
        <p:txBody>
          <a:bodyPr lIns="0" tIns="0" rIns="0" bIns="0" rtlCol="0" anchor="t">
            <a:spAutoFit/>
          </a:bodyPr>
          <a:lstStyle/>
          <a:p>
            <a:pPr algn="ctr" defTabSz="609630">
              <a:lnSpc>
                <a:spcPts val="1120"/>
              </a:lnSpc>
            </a:pPr>
            <a:r>
              <a:rPr lang="en-US" sz="800">
                <a:solidFill>
                  <a:srgbClr val="4B4D4F"/>
                </a:solidFill>
                <a:latin typeface="Arial MT Pro"/>
                <a:ea typeface="Arial MT Pro"/>
                <a:cs typeface="Arial MT Pro"/>
                <a:sym typeface="Arial MT Pro"/>
              </a:rPr>
              <a:t>Tax ID: 620728634</a:t>
            </a:r>
          </a:p>
        </p:txBody>
      </p:sp>
      <p:sp>
        <p:nvSpPr>
          <p:cNvPr id="141" name="TextBox 141"/>
          <p:cNvSpPr txBox="1"/>
          <p:nvPr/>
        </p:nvSpPr>
        <p:spPr>
          <a:xfrm>
            <a:off x="2587850" y="4461078"/>
            <a:ext cx="885067" cy="129138"/>
          </a:xfrm>
          <a:prstGeom prst="rect">
            <a:avLst/>
          </a:prstGeom>
        </p:spPr>
        <p:txBody>
          <a:bodyPr lIns="0" tIns="0" rIns="0" bIns="0" rtlCol="0" anchor="t">
            <a:spAutoFit/>
          </a:bodyPr>
          <a:lstStyle/>
          <a:p>
            <a:pPr defTabSz="609630">
              <a:lnSpc>
                <a:spcPts val="1120"/>
              </a:lnSpc>
            </a:pPr>
            <a:r>
              <a:rPr lang="en-US" sz="800">
                <a:solidFill>
                  <a:srgbClr val="4B4D4F"/>
                </a:solidFill>
                <a:latin typeface="Arial MT Pro"/>
                <a:ea typeface="Arial MT Pro"/>
                <a:cs typeface="Arial MT Pro"/>
                <a:sym typeface="Arial MT Pro"/>
              </a:rPr>
              <a:t>Tax ID: 235093485</a:t>
            </a:r>
          </a:p>
        </p:txBody>
      </p:sp>
      <p:sp>
        <p:nvSpPr>
          <p:cNvPr id="142" name="TextBox 142"/>
          <p:cNvSpPr txBox="1"/>
          <p:nvPr/>
        </p:nvSpPr>
        <p:spPr>
          <a:xfrm>
            <a:off x="409627" y="4893090"/>
            <a:ext cx="393147" cy="129138"/>
          </a:xfrm>
          <a:prstGeom prst="rect">
            <a:avLst/>
          </a:prstGeom>
        </p:spPr>
        <p:txBody>
          <a:bodyPr lIns="0" tIns="0" rIns="0" bIns="0" rtlCol="0" anchor="t">
            <a:spAutoFit/>
          </a:bodyPr>
          <a:lstStyle/>
          <a:p>
            <a:pPr defTabSz="609630">
              <a:lnSpc>
                <a:spcPts val="1119"/>
              </a:lnSpc>
            </a:pPr>
            <a:r>
              <a:rPr lang="en-US" sz="800" b="1">
                <a:solidFill>
                  <a:srgbClr val="002677"/>
                </a:solidFill>
                <a:latin typeface="Arial MT Pro Bold"/>
                <a:ea typeface="Arial MT Pro Bold"/>
                <a:cs typeface="Arial MT Pro Bold"/>
                <a:sym typeface="Arial MT Pro Bold"/>
              </a:rPr>
              <a:t>Doctors</a:t>
            </a:r>
          </a:p>
        </p:txBody>
      </p:sp>
      <p:sp>
        <p:nvSpPr>
          <p:cNvPr id="143" name="TextBox 143"/>
          <p:cNvSpPr txBox="1"/>
          <p:nvPr/>
        </p:nvSpPr>
        <p:spPr>
          <a:xfrm>
            <a:off x="409627" y="5355158"/>
            <a:ext cx="416397" cy="129138"/>
          </a:xfrm>
          <a:prstGeom prst="rect">
            <a:avLst/>
          </a:prstGeom>
        </p:spPr>
        <p:txBody>
          <a:bodyPr lIns="0" tIns="0" rIns="0" bIns="0" rtlCol="0" anchor="t">
            <a:spAutoFit/>
          </a:bodyPr>
          <a:lstStyle/>
          <a:p>
            <a:pPr defTabSz="609630">
              <a:lnSpc>
                <a:spcPts val="1119"/>
              </a:lnSpc>
            </a:pPr>
            <a:r>
              <a:rPr lang="en-US" sz="800" b="1">
                <a:solidFill>
                  <a:srgbClr val="002677"/>
                </a:solidFill>
                <a:latin typeface="Arial MT Pro Bold"/>
                <a:ea typeface="Arial MT Pro Bold"/>
                <a:cs typeface="Arial MT Pro Bold"/>
                <a:sym typeface="Arial MT Pro Bold"/>
              </a:rPr>
              <a:t>Address</a:t>
            </a:r>
          </a:p>
        </p:txBody>
      </p:sp>
      <p:sp>
        <p:nvSpPr>
          <p:cNvPr id="144" name="TextBox 144"/>
          <p:cNvSpPr txBox="1"/>
          <p:nvPr/>
        </p:nvSpPr>
        <p:spPr>
          <a:xfrm>
            <a:off x="409627" y="5814298"/>
            <a:ext cx="1400207" cy="129138"/>
          </a:xfrm>
          <a:prstGeom prst="rect">
            <a:avLst/>
          </a:prstGeom>
        </p:spPr>
        <p:txBody>
          <a:bodyPr lIns="0" tIns="0" rIns="0" bIns="0" rtlCol="0" anchor="t">
            <a:spAutoFit/>
          </a:bodyPr>
          <a:lstStyle/>
          <a:p>
            <a:pPr defTabSz="609630">
              <a:lnSpc>
                <a:spcPts val="1119"/>
              </a:lnSpc>
            </a:pPr>
            <a:r>
              <a:rPr lang="en-US" sz="800" b="1">
                <a:solidFill>
                  <a:srgbClr val="002677"/>
                </a:solidFill>
                <a:latin typeface="Arial MT Pro Bold"/>
                <a:ea typeface="Arial MT Pro Bold"/>
                <a:cs typeface="Arial MT Pro Bold"/>
                <a:sym typeface="Arial MT Pro Bold"/>
              </a:rPr>
              <a:t>Contact No.</a:t>
            </a:r>
          </a:p>
        </p:txBody>
      </p:sp>
      <p:sp>
        <p:nvSpPr>
          <p:cNvPr id="145" name="TextBox 145"/>
          <p:cNvSpPr txBox="1"/>
          <p:nvPr/>
        </p:nvSpPr>
        <p:spPr>
          <a:xfrm>
            <a:off x="384654" y="6251778"/>
            <a:ext cx="612970" cy="129138"/>
          </a:xfrm>
          <a:prstGeom prst="rect">
            <a:avLst/>
          </a:prstGeom>
        </p:spPr>
        <p:txBody>
          <a:bodyPr lIns="0" tIns="0" rIns="0" bIns="0" rtlCol="0" anchor="t">
            <a:spAutoFit/>
          </a:bodyPr>
          <a:lstStyle/>
          <a:p>
            <a:pPr defTabSz="609630">
              <a:lnSpc>
                <a:spcPts val="1119"/>
              </a:lnSpc>
            </a:pPr>
            <a:r>
              <a:rPr lang="en-US" sz="800" b="1">
                <a:solidFill>
                  <a:srgbClr val="002677"/>
                </a:solidFill>
                <a:latin typeface="Arial MT Pro Bold"/>
                <a:ea typeface="Arial MT Pro Bold"/>
                <a:cs typeface="Arial MT Pro Bold"/>
                <a:sym typeface="Arial MT Pro Bold"/>
              </a:rPr>
              <a:t>Clinic Hours</a:t>
            </a:r>
          </a:p>
        </p:txBody>
      </p:sp>
      <p:sp>
        <p:nvSpPr>
          <p:cNvPr id="146" name="TextBox 146"/>
          <p:cNvSpPr txBox="1"/>
          <p:nvPr/>
        </p:nvSpPr>
        <p:spPr>
          <a:xfrm>
            <a:off x="1211076" y="4893090"/>
            <a:ext cx="763286" cy="129138"/>
          </a:xfrm>
          <a:prstGeom prst="rect">
            <a:avLst/>
          </a:prstGeom>
        </p:spPr>
        <p:txBody>
          <a:bodyPr lIns="0" tIns="0" rIns="0" bIns="0" rtlCol="0" anchor="t">
            <a:spAutoFit/>
          </a:bodyPr>
          <a:lstStyle/>
          <a:p>
            <a:pPr defTabSz="609630">
              <a:lnSpc>
                <a:spcPts val="1119"/>
              </a:lnSpc>
            </a:pPr>
            <a:r>
              <a:rPr lang="en-US" sz="800">
                <a:solidFill>
                  <a:srgbClr val="4B4D4F"/>
                </a:solidFill>
                <a:latin typeface="Arial MT Pro"/>
                <a:ea typeface="Arial MT Pro"/>
                <a:cs typeface="Arial MT Pro"/>
                <a:sym typeface="Arial MT Pro"/>
              </a:rPr>
              <a:t>Dr. Adam L. Nail</a:t>
            </a:r>
          </a:p>
        </p:txBody>
      </p:sp>
      <p:sp>
        <p:nvSpPr>
          <p:cNvPr id="147" name="TextBox 147"/>
          <p:cNvSpPr txBox="1"/>
          <p:nvPr/>
        </p:nvSpPr>
        <p:spPr>
          <a:xfrm>
            <a:off x="2587850" y="4893090"/>
            <a:ext cx="954087" cy="129138"/>
          </a:xfrm>
          <a:prstGeom prst="rect">
            <a:avLst/>
          </a:prstGeom>
        </p:spPr>
        <p:txBody>
          <a:bodyPr lIns="0" tIns="0" rIns="0" bIns="0" rtlCol="0" anchor="t">
            <a:spAutoFit/>
          </a:bodyPr>
          <a:lstStyle/>
          <a:p>
            <a:pPr algn="ctr" defTabSz="609630">
              <a:lnSpc>
                <a:spcPts val="1119"/>
              </a:lnSpc>
            </a:pPr>
            <a:r>
              <a:rPr lang="en-US" sz="800">
                <a:solidFill>
                  <a:srgbClr val="4B4D4F"/>
                </a:solidFill>
                <a:latin typeface="Arial MT Pro"/>
                <a:ea typeface="Arial MT Pro"/>
                <a:cs typeface="Arial MT Pro"/>
                <a:sym typeface="Arial MT Pro"/>
              </a:rPr>
              <a:t>Dr. Deena C. Pilgrim</a:t>
            </a:r>
          </a:p>
        </p:txBody>
      </p:sp>
      <p:sp>
        <p:nvSpPr>
          <p:cNvPr id="148" name="TextBox 148"/>
          <p:cNvSpPr txBox="1"/>
          <p:nvPr/>
        </p:nvSpPr>
        <p:spPr>
          <a:xfrm>
            <a:off x="1218977" y="5273455"/>
            <a:ext cx="1208787" cy="270202"/>
          </a:xfrm>
          <a:prstGeom prst="rect">
            <a:avLst/>
          </a:prstGeom>
        </p:spPr>
        <p:txBody>
          <a:bodyPr lIns="0" tIns="0" rIns="0" bIns="0" rtlCol="0" anchor="t">
            <a:spAutoFit/>
          </a:bodyPr>
          <a:lstStyle/>
          <a:p>
            <a:pPr defTabSz="609630">
              <a:lnSpc>
                <a:spcPts val="1119"/>
              </a:lnSpc>
            </a:pPr>
            <a:r>
              <a:rPr lang="en-US" sz="800">
                <a:solidFill>
                  <a:srgbClr val="4B4D4F"/>
                </a:solidFill>
                <a:latin typeface="Arial MT Pro"/>
                <a:ea typeface="Arial MT Pro"/>
                <a:cs typeface="Arial MT Pro"/>
                <a:sym typeface="Arial MT Pro"/>
              </a:rPr>
              <a:t>742 Highland Ave.</a:t>
            </a:r>
          </a:p>
          <a:p>
            <a:pPr defTabSz="609630">
              <a:lnSpc>
                <a:spcPts val="1119"/>
              </a:lnSpc>
            </a:pPr>
            <a:r>
              <a:rPr lang="en-US" sz="800">
                <a:solidFill>
                  <a:srgbClr val="4B4D4F"/>
                </a:solidFill>
                <a:latin typeface="Arial MT Pro"/>
                <a:ea typeface="Arial MT Pro"/>
                <a:cs typeface="Arial MT Pro"/>
                <a:sym typeface="Arial MT Pro"/>
              </a:rPr>
              <a:t>Manifold, California 92405</a:t>
            </a:r>
          </a:p>
        </p:txBody>
      </p:sp>
      <p:sp>
        <p:nvSpPr>
          <p:cNvPr id="149" name="TextBox 149"/>
          <p:cNvSpPr txBox="1"/>
          <p:nvPr/>
        </p:nvSpPr>
        <p:spPr>
          <a:xfrm>
            <a:off x="2587849" y="5273455"/>
            <a:ext cx="1208787" cy="270202"/>
          </a:xfrm>
          <a:prstGeom prst="rect">
            <a:avLst/>
          </a:prstGeom>
        </p:spPr>
        <p:txBody>
          <a:bodyPr lIns="0" tIns="0" rIns="0" bIns="0" rtlCol="0" anchor="t">
            <a:spAutoFit/>
          </a:bodyPr>
          <a:lstStyle/>
          <a:p>
            <a:pPr defTabSz="609630">
              <a:lnSpc>
                <a:spcPts val="1119"/>
              </a:lnSpc>
            </a:pPr>
            <a:r>
              <a:rPr lang="en-US" sz="800">
                <a:solidFill>
                  <a:srgbClr val="4B4D4F"/>
                </a:solidFill>
                <a:latin typeface="Arial MT Pro"/>
                <a:ea typeface="Arial MT Pro"/>
                <a:cs typeface="Arial MT Pro"/>
                <a:sym typeface="Arial MT Pro"/>
              </a:rPr>
              <a:t>4588 Midland Way</a:t>
            </a:r>
          </a:p>
          <a:p>
            <a:pPr defTabSz="609630">
              <a:lnSpc>
                <a:spcPts val="1119"/>
              </a:lnSpc>
            </a:pPr>
            <a:r>
              <a:rPr lang="en-US" sz="800">
                <a:solidFill>
                  <a:srgbClr val="4B4D4F"/>
                </a:solidFill>
                <a:latin typeface="Arial MT Pro"/>
                <a:ea typeface="Arial MT Pro"/>
                <a:cs typeface="Arial MT Pro"/>
                <a:sym typeface="Arial MT Pro"/>
              </a:rPr>
              <a:t>Manifold, California 92415</a:t>
            </a:r>
          </a:p>
        </p:txBody>
      </p:sp>
      <p:sp>
        <p:nvSpPr>
          <p:cNvPr id="150" name="TextBox 150"/>
          <p:cNvSpPr txBox="1"/>
          <p:nvPr/>
        </p:nvSpPr>
        <p:spPr>
          <a:xfrm>
            <a:off x="1211076" y="5803891"/>
            <a:ext cx="653618" cy="129138"/>
          </a:xfrm>
          <a:prstGeom prst="rect">
            <a:avLst/>
          </a:prstGeom>
        </p:spPr>
        <p:txBody>
          <a:bodyPr lIns="0" tIns="0" rIns="0" bIns="0" rtlCol="0" anchor="t">
            <a:spAutoFit/>
          </a:bodyPr>
          <a:lstStyle/>
          <a:p>
            <a:pPr algn="ctr" defTabSz="609630">
              <a:lnSpc>
                <a:spcPts val="1119"/>
              </a:lnSpc>
            </a:pPr>
            <a:r>
              <a:rPr lang="en-US" sz="800">
                <a:solidFill>
                  <a:srgbClr val="4B4D4F"/>
                </a:solidFill>
                <a:latin typeface="Arial MT Pro"/>
                <a:ea typeface="Arial MT Pro"/>
                <a:cs typeface="Arial MT Pro"/>
                <a:sym typeface="Arial MT Pro"/>
              </a:rPr>
              <a:t>(909) 881-732</a:t>
            </a:r>
          </a:p>
        </p:txBody>
      </p:sp>
      <p:sp>
        <p:nvSpPr>
          <p:cNvPr id="151" name="TextBox 151"/>
          <p:cNvSpPr txBox="1"/>
          <p:nvPr/>
        </p:nvSpPr>
        <p:spPr>
          <a:xfrm>
            <a:off x="2587850" y="5814298"/>
            <a:ext cx="653618" cy="129138"/>
          </a:xfrm>
          <a:prstGeom prst="rect">
            <a:avLst/>
          </a:prstGeom>
        </p:spPr>
        <p:txBody>
          <a:bodyPr lIns="0" tIns="0" rIns="0" bIns="0" rtlCol="0" anchor="t">
            <a:spAutoFit/>
          </a:bodyPr>
          <a:lstStyle/>
          <a:p>
            <a:pPr algn="ctr" defTabSz="609630">
              <a:lnSpc>
                <a:spcPts val="1119"/>
              </a:lnSpc>
            </a:pPr>
            <a:r>
              <a:rPr lang="en-US" sz="800">
                <a:solidFill>
                  <a:srgbClr val="4B4D4F"/>
                </a:solidFill>
                <a:latin typeface="Arial MT Pro"/>
                <a:ea typeface="Arial MT Pro"/>
                <a:cs typeface="Arial MT Pro"/>
                <a:sym typeface="Arial MT Pro"/>
              </a:rPr>
              <a:t>(909) 789-558</a:t>
            </a:r>
          </a:p>
        </p:txBody>
      </p:sp>
      <p:sp>
        <p:nvSpPr>
          <p:cNvPr id="152" name="TextBox 152"/>
          <p:cNvSpPr txBox="1"/>
          <p:nvPr/>
        </p:nvSpPr>
        <p:spPr>
          <a:xfrm>
            <a:off x="1218977" y="6251778"/>
            <a:ext cx="549478" cy="129138"/>
          </a:xfrm>
          <a:prstGeom prst="rect">
            <a:avLst/>
          </a:prstGeom>
        </p:spPr>
        <p:txBody>
          <a:bodyPr lIns="0" tIns="0" rIns="0" bIns="0" rtlCol="0" anchor="t">
            <a:spAutoFit/>
          </a:bodyPr>
          <a:lstStyle/>
          <a:p>
            <a:pPr algn="ctr" defTabSz="609630">
              <a:lnSpc>
                <a:spcPts val="1119"/>
              </a:lnSpc>
            </a:pPr>
            <a:r>
              <a:rPr lang="en-US" sz="800">
                <a:solidFill>
                  <a:srgbClr val="4B4D4F"/>
                </a:solidFill>
                <a:latin typeface="Arial MT Pro"/>
                <a:ea typeface="Arial MT Pro"/>
                <a:cs typeface="Arial MT Pro"/>
                <a:sym typeface="Arial MT Pro"/>
              </a:rPr>
              <a:t>8am to 7pm</a:t>
            </a:r>
          </a:p>
        </p:txBody>
      </p:sp>
      <p:sp>
        <p:nvSpPr>
          <p:cNvPr id="153" name="TextBox 153"/>
          <p:cNvSpPr txBox="1"/>
          <p:nvPr/>
        </p:nvSpPr>
        <p:spPr>
          <a:xfrm>
            <a:off x="2587850" y="6251778"/>
            <a:ext cx="549478" cy="129138"/>
          </a:xfrm>
          <a:prstGeom prst="rect">
            <a:avLst/>
          </a:prstGeom>
        </p:spPr>
        <p:txBody>
          <a:bodyPr lIns="0" tIns="0" rIns="0" bIns="0" rtlCol="0" anchor="t">
            <a:spAutoFit/>
          </a:bodyPr>
          <a:lstStyle/>
          <a:p>
            <a:pPr algn="ctr" defTabSz="609630">
              <a:lnSpc>
                <a:spcPts val="1119"/>
              </a:lnSpc>
            </a:pPr>
            <a:r>
              <a:rPr lang="en-US" sz="800">
                <a:solidFill>
                  <a:srgbClr val="4B4D4F"/>
                </a:solidFill>
                <a:latin typeface="Arial MT Pro"/>
                <a:ea typeface="Arial MT Pro"/>
                <a:cs typeface="Arial MT Pro"/>
                <a:sym typeface="Arial MT Pro"/>
              </a:rPr>
              <a:t>7am to 7pm</a:t>
            </a:r>
          </a:p>
        </p:txBody>
      </p:sp>
      <p:grpSp>
        <p:nvGrpSpPr>
          <p:cNvPr id="154" name="Group 154"/>
          <p:cNvGrpSpPr/>
          <p:nvPr/>
        </p:nvGrpSpPr>
        <p:grpSpPr>
          <a:xfrm>
            <a:off x="6627392" y="2929825"/>
            <a:ext cx="3150995" cy="179135"/>
            <a:chOff x="0" y="0"/>
            <a:chExt cx="1244838" cy="70769"/>
          </a:xfrm>
        </p:grpSpPr>
        <p:sp>
          <p:nvSpPr>
            <p:cNvPr id="155" name="Freeform 155"/>
            <p:cNvSpPr/>
            <p:nvPr/>
          </p:nvSpPr>
          <p:spPr>
            <a:xfrm>
              <a:off x="0" y="0"/>
              <a:ext cx="1244838" cy="70769"/>
            </a:xfrm>
            <a:custGeom>
              <a:avLst/>
              <a:gdLst/>
              <a:ahLst/>
              <a:cxnLst/>
              <a:rect l="l" t="t" r="r" b="b"/>
              <a:pathLst>
                <a:path w="1244838" h="70769">
                  <a:moveTo>
                    <a:pt x="29484" y="0"/>
                  </a:moveTo>
                  <a:lnTo>
                    <a:pt x="1215354" y="0"/>
                  </a:lnTo>
                  <a:cubicBezTo>
                    <a:pt x="1231637" y="0"/>
                    <a:pt x="1244838" y="13200"/>
                    <a:pt x="1244838" y="29484"/>
                  </a:cubicBezTo>
                  <a:lnTo>
                    <a:pt x="1244838" y="41285"/>
                  </a:lnTo>
                  <a:cubicBezTo>
                    <a:pt x="1244838" y="57569"/>
                    <a:pt x="1231637" y="70769"/>
                    <a:pt x="1215354" y="70769"/>
                  </a:cubicBezTo>
                  <a:lnTo>
                    <a:pt x="29484" y="70769"/>
                  </a:lnTo>
                  <a:cubicBezTo>
                    <a:pt x="13200" y="70769"/>
                    <a:pt x="0" y="57569"/>
                    <a:pt x="0" y="41285"/>
                  </a:cubicBezTo>
                  <a:lnTo>
                    <a:pt x="0" y="29484"/>
                  </a:lnTo>
                  <a:cubicBezTo>
                    <a:pt x="0" y="13200"/>
                    <a:pt x="13200" y="0"/>
                    <a:pt x="29484" y="0"/>
                  </a:cubicBezTo>
                  <a:close/>
                </a:path>
              </a:pathLst>
            </a:custGeom>
            <a:solidFill>
              <a:srgbClr val="FAF8F2"/>
            </a:solidFill>
          </p:spPr>
          <p:txBody>
            <a:bodyPr/>
            <a:lstStyle/>
            <a:p>
              <a:pPr defTabSz="609630"/>
              <a:endParaRPr lang="en-US" sz="1200">
                <a:solidFill>
                  <a:prstClr val="black"/>
                </a:solidFill>
                <a:latin typeface="Calibri"/>
              </a:endParaRPr>
            </a:p>
          </p:txBody>
        </p:sp>
        <p:sp>
          <p:nvSpPr>
            <p:cNvPr id="156" name="TextBox 156"/>
            <p:cNvSpPr txBox="1"/>
            <p:nvPr/>
          </p:nvSpPr>
          <p:spPr>
            <a:xfrm>
              <a:off x="0" y="-57150"/>
              <a:ext cx="1244838" cy="127919"/>
            </a:xfrm>
            <a:prstGeom prst="rect">
              <a:avLst/>
            </a:prstGeom>
          </p:spPr>
          <p:txBody>
            <a:bodyPr lIns="33867" tIns="33867" rIns="33867" bIns="33867" rtlCol="0" anchor="ctr"/>
            <a:lstStyle/>
            <a:p>
              <a:pPr algn="ctr" defTabSz="609630">
                <a:lnSpc>
                  <a:spcPts val="1307"/>
                </a:lnSpc>
              </a:pPr>
              <a:endParaRPr sz="1200">
                <a:solidFill>
                  <a:prstClr val="black"/>
                </a:solidFill>
                <a:latin typeface="Calibri"/>
              </a:endParaRPr>
            </a:p>
          </p:txBody>
        </p:sp>
      </p:grpSp>
      <p:sp>
        <p:nvSpPr>
          <p:cNvPr id="157" name="TextBox 157"/>
          <p:cNvSpPr txBox="1"/>
          <p:nvPr/>
        </p:nvSpPr>
        <p:spPr>
          <a:xfrm>
            <a:off x="4459720" y="2413912"/>
            <a:ext cx="355441" cy="318998"/>
          </a:xfrm>
          <a:prstGeom prst="rect">
            <a:avLst/>
          </a:prstGeom>
        </p:spPr>
        <p:txBody>
          <a:bodyPr lIns="0" tIns="0" rIns="0" bIns="0" rtlCol="0" anchor="t">
            <a:spAutoFit/>
          </a:bodyPr>
          <a:lstStyle/>
          <a:p>
            <a:pPr algn="ctr" defTabSz="609630">
              <a:lnSpc>
                <a:spcPts val="1307"/>
              </a:lnSpc>
            </a:pPr>
            <a:r>
              <a:rPr lang="en-US" sz="933" b="1">
                <a:solidFill>
                  <a:srgbClr val="002677"/>
                </a:solidFill>
                <a:latin typeface="Arial MT Pro Bold"/>
                <a:ea typeface="Arial MT Pro Bold"/>
                <a:cs typeface="Arial MT Pro Bold"/>
                <a:sym typeface="Arial MT Pro Bold"/>
              </a:rPr>
              <a:t>Month</a:t>
            </a:r>
          </a:p>
        </p:txBody>
      </p:sp>
      <p:sp>
        <p:nvSpPr>
          <p:cNvPr id="158" name="TextBox 158"/>
          <p:cNvSpPr txBox="1"/>
          <p:nvPr/>
        </p:nvSpPr>
        <p:spPr>
          <a:xfrm>
            <a:off x="5107731" y="2331362"/>
            <a:ext cx="897499" cy="318998"/>
          </a:xfrm>
          <a:prstGeom prst="rect">
            <a:avLst/>
          </a:prstGeom>
        </p:spPr>
        <p:txBody>
          <a:bodyPr lIns="0" tIns="0" rIns="0" bIns="0" rtlCol="0" anchor="t">
            <a:spAutoFit/>
          </a:bodyPr>
          <a:lstStyle/>
          <a:p>
            <a:pPr algn="ctr" defTabSz="609630">
              <a:lnSpc>
                <a:spcPts val="1307"/>
              </a:lnSpc>
            </a:pPr>
            <a:r>
              <a:rPr lang="en-US" sz="933" b="1">
                <a:solidFill>
                  <a:srgbClr val="002677"/>
                </a:solidFill>
                <a:latin typeface="Arial MT Pro Bold"/>
                <a:ea typeface="Arial MT Pro Bold"/>
                <a:cs typeface="Arial MT Pro Bold"/>
                <a:sym typeface="Arial MT Pro Bold"/>
              </a:rPr>
              <a:t>Premium Amount</a:t>
            </a:r>
          </a:p>
        </p:txBody>
      </p:sp>
      <p:sp>
        <p:nvSpPr>
          <p:cNvPr id="159" name="TextBox 159"/>
          <p:cNvSpPr txBox="1"/>
          <p:nvPr/>
        </p:nvSpPr>
        <p:spPr>
          <a:xfrm>
            <a:off x="6081429" y="2413912"/>
            <a:ext cx="362188" cy="152286"/>
          </a:xfrm>
          <a:prstGeom prst="rect">
            <a:avLst/>
          </a:prstGeom>
        </p:spPr>
        <p:txBody>
          <a:bodyPr lIns="0" tIns="0" rIns="0" bIns="0" rtlCol="0" anchor="t">
            <a:spAutoFit/>
          </a:bodyPr>
          <a:lstStyle/>
          <a:p>
            <a:pPr algn="ctr" defTabSz="609630">
              <a:lnSpc>
                <a:spcPts val="1307"/>
              </a:lnSpc>
            </a:pPr>
            <a:r>
              <a:rPr lang="en-US" sz="933" b="1">
                <a:solidFill>
                  <a:srgbClr val="002677"/>
                </a:solidFill>
                <a:latin typeface="Arial MT Pro Bold"/>
                <a:ea typeface="Arial MT Pro Bold"/>
                <a:cs typeface="Arial MT Pro Bold"/>
                <a:sym typeface="Arial MT Pro Bold"/>
              </a:rPr>
              <a:t>Status</a:t>
            </a:r>
          </a:p>
        </p:txBody>
      </p:sp>
      <p:sp>
        <p:nvSpPr>
          <p:cNvPr id="160" name="TextBox 160"/>
          <p:cNvSpPr txBox="1"/>
          <p:nvPr/>
        </p:nvSpPr>
        <p:spPr>
          <a:xfrm>
            <a:off x="8924886" y="2331362"/>
            <a:ext cx="970019" cy="318998"/>
          </a:xfrm>
          <a:prstGeom prst="rect">
            <a:avLst/>
          </a:prstGeom>
        </p:spPr>
        <p:txBody>
          <a:bodyPr lIns="0" tIns="0" rIns="0" bIns="0" rtlCol="0" anchor="t">
            <a:spAutoFit/>
          </a:bodyPr>
          <a:lstStyle/>
          <a:p>
            <a:pPr algn="ctr" defTabSz="609630">
              <a:lnSpc>
                <a:spcPts val="1307"/>
              </a:lnSpc>
            </a:pPr>
            <a:r>
              <a:rPr lang="en-US" sz="933" b="1">
                <a:solidFill>
                  <a:srgbClr val="002677"/>
                </a:solidFill>
                <a:latin typeface="Arial MT Pro Bold"/>
                <a:ea typeface="Arial MT Pro Bold"/>
                <a:cs typeface="Arial MT Pro Bold"/>
                <a:sym typeface="Arial MT Pro Bold"/>
              </a:rPr>
              <a:t>Outstanding Balance</a:t>
            </a:r>
          </a:p>
        </p:txBody>
      </p:sp>
      <p:sp>
        <p:nvSpPr>
          <p:cNvPr id="161" name="TextBox 161"/>
          <p:cNvSpPr txBox="1"/>
          <p:nvPr/>
        </p:nvSpPr>
        <p:spPr>
          <a:xfrm>
            <a:off x="4458053" y="2938310"/>
            <a:ext cx="579675" cy="152286"/>
          </a:xfrm>
          <a:prstGeom prst="rect">
            <a:avLst/>
          </a:prstGeom>
        </p:spPr>
        <p:txBody>
          <a:bodyPr lIns="0" tIns="0" rIns="0" bIns="0" rtlCol="0" anchor="t">
            <a:spAutoFit/>
          </a:bodyPr>
          <a:lstStyle/>
          <a:p>
            <a:pPr defTabSz="609630">
              <a:lnSpc>
                <a:spcPts val="1307"/>
              </a:lnSpc>
            </a:pPr>
            <a:r>
              <a:rPr lang="en-US" sz="933">
                <a:solidFill>
                  <a:srgbClr val="4B4D4F"/>
                </a:solidFill>
                <a:latin typeface="Arial MT Pro"/>
                <a:ea typeface="Arial MT Pro"/>
                <a:cs typeface="Arial MT Pro"/>
                <a:sym typeface="Arial MT Pro"/>
              </a:rPr>
              <a:t>September</a:t>
            </a:r>
          </a:p>
        </p:txBody>
      </p:sp>
      <p:sp>
        <p:nvSpPr>
          <p:cNvPr id="162" name="TextBox 162"/>
          <p:cNvSpPr txBox="1"/>
          <p:nvPr/>
        </p:nvSpPr>
        <p:spPr>
          <a:xfrm>
            <a:off x="5342287" y="2938310"/>
            <a:ext cx="428387" cy="152286"/>
          </a:xfrm>
          <a:prstGeom prst="rect">
            <a:avLst/>
          </a:prstGeom>
        </p:spPr>
        <p:txBody>
          <a:bodyPr lIns="0" tIns="0" rIns="0" bIns="0" rtlCol="0" anchor="t">
            <a:spAutoFit/>
          </a:bodyPr>
          <a:lstStyle/>
          <a:p>
            <a:pPr defTabSz="609630">
              <a:lnSpc>
                <a:spcPts val="1307"/>
              </a:lnSpc>
            </a:pPr>
            <a:r>
              <a:rPr lang="en-US" sz="933">
                <a:solidFill>
                  <a:srgbClr val="4B4D4F"/>
                </a:solidFill>
                <a:latin typeface="Arial MT Pro"/>
                <a:ea typeface="Arial MT Pro"/>
                <a:cs typeface="Arial MT Pro"/>
                <a:sym typeface="Arial MT Pro"/>
              </a:rPr>
              <a:t>$280.00</a:t>
            </a:r>
          </a:p>
        </p:txBody>
      </p:sp>
      <p:sp>
        <p:nvSpPr>
          <p:cNvPr id="163" name="TextBox 163"/>
          <p:cNvSpPr txBox="1"/>
          <p:nvPr/>
        </p:nvSpPr>
        <p:spPr>
          <a:xfrm>
            <a:off x="6143938" y="2924275"/>
            <a:ext cx="237173" cy="152286"/>
          </a:xfrm>
          <a:prstGeom prst="rect">
            <a:avLst/>
          </a:prstGeom>
        </p:spPr>
        <p:txBody>
          <a:bodyPr lIns="0" tIns="0" rIns="0" bIns="0" rtlCol="0" anchor="t">
            <a:spAutoFit/>
          </a:bodyPr>
          <a:lstStyle/>
          <a:p>
            <a:pPr algn="ctr" defTabSz="609630">
              <a:lnSpc>
                <a:spcPts val="1307"/>
              </a:lnSpc>
            </a:pPr>
            <a:r>
              <a:rPr lang="en-US" sz="933">
                <a:solidFill>
                  <a:srgbClr val="4B4D4F"/>
                </a:solidFill>
                <a:latin typeface="Arial MT Pro"/>
                <a:ea typeface="Arial MT Pro"/>
                <a:cs typeface="Arial MT Pro"/>
                <a:sym typeface="Arial MT Pro"/>
              </a:rPr>
              <a:t>Paid</a:t>
            </a:r>
          </a:p>
        </p:txBody>
      </p:sp>
      <p:sp>
        <p:nvSpPr>
          <p:cNvPr id="164" name="TextBox 164"/>
          <p:cNvSpPr txBox="1"/>
          <p:nvPr/>
        </p:nvSpPr>
        <p:spPr>
          <a:xfrm>
            <a:off x="9209300" y="2929466"/>
            <a:ext cx="428387" cy="152286"/>
          </a:xfrm>
          <a:prstGeom prst="rect">
            <a:avLst/>
          </a:prstGeom>
        </p:spPr>
        <p:txBody>
          <a:bodyPr lIns="0" tIns="0" rIns="0" bIns="0" rtlCol="0" anchor="t">
            <a:spAutoFit/>
          </a:bodyPr>
          <a:lstStyle/>
          <a:p>
            <a:pPr defTabSz="609630">
              <a:lnSpc>
                <a:spcPts val="1307"/>
              </a:lnSpc>
            </a:pPr>
            <a:r>
              <a:rPr lang="en-US" sz="933" b="1">
                <a:solidFill>
                  <a:srgbClr val="933C21"/>
                </a:solidFill>
                <a:latin typeface="Arial MT Pro Bold"/>
                <a:ea typeface="Arial MT Pro Bold"/>
                <a:cs typeface="Arial MT Pro Bold"/>
                <a:sym typeface="Arial MT Pro Bold"/>
              </a:rPr>
              <a:t>$150.00</a:t>
            </a:r>
          </a:p>
        </p:txBody>
      </p:sp>
      <p:grpSp>
        <p:nvGrpSpPr>
          <p:cNvPr id="165" name="Group 165"/>
          <p:cNvGrpSpPr/>
          <p:nvPr/>
        </p:nvGrpSpPr>
        <p:grpSpPr>
          <a:xfrm>
            <a:off x="4342386" y="3132552"/>
            <a:ext cx="5441980" cy="187117"/>
            <a:chOff x="0" y="0"/>
            <a:chExt cx="2149918" cy="73923"/>
          </a:xfrm>
        </p:grpSpPr>
        <p:sp>
          <p:nvSpPr>
            <p:cNvPr id="166" name="Freeform 166"/>
            <p:cNvSpPr/>
            <p:nvPr/>
          </p:nvSpPr>
          <p:spPr>
            <a:xfrm>
              <a:off x="0" y="0"/>
              <a:ext cx="2149918" cy="73923"/>
            </a:xfrm>
            <a:custGeom>
              <a:avLst/>
              <a:gdLst/>
              <a:ahLst/>
              <a:cxnLst/>
              <a:rect l="l" t="t" r="r" b="b"/>
              <a:pathLst>
                <a:path w="2149918" h="73923">
                  <a:moveTo>
                    <a:pt x="17072" y="0"/>
                  </a:moveTo>
                  <a:lnTo>
                    <a:pt x="2132847" y="0"/>
                  </a:lnTo>
                  <a:cubicBezTo>
                    <a:pt x="2137374" y="0"/>
                    <a:pt x="2141717" y="1799"/>
                    <a:pt x="2144918" y="5000"/>
                  </a:cubicBezTo>
                  <a:cubicBezTo>
                    <a:pt x="2148120" y="8202"/>
                    <a:pt x="2149918" y="12544"/>
                    <a:pt x="2149918" y="17072"/>
                  </a:cubicBezTo>
                  <a:lnTo>
                    <a:pt x="2149918" y="56851"/>
                  </a:lnTo>
                  <a:cubicBezTo>
                    <a:pt x="2149918" y="66280"/>
                    <a:pt x="2142275" y="73923"/>
                    <a:pt x="2132847" y="73923"/>
                  </a:cubicBezTo>
                  <a:lnTo>
                    <a:pt x="17072" y="73923"/>
                  </a:lnTo>
                  <a:cubicBezTo>
                    <a:pt x="12544" y="73923"/>
                    <a:pt x="8202" y="72124"/>
                    <a:pt x="5000" y="68923"/>
                  </a:cubicBezTo>
                  <a:cubicBezTo>
                    <a:pt x="1799" y="65721"/>
                    <a:pt x="0" y="61379"/>
                    <a:pt x="0" y="56851"/>
                  </a:cubicBezTo>
                  <a:lnTo>
                    <a:pt x="0" y="17072"/>
                  </a:lnTo>
                  <a:cubicBezTo>
                    <a:pt x="0" y="12544"/>
                    <a:pt x="1799" y="8202"/>
                    <a:pt x="5000" y="5000"/>
                  </a:cubicBezTo>
                  <a:cubicBezTo>
                    <a:pt x="8202" y="1799"/>
                    <a:pt x="12544" y="0"/>
                    <a:pt x="17072" y="0"/>
                  </a:cubicBezTo>
                  <a:close/>
                </a:path>
              </a:pathLst>
            </a:custGeom>
            <a:solidFill>
              <a:srgbClr val="FAF8F2"/>
            </a:solidFill>
          </p:spPr>
          <p:txBody>
            <a:bodyPr/>
            <a:lstStyle/>
            <a:p>
              <a:pPr defTabSz="609630"/>
              <a:endParaRPr lang="en-US" sz="1200">
                <a:solidFill>
                  <a:prstClr val="black"/>
                </a:solidFill>
                <a:latin typeface="Calibri"/>
              </a:endParaRPr>
            </a:p>
          </p:txBody>
        </p:sp>
        <p:sp>
          <p:nvSpPr>
            <p:cNvPr id="167" name="TextBox 167"/>
            <p:cNvSpPr txBox="1"/>
            <p:nvPr/>
          </p:nvSpPr>
          <p:spPr>
            <a:xfrm>
              <a:off x="0" y="-57150"/>
              <a:ext cx="2149918" cy="131073"/>
            </a:xfrm>
            <a:prstGeom prst="rect">
              <a:avLst/>
            </a:prstGeom>
          </p:spPr>
          <p:txBody>
            <a:bodyPr lIns="33867" tIns="33867" rIns="33867" bIns="33867" rtlCol="0" anchor="ctr"/>
            <a:lstStyle/>
            <a:p>
              <a:pPr algn="ctr" defTabSz="609630">
                <a:lnSpc>
                  <a:spcPts val="1307"/>
                </a:lnSpc>
              </a:pPr>
              <a:endParaRPr sz="1200">
                <a:solidFill>
                  <a:prstClr val="black"/>
                </a:solidFill>
                <a:latin typeface="Calibri"/>
              </a:endParaRPr>
            </a:p>
          </p:txBody>
        </p:sp>
      </p:grpSp>
      <p:sp>
        <p:nvSpPr>
          <p:cNvPr id="168" name="TextBox 168"/>
          <p:cNvSpPr txBox="1"/>
          <p:nvPr/>
        </p:nvSpPr>
        <p:spPr>
          <a:xfrm>
            <a:off x="4458052" y="3130080"/>
            <a:ext cx="421640" cy="152286"/>
          </a:xfrm>
          <a:prstGeom prst="rect">
            <a:avLst/>
          </a:prstGeom>
        </p:spPr>
        <p:txBody>
          <a:bodyPr lIns="0" tIns="0" rIns="0" bIns="0" rtlCol="0" anchor="t">
            <a:spAutoFit/>
          </a:bodyPr>
          <a:lstStyle/>
          <a:p>
            <a:pPr defTabSz="609630">
              <a:lnSpc>
                <a:spcPts val="1307"/>
              </a:lnSpc>
            </a:pPr>
            <a:r>
              <a:rPr lang="en-US" sz="933">
                <a:solidFill>
                  <a:srgbClr val="4B4D4F"/>
                </a:solidFill>
                <a:latin typeface="Arial MT Pro"/>
                <a:ea typeface="Arial MT Pro"/>
                <a:cs typeface="Arial MT Pro"/>
                <a:sym typeface="Arial MT Pro"/>
              </a:rPr>
              <a:t>October</a:t>
            </a:r>
          </a:p>
        </p:txBody>
      </p:sp>
      <p:sp>
        <p:nvSpPr>
          <p:cNvPr id="169" name="TextBox 169"/>
          <p:cNvSpPr txBox="1"/>
          <p:nvPr/>
        </p:nvSpPr>
        <p:spPr>
          <a:xfrm>
            <a:off x="5342287" y="3140175"/>
            <a:ext cx="428387" cy="152286"/>
          </a:xfrm>
          <a:prstGeom prst="rect">
            <a:avLst/>
          </a:prstGeom>
        </p:spPr>
        <p:txBody>
          <a:bodyPr lIns="0" tIns="0" rIns="0" bIns="0" rtlCol="0" anchor="t">
            <a:spAutoFit/>
          </a:bodyPr>
          <a:lstStyle/>
          <a:p>
            <a:pPr algn="ctr" defTabSz="609630">
              <a:lnSpc>
                <a:spcPts val="1307"/>
              </a:lnSpc>
            </a:pPr>
            <a:r>
              <a:rPr lang="en-US" sz="933">
                <a:solidFill>
                  <a:srgbClr val="4B4D4F"/>
                </a:solidFill>
                <a:latin typeface="Arial MT Pro"/>
                <a:ea typeface="Arial MT Pro"/>
                <a:cs typeface="Arial MT Pro"/>
                <a:sym typeface="Arial MT Pro"/>
              </a:rPr>
              <a:t>$280.00</a:t>
            </a:r>
          </a:p>
        </p:txBody>
      </p:sp>
      <p:sp>
        <p:nvSpPr>
          <p:cNvPr id="170" name="TextBox 170"/>
          <p:cNvSpPr txBox="1"/>
          <p:nvPr/>
        </p:nvSpPr>
        <p:spPr>
          <a:xfrm>
            <a:off x="9209300" y="3117313"/>
            <a:ext cx="428387" cy="152286"/>
          </a:xfrm>
          <a:prstGeom prst="rect">
            <a:avLst/>
          </a:prstGeom>
        </p:spPr>
        <p:txBody>
          <a:bodyPr lIns="0" tIns="0" rIns="0" bIns="0" rtlCol="0" anchor="t">
            <a:spAutoFit/>
          </a:bodyPr>
          <a:lstStyle/>
          <a:p>
            <a:pPr defTabSz="609630">
              <a:lnSpc>
                <a:spcPts val="1307"/>
              </a:lnSpc>
            </a:pPr>
            <a:r>
              <a:rPr lang="en-US" sz="933" b="1">
                <a:solidFill>
                  <a:srgbClr val="933C21"/>
                </a:solidFill>
                <a:latin typeface="Arial MT Pro Bold"/>
                <a:ea typeface="Arial MT Pro Bold"/>
                <a:cs typeface="Arial MT Pro Bold"/>
                <a:sym typeface="Arial MT Pro Bold"/>
              </a:rPr>
              <a:t>$430.00</a:t>
            </a:r>
          </a:p>
        </p:txBody>
      </p:sp>
      <p:sp>
        <p:nvSpPr>
          <p:cNvPr id="171" name="TextBox 171"/>
          <p:cNvSpPr txBox="1"/>
          <p:nvPr/>
        </p:nvSpPr>
        <p:spPr>
          <a:xfrm>
            <a:off x="6976298" y="2413912"/>
            <a:ext cx="941625" cy="318998"/>
          </a:xfrm>
          <a:prstGeom prst="rect">
            <a:avLst/>
          </a:prstGeom>
        </p:spPr>
        <p:txBody>
          <a:bodyPr lIns="0" tIns="0" rIns="0" bIns="0" rtlCol="0" anchor="t">
            <a:spAutoFit/>
          </a:bodyPr>
          <a:lstStyle/>
          <a:p>
            <a:pPr algn="ctr" defTabSz="609630">
              <a:lnSpc>
                <a:spcPts val="1307"/>
              </a:lnSpc>
            </a:pPr>
            <a:r>
              <a:rPr lang="en-US" sz="933" b="1">
                <a:solidFill>
                  <a:srgbClr val="002677"/>
                </a:solidFill>
                <a:latin typeface="Arial MT Pro Bold"/>
                <a:ea typeface="Arial MT Pro Bold"/>
                <a:cs typeface="Arial MT Pro Bold"/>
                <a:sym typeface="Arial MT Pro Bold"/>
              </a:rPr>
              <a:t>Top-up Premium</a:t>
            </a:r>
          </a:p>
        </p:txBody>
      </p:sp>
      <p:sp>
        <p:nvSpPr>
          <p:cNvPr id="172" name="TextBox 172"/>
          <p:cNvSpPr txBox="1"/>
          <p:nvPr/>
        </p:nvSpPr>
        <p:spPr>
          <a:xfrm>
            <a:off x="6798328" y="2924275"/>
            <a:ext cx="1350407" cy="152286"/>
          </a:xfrm>
          <a:prstGeom prst="rect">
            <a:avLst/>
          </a:prstGeom>
        </p:spPr>
        <p:txBody>
          <a:bodyPr lIns="0" tIns="0" rIns="0" bIns="0" rtlCol="0" anchor="t">
            <a:spAutoFit/>
          </a:bodyPr>
          <a:lstStyle/>
          <a:p>
            <a:pPr algn="ctr" defTabSz="609630">
              <a:lnSpc>
                <a:spcPts val="1307"/>
              </a:lnSpc>
            </a:pPr>
            <a:r>
              <a:rPr lang="en-US" sz="933">
                <a:solidFill>
                  <a:srgbClr val="4B4D4F"/>
                </a:solidFill>
                <a:latin typeface="Arial MT Pro"/>
                <a:ea typeface="Arial MT Pro"/>
                <a:cs typeface="Arial MT Pro"/>
                <a:sym typeface="Arial MT Pro"/>
              </a:rPr>
              <a:t>$150.00 (Dental &amp; Vision)</a:t>
            </a:r>
          </a:p>
        </p:txBody>
      </p:sp>
      <p:sp>
        <p:nvSpPr>
          <p:cNvPr id="173" name="TextBox 173"/>
          <p:cNvSpPr txBox="1"/>
          <p:nvPr/>
        </p:nvSpPr>
        <p:spPr>
          <a:xfrm>
            <a:off x="6797622" y="3140175"/>
            <a:ext cx="1350407" cy="152286"/>
          </a:xfrm>
          <a:prstGeom prst="rect">
            <a:avLst/>
          </a:prstGeom>
        </p:spPr>
        <p:txBody>
          <a:bodyPr lIns="0" tIns="0" rIns="0" bIns="0" rtlCol="0" anchor="t">
            <a:spAutoFit/>
          </a:bodyPr>
          <a:lstStyle/>
          <a:p>
            <a:pPr algn="ctr" defTabSz="609630">
              <a:lnSpc>
                <a:spcPts val="1307"/>
              </a:lnSpc>
            </a:pPr>
            <a:r>
              <a:rPr lang="en-US" sz="933">
                <a:solidFill>
                  <a:srgbClr val="4B4D4F"/>
                </a:solidFill>
                <a:latin typeface="Arial MT Pro"/>
                <a:ea typeface="Arial MT Pro"/>
                <a:cs typeface="Arial MT Pro"/>
                <a:sym typeface="Arial MT Pro"/>
              </a:rPr>
              <a:t>$150.00 (Dental &amp; Vision)</a:t>
            </a:r>
          </a:p>
        </p:txBody>
      </p:sp>
      <p:sp>
        <p:nvSpPr>
          <p:cNvPr id="174" name="TextBox 174"/>
          <p:cNvSpPr txBox="1"/>
          <p:nvPr/>
        </p:nvSpPr>
        <p:spPr>
          <a:xfrm>
            <a:off x="8492349" y="2400009"/>
            <a:ext cx="362188" cy="152286"/>
          </a:xfrm>
          <a:prstGeom prst="rect">
            <a:avLst/>
          </a:prstGeom>
        </p:spPr>
        <p:txBody>
          <a:bodyPr lIns="0" tIns="0" rIns="0" bIns="0" rtlCol="0" anchor="t">
            <a:spAutoFit/>
          </a:bodyPr>
          <a:lstStyle/>
          <a:p>
            <a:pPr algn="ctr" defTabSz="609630">
              <a:lnSpc>
                <a:spcPts val="1307"/>
              </a:lnSpc>
            </a:pPr>
            <a:r>
              <a:rPr lang="en-US" sz="933" b="1">
                <a:solidFill>
                  <a:srgbClr val="002677"/>
                </a:solidFill>
                <a:latin typeface="Arial MT Pro Bold"/>
                <a:ea typeface="Arial MT Pro Bold"/>
                <a:cs typeface="Arial MT Pro Bold"/>
                <a:sym typeface="Arial MT Pro Bold"/>
              </a:rPr>
              <a:t>Status</a:t>
            </a:r>
          </a:p>
        </p:txBody>
      </p:sp>
      <p:sp>
        <p:nvSpPr>
          <p:cNvPr id="175" name="TextBox 175"/>
          <p:cNvSpPr txBox="1"/>
          <p:nvPr/>
        </p:nvSpPr>
        <p:spPr>
          <a:xfrm>
            <a:off x="8472585" y="2929466"/>
            <a:ext cx="477272" cy="152286"/>
          </a:xfrm>
          <a:prstGeom prst="rect">
            <a:avLst/>
          </a:prstGeom>
        </p:spPr>
        <p:txBody>
          <a:bodyPr wrap="square" lIns="0" tIns="0" rIns="0" bIns="0" rtlCol="0" anchor="t">
            <a:spAutoFit/>
          </a:bodyPr>
          <a:lstStyle/>
          <a:p>
            <a:pPr algn="ctr" defTabSz="609630">
              <a:lnSpc>
                <a:spcPts val="1307"/>
              </a:lnSpc>
            </a:pPr>
            <a:r>
              <a:rPr lang="en-US" sz="933" b="1" dirty="0">
                <a:solidFill>
                  <a:srgbClr val="933C21"/>
                </a:solidFill>
                <a:latin typeface="Arial MT Pro Bold"/>
                <a:ea typeface="Arial MT Pro Bold"/>
                <a:cs typeface="Arial MT Pro Bold"/>
                <a:sym typeface="Arial MT Pro Bold"/>
              </a:rPr>
              <a:t>Unpaid</a:t>
            </a:r>
          </a:p>
        </p:txBody>
      </p:sp>
      <p:sp>
        <p:nvSpPr>
          <p:cNvPr id="176" name="TextBox 176"/>
          <p:cNvSpPr txBox="1"/>
          <p:nvPr/>
        </p:nvSpPr>
        <p:spPr>
          <a:xfrm>
            <a:off x="8472585" y="3130080"/>
            <a:ext cx="500923" cy="152286"/>
          </a:xfrm>
          <a:prstGeom prst="rect">
            <a:avLst/>
          </a:prstGeom>
        </p:spPr>
        <p:txBody>
          <a:bodyPr wrap="square" lIns="0" tIns="0" rIns="0" bIns="0" rtlCol="0" anchor="t">
            <a:spAutoFit/>
          </a:bodyPr>
          <a:lstStyle/>
          <a:p>
            <a:pPr algn="ctr" defTabSz="609630">
              <a:lnSpc>
                <a:spcPts val="1307"/>
              </a:lnSpc>
            </a:pPr>
            <a:r>
              <a:rPr lang="en-US" sz="933" b="1" dirty="0">
                <a:solidFill>
                  <a:srgbClr val="933C21"/>
                </a:solidFill>
                <a:latin typeface="Arial MT Pro Bold"/>
                <a:ea typeface="Arial MT Pro Bold"/>
                <a:cs typeface="Arial MT Pro Bold"/>
                <a:sym typeface="Arial MT Pro Bold"/>
              </a:rPr>
              <a:t>Unpaid</a:t>
            </a:r>
          </a:p>
        </p:txBody>
      </p:sp>
      <p:sp>
        <p:nvSpPr>
          <p:cNvPr id="177" name="TextBox 177"/>
          <p:cNvSpPr txBox="1"/>
          <p:nvPr/>
        </p:nvSpPr>
        <p:spPr>
          <a:xfrm>
            <a:off x="6083290" y="3140175"/>
            <a:ext cx="582734" cy="152286"/>
          </a:xfrm>
          <a:prstGeom prst="rect">
            <a:avLst/>
          </a:prstGeom>
        </p:spPr>
        <p:txBody>
          <a:bodyPr wrap="square" lIns="0" tIns="0" rIns="0" bIns="0" rtlCol="0" anchor="t">
            <a:spAutoFit/>
          </a:bodyPr>
          <a:lstStyle/>
          <a:p>
            <a:pPr algn="ctr" defTabSz="609630">
              <a:lnSpc>
                <a:spcPts val="1307"/>
              </a:lnSpc>
            </a:pPr>
            <a:r>
              <a:rPr lang="en-US" sz="933" b="1" dirty="0">
                <a:solidFill>
                  <a:srgbClr val="933C21"/>
                </a:solidFill>
                <a:latin typeface="Arial MT Pro Bold"/>
                <a:ea typeface="Arial MT Pro Bold"/>
                <a:cs typeface="Arial MT Pro Bold"/>
                <a:sym typeface="Arial MT Pro Bold"/>
              </a:rPr>
              <a:t>Unpaid</a:t>
            </a:r>
          </a:p>
        </p:txBody>
      </p:sp>
      <p:sp>
        <p:nvSpPr>
          <p:cNvPr id="178" name="TextBox 178"/>
          <p:cNvSpPr txBox="1"/>
          <p:nvPr/>
        </p:nvSpPr>
        <p:spPr>
          <a:xfrm>
            <a:off x="4460439" y="2713455"/>
            <a:ext cx="496967" cy="152286"/>
          </a:xfrm>
          <a:prstGeom prst="rect">
            <a:avLst/>
          </a:prstGeom>
        </p:spPr>
        <p:txBody>
          <a:bodyPr lIns="0" tIns="0" rIns="0" bIns="0" rtlCol="0" anchor="t">
            <a:spAutoFit/>
          </a:bodyPr>
          <a:lstStyle/>
          <a:p>
            <a:pPr defTabSz="609630">
              <a:lnSpc>
                <a:spcPts val="1307"/>
              </a:lnSpc>
            </a:pPr>
            <a:r>
              <a:rPr lang="en-US" sz="933">
                <a:solidFill>
                  <a:srgbClr val="4B4D4F"/>
                </a:solidFill>
                <a:latin typeface="Arial MT Pro"/>
                <a:ea typeface="Arial MT Pro"/>
                <a:cs typeface="Arial MT Pro"/>
                <a:sym typeface="Arial MT Pro"/>
              </a:rPr>
              <a:t>August</a:t>
            </a:r>
          </a:p>
        </p:txBody>
      </p:sp>
      <p:sp>
        <p:nvSpPr>
          <p:cNvPr id="179" name="TextBox 179"/>
          <p:cNvSpPr txBox="1"/>
          <p:nvPr/>
        </p:nvSpPr>
        <p:spPr>
          <a:xfrm>
            <a:off x="5342287" y="2713455"/>
            <a:ext cx="428387" cy="152286"/>
          </a:xfrm>
          <a:prstGeom prst="rect">
            <a:avLst/>
          </a:prstGeom>
        </p:spPr>
        <p:txBody>
          <a:bodyPr lIns="0" tIns="0" rIns="0" bIns="0" rtlCol="0" anchor="t">
            <a:spAutoFit/>
          </a:bodyPr>
          <a:lstStyle/>
          <a:p>
            <a:pPr defTabSz="609630">
              <a:lnSpc>
                <a:spcPts val="1307"/>
              </a:lnSpc>
            </a:pPr>
            <a:r>
              <a:rPr lang="en-US" sz="933">
                <a:solidFill>
                  <a:srgbClr val="4B4D4F"/>
                </a:solidFill>
                <a:latin typeface="Arial MT Pro"/>
                <a:ea typeface="Arial MT Pro"/>
                <a:cs typeface="Arial MT Pro"/>
                <a:sym typeface="Arial MT Pro"/>
              </a:rPr>
              <a:t>$280.00</a:t>
            </a:r>
          </a:p>
        </p:txBody>
      </p:sp>
      <p:sp>
        <p:nvSpPr>
          <p:cNvPr id="180" name="TextBox 180"/>
          <p:cNvSpPr txBox="1"/>
          <p:nvPr/>
        </p:nvSpPr>
        <p:spPr>
          <a:xfrm>
            <a:off x="6143938" y="2699421"/>
            <a:ext cx="237173" cy="152286"/>
          </a:xfrm>
          <a:prstGeom prst="rect">
            <a:avLst/>
          </a:prstGeom>
        </p:spPr>
        <p:txBody>
          <a:bodyPr lIns="0" tIns="0" rIns="0" bIns="0" rtlCol="0" anchor="t">
            <a:spAutoFit/>
          </a:bodyPr>
          <a:lstStyle/>
          <a:p>
            <a:pPr algn="ctr" defTabSz="609630">
              <a:lnSpc>
                <a:spcPts val="1307"/>
              </a:lnSpc>
            </a:pPr>
            <a:r>
              <a:rPr lang="en-US" sz="933">
                <a:solidFill>
                  <a:srgbClr val="4B4D4F"/>
                </a:solidFill>
                <a:latin typeface="Arial MT Pro"/>
                <a:ea typeface="Arial MT Pro"/>
                <a:cs typeface="Arial MT Pro"/>
                <a:sym typeface="Arial MT Pro"/>
              </a:rPr>
              <a:t>Paid</a:t>
            </a:r>
          </a:p>
        </p:txBody>
      </p:sp>
      <p:sp>
        <p:nvSpPr>
          <p:cNvPr id="181" name="TextBox 181"/>
          <p:cNvSpPr txBox="1"/>
          <p:nvPr/>
        </p:nvSpPr>
        <p:spPr>
          <a:xfrm>
            <a:off x="9239900" y="2713455"/>
            <a:ext cx="367189" cy="152286"/>
          </a:xfrm>
          <a:prstGeom prst="rect">
            <a:avLst/>
          </a:prstGeom>
        </p:spPr>
        <p:txBody>
          <a:bodyPr lIns="0" tIns="0" rIns="0" bIns="0" rtlCol="0" anchor="t">
            <a:spAutoFit/>
          </a:bodyPr>
          <a:lstStyle/>
          <a:p>
            <a:pPr algn="ctr" defTabSz="609630">
              <a:lnSpc>
                <a:spcPts val="1307"/>
              </a:lnSpc>
            </a:pPr>
            <a:r>
              <a:rPr lang="en-US" sz="933">
                <a:solidFill>
                  <a:srgbClr val="4B4D4F"/>
                </a:solidFill>
                <a:latin typeface="Arial MT Pro"/>
                <a:ea typeface="Arial MT Pro"/>
                <a:cs typeface="Arial MT Pro"/>
                <a:sym typeface="Arial MT Pro"/>
              </a:rPr>
              <a:t>-</a:t>
            </a:r>
          </a:p>
        </p:txBody>
      </p:sp>
      <p:sp>
        <p:nvSpPr>
          <p:cNvPr id="182" name="TextBox 182"/>
          <p:cNvSpPr txBox="1"/>
          <p:nvPr/>
        </p:nvSpPr>
        <p:spPr>
          <a:xfrm>
            <a:off x="7472826" y="2708168"/>
            <a:ext cx="39529" cy="152286"/>
          </a:xfrm>
          <a:prstGeom prst="rect">
            <a:avLst/>
          </a:prstGeom>
        </p:spPr>
        <p:txBody>
          <a:bodyPr lIns="0" tIns="0" rIns="0" bIns="0" rtlCol="0" anchor="t">
            <a:spAutoFit/>
          </a:bodyPr>
          <a:lstStyle/>
          <a:p>
            <a:pPr algn="ctr" defTabSz="609630">
              <a:lnSpc>
                <a:spcPts val="1307"/>
              </a:lnSpc>
            </a:pPr>
            <a:r>
              <a:rPr lang="en-US" sz="933">
                <a:solidFill>
                  <a:srgbClr val="4B4D4F"/>
                </a:solidFill>
                <a:latin typeface="Arial MT Pro"/>
                <a:ea typeface="Arial MT Pro"/>
                <a:cs typeface="Arial MT Pro"/>
                <a:sym typeface="Arial MT Pro"/>
              </a:rPr>
              <a:t>-</a:t>
            </a:r>
          </a:p>
        </p:txBody>
      </p:sp>
      <p:sp>
        <p:nvSpPr>
          <p:cNvPr id="183" name="TextBox 183"/>
          <p:cNvSpPr txBox="1"/>
          <p:nvPr/>
        </p:nvSpPr>
        <p:spPr>
          <a:xfrm>
            <a:off x="8501279" y="2713455"/>
            <a:ext cx="344329" cy="152286"/>
          </a:xfrm>
          <a:prstGeom prst="rect">
            <a:avLst/>
          </a:prstGeom>
        </p:spPr>
        <p:txBody>
          <a:bodyPr lIns="0" tIns="0" rIns="0" bIns="0" rtlCol="0" anchor="t">
            <a:spAutoFit/>
          </a:bodyPr>
          <a:lstStyle/>
          <a:p>
            <a:pPr algn="ctr" defTabSz="609630">
              <a:lnSpc>
                <a:spcPts val="1307"/>
              </a:lnSpc>
            </a:pPr>
            <a:r>
              <a:rPr lang="en-US" sz="933">
                <a:solidFill>
                  <a:srgbClr val="4B4D4F"/>
                </a:solidFill>
                <a:latin typeface="Arial MT Pro"/>
                <a:ea typeface="Arial MT Pro"/>
                <a:cs typeface="Arial MT Pro"/>
                <a:sym typeface="Arial MT Pro"/>
              </a:rPr>
              <a:t>-</a:t>
            </a:r>
          </a:p>
        </p:txBody>
      </p:sp>
      <p:grpSp>
        <p:nvGrpSpPr>
          <p:cNvPr id="184" name="Group 184"/>
          <p:cNvGrpSpPr/>
          <p:nvPr/>
        </p:nvGrpSpPr>
        <p:grpSpPr>
          <a:xfrm>
            <a:off x="217203" y="2141318"/>
            <a:ext cx="2033882" cy="1107993"/>
            <a:chOff x="0" y="0"/>
            <a:chExt cx="1426278" cy="776991"/>
          </a:xfrm>
        </p:grpSpPr>
        <p:sp>
          <p:nvSpPr>
            <p:cNvPr id="185" name="Freeform 185"/>
            <p:cNvSpPr/>
            <p:nvPr/>
          </p:nvSpPr>
          <p:spPr>
            <a:xfrm>
              <a:off x="0" y="0"/>
              <a:ext cx="1426278" cy="776991"/>
            </a:xfrm>
            <a:custGeom>
              <a:avLst/>
              <a:gdLst/>
              <a:ahLst/>
              <a:cxnLst/>
              <a:rect l="l" t="t" r="r" b="b"/>
              <a:pathLst>
                <a:path w="1426278" h="776991">
                  <a:moveTo>
                    <a:pt x="32989" y="0"/>
                  </a:moveTo>
                  <a:lnTo>
                    <a:pt x="1393289" y="0"/>
                  </a:lnTo>
                  <a:cubicBezTo>
                    <a:pt x="1402038" y="0"/>
                    <a:pt x="1410429" y="3476"/>
                    <a:pt x="1416616" y="9662"/>
                  </a:cubicBezTo>
                  <a:cubicBezTo>
                    <a:pt x="1422803" y="15849"/>
                    <a:pt x="1426278" y="24240"/>
                    <a:pt x="1426278" y="32989"/>
                  </a:cubicBezTo>
                  <a:lnTo>
                    <a:pt x="1426278" y="744001"/>
                  </a:lnTo>
                  <a:cubicBezTo>
                    <a:pt x="1426278" y="762221"/>
                    <a:pt x="1411508" y="776991"/>
                    <a:pt x="1393289" y="776991"/>
                  </a:cubicBezTo>
                  <a:lnTo>
                    <a:pt x="32989" y="776991"/>
                  </a:lnTo>
                  <a:cubicBezTo>
                    <a:pt x="24240" y="776991"/>
                    <a:pt x="15849" y="773515"/>
                    <a:pt x="9662" y="767328"/>
                  </a:cubicBezTo>
                  <a:cubicBezTo>
                    <a:pt x="3476" y="761141"/>
                    <a:pt x="0" y="752750"/>
                    <a:pt x="0" y="744001"/>
                  </a:cubicBezTo>
                  <a:lnTo>
                    <a:pt x="0" y="32989"/>
                  </a:lnTo>
                  <a:cubicBezTo>
                    <a:pt x="0" y="14770"/>
                    <a:pt x="14770" y="0"/>
                    <a:pt x="32989" y="0"/>
                  </a:cubicBezTo>
                  <a:close/>
                </a:path>
              </a:pathLst>
            </a:custGeom>
            <a:ln w="19050" cap="sq">
              <a:solidFill>
                <a:srgbClr val="F06030"/>
              </a:solidFill>
              <a:prstDash val="sysDot"/>
              <a:miter/>
            </a:ln>
          </p:spPr>
          <p:txBody>
            <a:bodyPr/>
            <a:lstStyle/>
            <a:p>
              <a:pPr defTabSz="609630"/>
              <a:endParaRPr lang="en-US" sz="1200">
                <a:solidFill>
                  <a:prstClr val="black"/>
                </a:solidFill>
                <a:latin typeface="Calibri"/>
              </a:endParaRPr>
            </a:p>
          </p:txBody>
        </p:sp>
        <p:sp>
          <p:nvSpPr>
            <p:cNvPr id="186" name="TextBox 186"/>
            <p:cNvSpPr txBox="1"/>
            <p:nvPr/>
          </p:nvSpPr>
          <p:spPr>
            <a:xfrm>
              <a:off x="0" y="-47625"/>
              <a:ext cx="1426278" cy="824616"/>
            </a:xfrm>
            <a:prstGeom prst="rect">
              <a:avLst/>
            </a:prstGeom>
          </p:spPr>
          <p:txBody>
            <a:bodyPr lIns="19079" tIns="19079" rIns="19079" bIns="19079" rtlCol="0" anchor="ctr"/>
            <a:lstStyle/>
            <a:p>
              <a:pPr algn="ctr" defTabSz="609630">
                <a:lnSpc>
                  <a:spcPts val="1120"/>
                </a:lnSpc>
              </a:pPr>
              <a:endParaRPr sz="1200">
                <a:solidFill>
                  <a:prstClr val="black"/>
                </a:solidFill>
                <a:latin typeface="Calibri"/>
              </a:endParaRPr>
            </a:p>
          </p:txBody>
        </p:sp>
      </p:grpSp>
      <p:sp>
        <p:nvSpPr>
          <p:cNvPr id="187" name="TextBox 187"/>
          <p:cNvSpPr txBox="1"/>
          <p:nvPr/>
        </p:nvSpPr>
        <p:spPr>
          <a:xfrm>
            <a:off x="361366" y="2400009"/>
            <a:ext cx="1220724" cy="128433"/>
          </a:xfrm>
          <a:prstGeom prst="rect">
            <a:avLst/>
          </a:prstGeom>
        </p:spPr>
        <p:txBody>
          <a:bodyPr wrap="square" lIns="0" tIns="0" rIns="0" bIns="0" rtlCol="0" anchor="t">
            <a:spAutoFit/>
          </a:bodyPr>
          <a:lstStyle/>
          <a:p>
            <a:pPr defTabSz="609630">
              <a:lnSpc>
                <a:spcPts val="1087"/>
              </a:lnSpc>
            </a:pPr>
            <a:r>
              <a:rPr lang="en-US" sz="776" b="1" dirty="0">
                <a:solidFill>
                  <a:srgbClr val="4B4D4F"/>
                </a:solidFill>
                <a:latin typeface="Arial MT Pro Bold"/>
                <a:ea typeface="Arial MT Pro Bold"/>
                <a:cs typeface="Arial MT Pro Bold"/>
                <a:sym typeface="Arial MT Pro Bold"/>
              </a:rPr>
              <a:t>Policy Number:</a:t>
            </a:r>
          </a:p>
        </p:txBody>
      </p:sp>
      <p:sp>
        <p:nvSpPr>
          <p:cNvPr id="188" name="TextBox 188"/>
          <p:cNvSpPr txBox="1"/>
          <p:nvPr/>
        </p:nvSpPr>
        <p:spPr>
          <a:xfrm>
            <a:off x="360570" y="2566444"/>
            <a:ext cx="2198411" cy="128433"/>
          </a:xfrm>
          <a:prstGeom prst="rect">
            <a:avLst/>
          </a:prstGeom>
        </p:spPr>
        <p:txBody>
          <a:bodyPr wrap="square" lIns="0" tIns="0" rIns="0" bIns="0" rtlCol="0" anchor="t">
            <a:spAutoFit/>
          </a:bodyPr>
          <a:lstStyle/>
          <a:p>
            <a:pPr defTabSz="609630">
              <a:lnSpc>
                <a:spcPts val="1087"/>
              </a:lnSpc>
            </a:pPr>
            <a:r>
              <a:rPr lang="en-US" sz="776" b="1" dirty="0">
                <a:solidFill>
                  <a:srgbClr val="4B4D4F"/>
                </a:solidFill>
                <a:latin typeface="Arial MT Pro Bold"/>
                <a:ea typeface="Arial MT Pro Bold"/>
                <a:cs typeface="Arial MT Pro Bold"/>
                <a:sym typeface="Arial MT Pro Bold"/>
              </a:rPr>
              <a:t>Plan Type:</a:t>
            </a:r>
          </a:p>
        </p:txBody>
      </p:sp>
      <p:sp>
        <p:nvSpPr>
          <p:cNvPr id="189" name="TextBox 189"/>
          <p:cNvSpPr txBox="1"/>
          <p:nvPr/>
        </p:nvSpPr>
        <p:spPr>
          <a:xfrm>
            <a:off x="361366" y="2703410"/>
            <a:ext cx="1158429" cy="128433"/>
          </a:xfrm>
          <a:prstGeom prst="rect">
            <a:avLst/>
          </a:prstGeom>
        </p:spPr>
        <p:txBody>
          <a:bodyPr wrap="square" lIns="0" tIns="0" rIns="0" bIns="0" rtlCol="0" anchor="t">
            <a:spAutoFit/>
          </a:bodyPr>
          <a:lstStyle/>
          <a:p>
            <a:pPr defTabSz="609630">
              <a:lnSpc>
                <a:spcPts val="1087"/>
              </a:lnSpc>
            </a:pPr>
            <a:r>
              <a:rPr lang="en-US" sz="776" b="1" dirty="0">
                <a:solidFill>
                  <a:srgbClr val="4B4D4F"/>
                </a:solidFill>
                <a:latin typeface="Arial MT Pro Bold"/>
                <a:ea typeface="Arial MT Pro Bold"/>
                <a:cs typeface="Arial MT Pro Bold"/>
                <a:sym typeface="Arial MT Pro Bold"/>
              </a:rPr>
              <a:t>Insurance Provider:</a:t>
            </a:r>
          </a:p>
        </p:txBody>
      </p:sp>
      <p:sp>
        <p:nvSpPr>
          <p:cNvPr id="190" name="TextBox 190"/>
          <p:cNvSpPr txBox="1"/>
          <p:nvPr/>
        </p:nvSpPr>
        <p:spPr>
          <a:xfrm>
            <a:off x="358993" y="2892949"/>
            <a:ext cx="1420395" cy="128433"/>
          </a:xfrm>
          <a:prstGeom prst="rect">
            <a:avLst/>
          </a:prstGeom>
        </p:spPr>
        <p:txBody>
          <a:bodyPr wrap="square" lIns="0" tIns="0" rIns="0" bIns="0" rtlCol="0" anchor="t">
            <a:spAutoFit/>
          </a:bodyPr>
          <a:lstStyle/>
          <a:p>
            <a:pPr defTabSz="609630">
              <a:lnSpc>
                <a:spcPts val="1087"/>
              </a:lnSpc>
            </a:pPr>
            <a:r>
              <a:rPr lang="en-US" sz="776" b="1" dirty="0">
                <a:solidFill>
                  <a:srgbClr val="4B4D4F"/>
                </a:solidFill>
                <a:latin typeface="Arial MT Pro Bold"/>
                <a:ea typeface="Arial MT Pro Bold"/>
                <a:cs typeface="Arial MT Pro Bold"/>
                <a:sym typeface="Arial MT Pro Bold"/>
              </a:rPr>
              <a:t>Membership Status:</a:t>
            </a:r>
          </a:p>
        </p:txBody>
      </p:sp>
      <p:sp>
        <p:nvSpPr>
          <p:cNvPr id="191" name="TextBox 191"/>
          <p:cNvSpPr txBox="1"/>
          <p:nvPr/>
        </p:nvSpPr>
        <p:spPr>
          <a:xfrm>
            <a:off x="1360217" y="2400009"/>
            <a:ext cx="463153" cy="270202"/>
          </a:xfrm>
          <a:prstGeom prst="rect">
            <a:avLst/>
          </a:prstGeom>
        </p:spPr>
        <p:txBody>
          <a:bodyPr lIns="0" tIns="0" rIns="0" bIns="0" rtlCol="0" anchor="t">
            <a:spAutoFit/>
          </a:bodyPr>
          <a:lstStyle/>
          <a:p>
            <a:pPr defTabSz="609630">
              <a:lnSpc>
                <a:spcPts val="1119"/>
              </a:lnSpc>
            </a:pPr>
            <a:r>
              <a:rPr lang="en-US" sz="800" dirty="0">
                <a:solidFill>
                  <a:srgbClr val="4B4D4F"/>
                </a:solidFill>
                <a:latin typeface="Arial MT Pro"/>
                <a:ea typeface="Arial MT Pro"/>
                <a:cs typeface="Arial MT Pro"/>
                <a:sym typeface="Arial MT Pro"/>
              </a:rPr>
              <a:t>265-747-7</a:t>
            </a:r>
          </a:p>
        </p:txBody>
      </p:sp>
      <p:sp>
        <p:nvSpPr>
          <p:cNvPr id="192" name="TextBox 192"/>
          <p:cNvSpPr txBox="1"/>
          <p:nvPr/>
        </p:nvSpPr>
        <p:spPr>
          <a:xfrm>
            <a:off x="1352096" y="2555782"/>
            <a:ext cx="717823" cy="129138"/>
          </a:xfrm>
          <a:prstGeom prst="rect">
            <a:avLst/>
          </a:prstGeom>
        </p:spPr>
        <p:txBody>
          <a:bodyPr lIns="0" tIns="0" rIns="0" bIns="0" rtlCol="0" anchor="t">
            <a:spAutoFit/>
          </a:bodyPr>
          <a:lstStyle/>
          <a:p>
            <a:pPr defTabSz="609630">
              <a:lnSpc>
                <a:spcPts val="1119"/>
              </a:lnSpc>
            </a:pPr>
            <a:r>
              <a:rPr lang="en-US" sz="800" dirty="0">
                <a:solidFill>
                  <a:srgbClr val="4B4D4F"/>
                </a:solidFill>
                <a:latin typeface="Arial MT Pro"/>
                <a:ea typeface="Arial MT Pro"/>
                <a:cs typeface="Arial MT Pro"/>
                <a:sym typeface="Arial MT Pro"/>
              </a:rPr>
              <a:t>Silver Premium</a:t>
            </a:r>
          </a:p>
        </p:txBody>
      </p:sp>
      <p:sp>
        <p:nvSpPr>
          <p:cNvPr id="193" name="TextBox 193"/>
          <p:cNvSpPr txBox="1"/>
          <p:nvPr/>
        </p:nvSpPr>
        <p:spPr>
          <a:xfrm>
            <a:off x="1361896" y="2715886"/>
            <a:ext cx="996515" cy="129138"/>
          </a:xfrm>
          <a:prstGeom prst="rect">
            <a:avLst/>
          </a:prstGeom>
        </p:spPr>
        <p:txBody>
          <a:bodyPr wrap="square" lIns="0" tIns="0" rIns="0" bIns="0" rtlCol="0" anchor="t">
            <a:spAutoFit/>
          </a:bodyPr>
          <a:lstStyle/>
          <a:p>
            <a:pPr defTabSz="609630">
              <a:lnSpc>
                <a:spcPts val="1119"/>
              </a:lnSpc>
            </a:pPr>
            <a:r>
              <a:rPr lang="en-US" sz="800" dirty="0">
                <a:solidFill>
                  <a:srgbClr val="4B4D4F"/>
                </a:solidFill>
                <a:latin typeface="Arial MT Pro"/>
                <a:ea typeface="Arial MT Pro"/>
                <a:cs typeface="Arial MT Pro"/>
                <a:sym typeface="Arial MT Pro"/>
              </a:rPr>
              <a:t>United Healthcare</a:t>
            </a:r>
          </a:p>
        </p:txBody>
      </p:sp>
      <p:sp>
        <p:nvSpPr>
          <p:cNvPr id="194" name="TextBox 194"/>
          <p:cNvSpPr txBox="1"/>
          <p:nvPr/>
        </p:nvSpPr>
        <p:spPr>
          <a:xfrm>
            <a:off x="1366261" y="2879390"/>
            <a:ext cx="737783" cy="129138"/>
          </a:xfrm>
          <a:prstGeom prst="rect">
            <a:avLst/>
          </a:prstGeom>
        </p:spPr>
        <p:txBody>
          <a:bodyPr wrap="square" lIns="0" tIns="0" rIns="0" bIns="0" rtlCol="0" anchor="t">
            <a:spAutoFit/>
          </a:bodyPr>
          <a:lstStyle/>
          <a:p>
            <a:pPr defTabSz="609630">
              <a:lnSpc>
                <a:spcPts val="1119"/>
              </a:lnSpc>
            </a:pPr>
            <a:r>
              <a:rPr lang="en-US" sz="800" b="1" dirty="0">
                <a:solidFill>
                  <a:srgbClr val="0C55B8"/>
                </a:solidFill>
                <a:latin typeface="Arial MT Pro Bold"/>
                <a:ea typeface="Arial MT Pro Bold"/>
                <a:cs typeface="Arial MT Pro Bold"/>
                <a:sym typeface="Arial MT Pro Bold"/>
              </a:rPr>
              <a:t>Active</a:t>
            </a:r>
          </a:p>
        </p:txBody>
      </p:sp>
      <p:sp>
        <p:nvSpPr>
          <p:cNvPr id="195" name="TextBox 195"/>
          <p:cNvSpPr txBox="1"/>
          <p:nvPr/>
        </p:nvSpPr>
        <p:spPr>
          <a:xfrm>
            <a:off x="361366" y="3069835"/>
            <a:ext cx="2038325" cy="128433"/>
          </a:xfrm>
          <a:prstGeom prst="rect">
            <a:avLst/>
          </a:prstGeom>
        </p:spPr>
        <p:txBody>
          <a:bodyPr wrap="square" lIns="0" tIns="0" rIns="0" bIns="0" rtlCol="0" anchor="t">
            <a:spAutoFit/>
          </a:bodyPr>
          <a:lstStyle/>
          <a:p>
            <a:pPr defTabSz="609630">
              <a:lnSpc>
                <a:spcPts val="1087"/>
              </a:lnSpc>
            </a:pPr>
            <a:r>
              <a:rPr lang="en-US" sz="776" b="1" dirty="0">
                <a:solidFill>
                  <a:srgbClr val="4B4D4F"/>
                </a:solidFill>
                <a:latin typeface="Arial MT Pro Bold"/>
                <a:ea typeface="Arial MT Pro Bold"/>
                <a:cs typeface="Arial MT Pro Bold"/>
                <a:sym typeface="Arial MT Pro Bold"/>
              </a:rPr>
              <a:t>Effective Date:</a:t>
            </a:r>
          </a:p>
        </p:txBody>
      </p:sp>
      <p:sp>
        <p:nvSpPr>
          <p:cNvPr id="196" name="TextBox 196"/>
          <p:cNvSpPr txBox="1"/>
          <p:nvPr/>
        </p:nvSpPr>
        <p:spPr>
          <a:xfrm>
            <a:off x="1344144" y="3064678"/>
            <a:ext cx="579675" cy="129138"/>
          </a:xfrm>
          <a:prstGeom prst="rect">
            <a:avLst/>
          </a:prstGeom>
        </p:spPr>
        <p:txBody>
          <a:bodyPr wrap="square" lIns="0" tIns="0" rIns="0" bIns="0" rtlCol="0" anchor="t">
            <a:spAutoFit/>
          </a:bodyPr>
          <a:lstStyle/>
          <a:p>
            <a:pPr defTabSz="609630">
              <a:lnSpc>
                <a:spcPts val="1119"/>
              </a:lnSpc>
            </a:pPr>
            <a:r>
              <a:rPr lang="en-US" sz="800" dirty="0">
                <a:solidFill>
                  <a:srgbClr val="4B4D4F"/>
                </a:solidFill>
                <a:latin typeface="Arial MT Pro"/>
                <a:ea typeface="Arial MT Pro"/>
                <a:cs typeface="Arial MT Pro"/>
                <a:sym typeface="Arial MT Pro"/>
              </a:rPr>
              <a:t>05/01/2015</a:t>
            </a:r>
          </a:p>
        </p:txBody>
      </p:sp>
      <p:sp>
        <p:nvSpPr>
          <p:cNvPr id="197" name="TextBox 197"/>
          <p:cNvSpPr txBox="1"/>
          <p:nvPr/>
        </p:nvSpPr>
        <p:spPr>
          <a:xfrm>
            <a:off x="350798" y="2200975"/>
            <a:ext cx="868204" cy="140680"/>
          </a:xfrm>
          <a:prstGeom prst="rect">
            <a:avLst/>
          </a:prstGeom>
        </p:spPr>
        <p:txBody>
          <a:bodyPr lIns="0" tIns="0" rIns="0" bIns="0" rtlCol="0" anchor="t">
            <a:spAutoFit/>
          </a:bodyPr>
          <a:lstStyle/>
          <a:p>
            <a:pPr algn="ctr" defTabSz="609630">
              <a:lnSpc>
                <a:spcPts val="1213"/>
              </a:lnSpc>
              <a:spcBef>
                <a:spcPct val="0"/>
              </a:spcBef>
            </a:pPr>
            <a:r>
              <a:rPr lang="en-US" sz="866" b="1">
                <a:solidFill>
                  <a:srgbClr val="243270"/>
                </a:solidFill>
                <a:latin typeface="Arial MT Pro Bold"/>
                <a:ea typeface="Arial MT Pro Bold"/>
                <a:cs typeface="Arial MT Pro Bold"/>
                <a:sym typeface="Arial MT Pro Bold"/>
              </a:rPr>
              <a:t>Plan Information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327FC-D9AA-38F4-A928-66CD7004EF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BF87C4-BB9E-471B-DEE7-576CDA78CBBD}"/>
              </a:ext>
            </a:extLst>
          </p:cNvPr>
          <p:cNvSpPr>
            <a:spLocks noGrp="1"/>
          </p:cNvSpPr>
          <p:nvPr>
            <p:ph type="title"/>
          </p:nvPr>
        </p:nvSpPr>
        <p:spPr>
          <a:xfrm>
            <a:off x="467926" y="555639"/>
            <a:ext cx="9601200" cy="304699"/>
          </a:xfrm>
        </p:spPr>
        <p:txBody>
          <a:bodyPr/>
          <a:lstStyle/>
          <a:p>
            <a:r>
              <a:rPr lang="en-US">
                <a:solidFill>
                  <a:srgbClr val="3D3C38"/>
                </a:solidFill>
              </a:rPr>
              <a:t>Scenario Mapping Voice CAT</a:t>
            </a:r>
          </a:p>
        </p:txBody>
      </p:sp>
      <p:sp>
        <p:nvSpPr>
          <p:cNvPr id="3" name="Rectangle: Rounded Corners 2">
            <a:extLst>
              <a:ext uri="{FF2B5EF4-FFF2-40B4-BE49-F238E27FC236}">
                <a16:creationId xmlns:a16="http://schemas.microsoft.com/office/drawing/2014/main" id="{932A17AB-60BF-1249-A834-F3D8F7F0D6AC}"/>
              </a:ext>
            </a:extLst>
          </p:cNvPr>
          <p:cNvSpPr/>
          <p:nvPr/>
        </p:nvSpPr>
        <p:spPr>
          <a:xfrm>
            <a:off x="474669" y="1491519"/>
            <a:ext cx="3657600" cy="914400"/>
          </a:xfrm>
          <a:prstGeom prst="roundRect">
            <a:avLst>
              <a:gd name="adj" fmla="val 10591"/>
            </a:avLst>
          </a:prstGeom>
          <a:solidFill>
            <a:srgbClr val="D9F6FA">
              <a:alpha val="5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200" b="1" dirty="0">
                <a:solidFill>
                  <a:srgbClr val="3D3C38"/>
                </a:solidFill>
              </a:rPr>
              <a:t>Scenario 1: Benefits and Eligibility + Account Update</a:t>
            </a:r>
          </a:p>
        </p:txBody>
      </p:sp>
      <p:sp>
        <p:nvSpPr>
          <p:cNvPr id="4" name="Rectangle: Rounded Corners 3">
            <a:extLst>
              <a:ext uri="{FF2B5EF4-FFF2-40B4-BE49-F238E27FC236}">
                <a16:creationId xmlns:a16="http://schemas.microsoft.com/office/drawing/2014/main" id="{7A456350-924D-8F2E-B225-4ECDFA75B021}"/>
              </a:ext>
            </a:extLst>
          </p:cNvPr>
          <p:cNvSpPr/>
          <p:nvPr/>
        </p:nvSpPr>
        <p:spPr>
          <a:xfrm>
            <a:off x="4233477" y="1491521"/>
            <a:ext cx="3657600" cy="914400"/>
          </a:xfrm>
          <a:prstGeom prst="roundRect">
            <a:avLst>
              <a:gd name="adj" fmla="val 10591"/>
            </a:avLst>
          </a:prstGeom>
          <a:solidFill>
            <a:srgbClr val="ECFAFC"/>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00">
                <a:solidFill>
                  <a:srgbClr val="3D3C38"/>
                </a:solidFill>
              </a:rPr>
              <a:t>The member called to check the list of pharmacies covered by her plan. They usually receive their medications through home delivery. However, her husband recently passed, and she would like to explore the store pick up option since she’ll be moving in with her son temporarily. </a:t>
            </a:r>
          </a:p>
        </p:txBody>
      </p:sp>
      <p:sp>
        <p:nvSpPr>
          <p:cNvPr id="5" name="Rectangle: Rounded Corners 4">
            <a:extLst>
              <a:ext uri="{FF2B5EF4-FFF2-40B4-BE49-F238E27FC236}">
                <a16:creationId xmlns:a16="http://schemas.microsoft.com/office/drawing/2014/main" id="{18923EBC-B60A-7D52-3BF2-4F3A9F7A477D}"/>
              </a:ext>
            </a:extLst>
          </p:cNvPr>
          <p:cNvSpPr/>
          <p:nvPr/>
        </p:nvSpPr>
        <p:spPr>
          <a:xfrm>
            <a:off x="7992286" y="1491519"/>
            <a:ext cx="3657600" cy="914400"/>
          </a:xfrm>
          <a:prstGeom prst="roundRect">
            <a:avLst>
              <a:gd name="adj" fmla="val 10591"/>
            </a:avLst>
          </a:prstGeom>
          <a:solidFill>
            <a:srgbClr val="D9F6FA">
              <a:alpha val="5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indent="-171450">
              <a:buFont typeface="Arial" panose="020B0604020202020204" pitchFamily="34" charset="0"/>
              <a:buChar char="•"/>
            </a:pPr>
            <a:r>
              <a:rPr lang="en-US" sz="1200">
                <a:solidFill>
                  <a:srgbClr val="3D3C38"/>
                </a:solidFill>
              </a:rPr>
              <a:t>Empathy</a:t>
            </a:r>
          </a:p>
          <a:p>
            <a:pPr marL="171450" indent="-171450">
              <a:buFont typeface="Arial" panose="020B0604020202020204" pitchFamily="34" charset="0"/>
              <a:buChar char="•"/>
            </a:pPr>
            <a:r>
              <a:rPr lang="en-US" sz="1200">
                <a:solidFill>
                  <a:srgbClr val="3D3C38"/>
                </a:solidFill>
              </a:rPr>
              <a:t>Active Listening and Comprehension</a:t>
            </a:r>
          </a:p>
          <a:p>
            <a:pPr marL="171450" indent="-171450">
              <a:buFont typeface="Arial" panose="020B0604020202020204" pitchFamily="34" charset="0"/>
              <a:buChar char="•"/>
            </a:pPr>
            <a:r>
              <a:rPr lang="en-US" sz="1200">
                <a:solidFill>
                  <a:srgbClr val="3D3C38"/>
                </a:solidFill>
              </a:rPr>
              <a:t>Proper Setting of Expectations, Providing Options</a:t>
            </a:r>
          </a:p>
        </p:txBody>
      </p:sp>
      <p:sp>
        <p:nvSpPr>
          <p:cNvPr id="6" name="Rectangle: Rounded Corners 5">
            <a:extLst>
              <a:ext uri="{FF2B5EF4-FFF2-40B4-BE49-F238E27FC236}">
                <a16:creationId xmlns:a16="http://schemas.microsoft.com/office/drawing/2014/main" id="{7AB9699A-E5B4-CEB4-DD3C-30931D91C11B}"/>
              </a:ext>
            </a:extLst>
          </p:cNvPr>
          <p:cNvSpPr/>
          <p:nvPr/>
        </p:nvSpPr>
        <p:spPr>
          <a:xfrm>
            <a:off x="467926" y="2452687"/>
            <a:ext cx="3657600" cy="914400"/>
          </a:xfrm>
          <a:prstGeom prst="roundRect">
            <a:avLst>
              <a:gd name="adj" fmla="val 10591"/>
            </a:avLst>
          </a:prstGeom>
          <a:solidFill>
            <a:srgbClr val="FAF8F2">
              <a:alpha val="5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Bef>
                <a:spcPts val="600"/>
              </a:spcBef>
            </a:pPr>
            <a:r>
              <a:rPr lang="en-US" sz="1200" b="1">
                <a:solidFill>
                  <a:srgbClr val="3D3C38"/>
                </a:solidFill>
              </a:rPr>
              <a:t>Scenario 2: Bill Inquiry + Dependent Enrollment</a:t>
            </a:r>
          </a:p>
        </p:txBody>
      </p:sp>
      <p:sp>
        <p:nvSpPr>
          <p:cNvPr id="7" name="Rectangle: Rounded Corners 6">
            <a:extLst>
              <a:ext uri="{FF2B5EF4-FFF2-40B4-BE49-F238E27FC236}">
                <a16:creationId xmlns:a16="http://schemas.microsoft.com/office/drawing/2014/main" id="{637B1867-ED25-776B-A869-9651261D634F}"/>
              </a:ext>
            </a:extLst>
          </p:cNvPr>
          <p:cNvSpPr/>
          <p:nvPr/>
        </p:nvSpPr>
        <p:spPr>
          <a:xfrm>
            <a:off x="467926" y="3442432"/>
            <a:ext cx="3657600" cy="914400"/>
          </a:xfrm>
          <a:prstGeom prst="roundRect">
            <a:avLst>
              <a:gd name="adj" fmla="val 10591"/>
            </a:avLst>
          </a:prstGeom>
          <a:solidFill>
            <a:srgbClr val="ECFAFC"/>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200" b="1">
                <a:solidFill>
                  <a:srgbClr val="3D3C38"/>
                </a:solidFill>
                <a:effectLst/>
                <a:ea typeface="Times New Roman" panose="02020603050405020304" pitchFamily="18" charset="0"/>
              </a:rPr>
              <a:t>Scenario 3: Filing a Claim + </a:t>
            </a:r>
            <a:r>
              <a:rPr lang="en-US" sz="1200" b="1">
                <a:solidFill>
                  <a:srgbClr val="3D3C38"/>
                </a:solidFill>
                <a:ea typeface="Times New Roman" panose="02020603050405020304" pitchFamily="18" charset="0"/>
              </a:rPr>
              <a:t>Benefits and Eligibility</a:t>
            </a:r>
            <a:endParaRPr lang="en-US" sz="1200" b="1" u="sng">
              <a:solidFill>
                <a:srgbClr val="3D3C38"/>
              </a:solidFill>
            </a:endParaRPr>
          </a:p>
        </p:txBody>
      </p:sp>
      <p:sp>
        <p:nvSpPr>
          <p:cNvPr id="8" name="Rectangle: Rounded Corners 7">
            <a:extLst>
              <a:ext uri="{FF2B5EF4-FFF2-40B4-BE49-F238E27FC236}">
                <a16:creationId xmlns:a16="http://schemas.microsoft.com/office/drawing/2014/main" id="{F6F4D79F-3168-5E66-9025-4333E20FE0BD}"/>
              </a:ext>
            </a:extLst>
          </p:cNvPr>
          <p:cNvSpPr/>
          <p:nvPr/>
        </p:nvSpPr>
        <p:spPr>
          <a:xfrm>
            <a:off x="4240220" y="2452687"/>
            <a:ext cx="3657600" cy="914400"/>
          </a:xfrm>
          <a:prstGeom prst="roundRect">
            <a:avLst>
              <a:gd name="adj" fmla="val 10591"/>
            </a:avLst>
          </a:prstGeom>
          <a:solidFill>
            <a:srgbClr val="FCFBF8"/>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00">
                <a:solidFill>
                  <a:srgbClr val="3D3C38"/>
                </a:solidFill>
              </a:rPr>
              <a:t>The member is calling to complain about a bill she received for $580. She's upset because she just lost her job and still figuring out how to pay all her bills.</a:t>
            </a:r>
          </a:p>
        </p:txBody>
      </p:sp>
      <p:sp>
        <p:nvSpPr>
          <p:cNvPr id="9" name="Rectangle: Rounded Corners 8">
            <a:extLst>
              <a:ext uri="{FF2B5EF4-FFF2-40B4-BE49-F238E27FC236}">
                <a16:creationId xmlns:a16="http://schemas.microsoft.com/office/drawing/2014/main" id="{FA49F040-BB95-AA2C-92CB-90019FFFD834}"/>
              </a:ext>
            </a:extLst>
          </p:cNvPr>
          <p:cNvSpPr/>
          <p:nvPr/>
        </p:nvSpPr>
        <p:spPr>
          <a:xfrm>
            <a:off x="7999029" y="2452685"/>
            <a:ext cx="3657600" cy="914400"/>
          </a:xfrm>
          <a:prstGeom prst="roundRect">
            <a:avLst>
              <a:gd name="adj" fmla="val 10591"/>
            </a:avLst>
          </a:prstGeom>
          <a:solidFill>
            <a:srgbClr val="FAF8F2">
              <a:alpha val="5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indent="-171450">
              <a:buFont typeface="Arial" panose="020B0604020202020204" pitchFamily="34" charset="0"/>
              <a:buChar char="•"/>
            </a:pPr>
            <a:r>
              <a:rPr lang="en-US" sz="1200">
                <a:solidFill>
                  <a:srgbClr val="3D3C38"/>
                </a:solidFill>
              </a:rPr>
              <a:t>Empathy</a:t>
            </a:r>
          </a:p>
          <a:p>
            <a:pPr marL="171450" indent="-171450">
              <a:buFont typeface="Arial" panose="020B0604020202020204" pitchFamily="34" charset="0"/>
              <a:buChar char="•"/>
            </a:pPr>
            <a:r>
              <a:rPr lang="en-US" sz="1200">
                <a:solidFill>
                  <a:srgbClr val="3D3C38"/>
                </a:solidFill>
              </a:rPr>
              <a:t>Active Listening and Comprehension</a:t>
            </a:r>
          </a:p>
          <a:p>
            <a:pPr marL="171450" indent="-171450">
              <a:buFont typeface="Arial" panose="020B0604020202020204" pitchFamily="34" charset="0"/>
              <a:buChar char="•"/>
            </a:pPr>
            <a:r>
              <a:rPr lang="en-US" sz="1200">
                <a:solidFill>
                  <a:srgbClr val="3D3C38"/>
                </a:solidFill>
              </a:rPr>
              <a:t>Clear and Logical Explanation</a:t>
            </a:r>
          </a:p>
        </p:txBody>
      </p:sp>
      <p:sp>
        <p:nvSpPr>
          <p:cNvPr id="10" name="Rectangle: Rounded Corners 9">
            <a:extLst>
              <a:ext uri="{FF2B5EF4-FFF2-40B4-BE49-F238E27FC236}">
                <a16:creationId xmlns:a16="http://schemas.microsoft.com/office/drawing/2014/main" id="{BDAEBB6E-737D-1C88-423D-A33D658A24D5}"/>
              </a:ext>
            </a:extLst>
          </p:cNvPr>
          <p:cNvSpPr/>
          <p:nvPr/>
        </p:nvSpPr>
        <p:spPr>
          <a:xfrm>
            <a:off x="4246963" y="3413859"/>
            <a:ext cx="3657600" cy="914400"/>
          </a:xfrm>
          <a:prstGeom prst="roundRect">
            <a:avLst>
              <a:gd name="adj" fmla="val 10591"/>
            </a:avLst>
          </a:prstGeom>
          <a:solidFill>
            <a:srgbClr val="ECFAFC"/>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00">
                <a:solidFill>
                  <a:srgbClr val="3D3C38"/>
                </a:solidFill>
              </a:rPr>
              <a:t>The member called in to complain about the incorrect dosage of her medications. She skipped dinner to pick it up from the pharmacy and she feels it’s extremely inconvenient to have it replaced. She would like to know the process to file a claim.</a:t>
            </a:r>
          </a:p>
        </p:txBody>
      </p:sp>
      <p:sp>
        <p:nvSpPr>
          <p:cNvPr id="11" name="Rectangle: Rounded Corners 10">
            <a:extLst>
              <a:ext uri="{FF2B5EF4-FFF2-40B4-BE49-F238E27FC236}">
                <a16:creationId xmlns:a16="http://schemas.microsoft.com/office/drawing/2014/main" id="{4BDF0A6D-1A4F-6A13-7A7E-AF956081FE55}"/>
              </a:ext>
            </a:extLst>
          </p:cNvPr>
          <p:cNvSpPr/>
          <p:nvPr/>
        </p:nvSpPr>
        <p:spPr>
          <a:xfrm>
            <a:off x="8005772" y="3413861"/>
            <a:ext cx="3657600" cy="914400"/>
          </a:xfrm>
          <a:prstGeom prst="roundRect">
            <a:avLst>
              <a:gd name="adj" fmla="val 10591"/>
            </a:avLst>
          </a:prstGeom>
          <a:solidFill>
            <a:srgbClr val="ECFAFC"/>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indent="-171450">
              <a:buFont typeface="Arial" panose="020B0604020202020204" pitchFamily="34" charset="0"/>
              <a:buChar char="•"/>
            </a:pPr>
            <a:r>
              <a:rPr lang="en-US" sz="1200">
                <a:solidFill>
                  <a:srgbClr val="3D3C38"/>
                </a:solidFill>
              </a:rPr>
              <a:t>Empathy</a:t>
            </a:r>
          </a:p>
          <a:p>
            <a:pPr marL="171450" indent="-171450">
              <a:buFont typeface="Arial" panose="020B0604020202020204" pitchFamily="34" charset="0"/>
              <a:buChar char="•"/>
            </a:pPr>
            <a:r>
              <a:rPr lang="en-US" sz="1200">
                <a:solidFill>
                  <a:srgbClr val="3D3C38"/>
                </a:solidFill>
              </a:rPr>
              <a:t>Active Listening and Comprehension</a:t>
            </a:r>
          </a:p>
          <a:p>
            <a:pPr marL="171450" indent="-171450">
              <a:buFont typeface="Arial" panose="020B0604020202020204" pitchFamily="34" charset="0"/>
              <a:buChar char="•"/>
            </a:pPr>
            <a:r>
              <a:rPr lang="en-US" sz="1200">
                <a:solidFill>
                  <a:srgbClr val="3D3C38"/>
                </a:solidFill>
              </a:rPr>
              <a:t>Positive Scripting, Proper Setting of Expectations, Providing Options</a:t>
            </a:r>
          </a:p>
        </p:txBody>
      </p:sp>
      <p:sp>
        <p:nvSpPr>
          <p:cNvPr id="12" name="TextBox 11">
            <a:extLst>
              <a:ext uri="{FF2B5EF4-FFF2-40B4-BE49-F238E27FC236}">
                <a16:creationId xmlns:a16="http://schemas.microsoft.com/office/drawing/2014/main" id="{407A7126-3C3B-1A9E-F68E-EC13CBAF40B2}"/>
              </a:ext>
            </a:extLst>
          </p:cNvPr>
          <p:cNvSpPr txBox="1"/>
          <p:nvPr/>
        </p:nvSpPr>
        <p:spPr bwMode="gray">
          <a:xfrm>
            <a:off x="1872702" y="1118281"/>
            <a:ext cx="1280160" cy="215444"/>
          </a:xfrm>
          <a:prstGeom prst="rect">
            <a:avLst/>
          </a:prstGeom>
          <a:noFill/>
        </p:spPr>
        <p:txBody>
          <a:bodyPr vert="horz" wrap="square" lIns="0" tIns="0" rIns="0" bIns="0" rtlCol="0">
            <a:spAutoFit/>
          </a:bodyPr>
          <a:lstStyle/>
          <a:p>
            <a:pPr algn="ctr">
              <a:spcBef>
                <a:spcPts val="600"/>
              </a:spcBef>
            </a:pPr>
            <a:r>
              <a:rPr lang="en-US" sz="1400" b="1">
                <a:solidFill>
                  <a:srgbClr val="3D3C38"/>
                </a:solidFill>
              </a:rPr>
              <a:t>Scenario</a:t>
            </a:r>
          </a:p>
        </p:txBody>
      </p:sp>
      <p:sp>
        <p:nvSpPr>
          <p:cNvPr id="13" name="TextBox 12">
            <a:extLst>
              <a:ext uri="{FF2B5EF4-FFF2-40B4-BE49-F238E27FC236}">
                <a16:creationId xmlns:a16="http://schemas.microsoft.com/office/drawing/2014/main" id="{EBD7E9CE-DC3F-697E-546E-BFCEDDA912EF}"/>
              </a:ext>
            </a:extLst>
          </p:cNvPr>
          <p:cNvSpPr txBox="1"/>
          <p:nvPr/>
        </p:nvSpPr>
        <p:spPr bwMode="gray">
          <a:xfrm>
            <a:off x="5535060" y="1126029"/>
            <a:ext cx="1645581" cy="215444"/>
          </a:xfrm>
          <a:prstGeom prst="rect">
            <a:avLst/>
          </a:prstGeom>
          <a:noFill/>
        </p:spPr>
        <p:txBody>
          <a:bodyPr vert="horz" wrap="square" lIns="0" tIns="0" rIns="0" bIns="0" rtlCol="0">
            <a:spAutoFit/>
          </a:bodyPr>
          <a:lstStyle/>
          <a:p>
            <a:pPr algn="ctr">
              <a:spcBef>
                <a:spcPts val="600"/>
              </a:spcBef>
            </a:pPr>
            <a:r>
              <a:rPr lang="en-US" sz="1400" b="1">
                <a:solidFill>
                  <a:srgbClr val="3D3C38"/>
                </a:solidFill>
              </a:rPr>
              <a:t>Synopsis</a:t>
            </a:r>
          </a:p>
        </p:txBody>
      </p:sp>
      <p:sp>
        <p:nvSpPr>
          <p:cNvPr id="14" name="TextBox 13">
            <a:extLst>
              <a:ext uri="{FF2B5EF4-FFF2-40B4-BE49-F238E27FC236}">
                <a16:creationId xmlns:a16="http://schemas.microsoft.com/office/drawing/2014/main" id="{390F9A29-4F18-B6AC-D4AD-53C979198608}"/>
              </a:ext>
            </a:extLst>
          </p:cNvPr>
          <p:cNvSpPr txBox="1"/>
          <p:nvPr/>
        </p:nvSpPr>
        <p:spPr bwMode="gray">
          <a:xfrm>
            <a:off x="9295011" y="1064228"/>
            <a:ext cx="1933821" cy="723275"/>
          </a:xfrm>
          <a:prstGeom prst="rect">
            <a:avLst/>
          </a:prstGeom>
          <a:noFill/>
        </p:spPr>
        <p:txBody>
          <a:bodyPr vert="horz" wrap="square" lIns="0" tIns="0" rIns="0" bIns="0" rtlCol="0">
            <a:spAutoFit/>
          </a:bodyPr>
          <a:lstStyle/>
          <a:p>
            <a:pPr algn="ctr">
              <a:spcBef>
                <a:spcPts val="600"/>
              </a:spcBef>
            </a:pPr>
            <a:r>
              <a:rPr lang="en-US" sz="1400" b="1">
                <a:solidFill>
                  <a:srgbClr val="3D3C38"/>
                </a:solidFill>
              </a:rPr>
              <a:t>Expected Behavior or Skill</a:t>
            </a:r>
          </a:p>
          <a:p>
            <a:pPr algn="ctr">
              <a:spcBef>
                <a:spcPts val="600"/>
              </a:spcBef>
            </a:pPr>
            <a:endParaRPr lang="en-US" sz="1400" b="1">
              <a:solidFill>
                <a:srgbClr val="3D3C38"/>
              </a:solidFill>
            </a:endParaRPr>
          </a:p>
        </p:txBody>
      </p:sp>
      <p:pic>
        <p:nvPicPr>
          <p:cNvPr id="15" name="Picture 14">
            <a:extLst>
              <a:ext uri="{FF2B5EF4-FFF2-40B4-BE49-F238E27FC236}">
                <a16:creationId xmlns:a16="http://schemas.microsoft.com/office/drawing/2014/main" id="{0D666FCB-3457-179B-02D6-C4EE0F69A0A9}"/>
              </a:ext>
              <a:ext uri="{C183D7F6-B498-43B3-948B-1728B52AA6E4}">
                <adec:decorative xmlns:adec="http://schemas.microsoft.com/office/drawing/2017/decorative" val="0"/>
              </a:ext>
            </a:extLst>
          </p:cNvPr>
          <p:cNvPicPr>
            <a:picLocks noChangeAspect="1"/>
          </p:cNvPicPr>
          <p:nvPr/>
        </p:nvPicPr>
        <p:blipFill>
          <a:blip r:embed="rId3">
            <a:extLst>
              <a:ext uri="{28A0092B-C50C-407E-A947-70E740481C1C}">
                <a14:useLocalDpi xmlns:a14="http://schemas.microsoft.com/office/drawing/2010/main" val="0"/>
              </a:ext>
            </a:extLst>
          </a:blip>
          <a:srcRect l="156" r="156"/>
          <a:stretch/>
        </p:blipFill>
        <p:spPr bwMode="gray">
          <a:xfrm>
            <a:off x="1388610" y="910497"/>
            <a:ext cx="546926" cy="548640"/>
          </a:xfrm>
          <a:prstGeom prst="rect">
            <a:avLst/>
          </a:prstGeom>
        </p:spPr>
      </p:pic>
      <p:pic>
        <p:nvPicPr>
          <p:cNvPr id="16" name="Picture 15">
            <a:extLst>
              <a:ext uri="{FF2B5EF4-FFF2-40B4-BE49-F238E27FC236}">
                <a16:creationId xmlns:a16="http://schemas.microsoft.com/office/drawing/2014/main" id="{DF4197B9-5B61-90D2-F1AE-FD262D02F609}"/>
              </a:ext>
              <a:ext uri="{C183D7F6-B498-43B3-948B-1728B52AA6E4}">
                <adec:decorative xmlns:adec="http://schemas.microsoft.com/office/drawing/2017/decorative" val="0"/>
              </a:ext>
            </a:extLst>
          </p:cNvPr>
          <p:cNvPicPr>
            <a:picLocks noChangeAspect="1"/>
          </p:cNvPicPr>
          <p:nvPr/>
        </p:nvPicPr>
        <p:blipFill>
          <a:blip r:embed="rId4">
            <a:extLst>
              <a:ext uri="{28A0092B-C50C-407E-A947-70E740481C1C}">
                <a14:useLocalDpi xmlns:a14="http://schemas.microsoft.com/office/drawing/2010/main" val="0"/>
              </a:ext>
            </a:extLst>
          </a:blip>
          <a:srcRect l="104" r="104"/>
          <a:stretch/>
        </p:blipFill>
        <p:spPr bwMode="gray">
          <a:xfrm>
            <a:off x="8691067" y="896220"/>
            <a:ext cx="547498" cy="548640"/>
          </a:xfrm>
          <a:prstGeom prst="rect">
            <a:avLst/>
          </a:prstGeom>
        </p:spPr>
      </p:pic>
      <p:pic>
        <p:nvPicPr>
          <p:cNvPr id="17" name="Picture 16">
            <a:extLst>
              <a:ext uri="{FF2B5EF4-FFF2-40B4-BE49-F238E27FC236}">
                <a16:creationId xmlns:a16="http://schemas.microsoft.com/office/drawing/2014/main" id="{CA82DC23-4D2B-062C-4CB3-D63308E22C4D}"/>
              </a:ext>
              <a:ext uri="{C183D7F6-B498-43B3-948B-1728B52AA6E4}">
                <adec:decorative xmlns:adec="http://schemas.microsoft.com/office/drawing/2017/decorative" val="0"/>
              </a:ext>
            </a:extLst>
          </p:cNvPr>
          <p:cNvPicPr>
            <a:picLocks noChangeAspect="1"/>
          </p:cNvPicPr>
          <p:nvPr/>
        </p:nvPicPr>
        <p:blipFill>
          <a:blip r:embed="rId5">
            <a:extLst>
              <a:ext uri="{28A0092B-C50C-407E-A947-70E740481C1C}">
                <a14:useLocalDpi xmlns:a14="http://schemas.microsoft.com/office/drawing/2010/main" val="0"/>
              </a:ext>
            </a:extLst>
          </a:blip>
          <a:srcRect l="104" r="104"/>
          <a:stretch/>
        </p:blipFill>
        <p:spPr bwMode="gray">
          <a:xfrm>
            <a:off x="5007615" y="844080"/>
            <a:ext cx="611373" cy="612648"/>
          </a:xfrm>
          <a:prstGeom prst="rect">
            <a:avLst/>
          </a:prstGeom>
        </p:spPr>
      </p:pic>
      <p:sp>
        <p:nvSpPr>
          <p:cNvPr id="18" name="Rectangle: Rounded Corners 17">
            <a:extLst>
              <a:ext uri="{FF2B5EF4-FFF2-40B4-BE49-F238E27FC236}">
                <a16:creationId xmlns:a16="http://schemas.microsoft.com/office/drawing/2014/main" id="{1661D8F8-8525-A620-DACF-C8520142846F}"/>
              </a:ext>
            </a:extLst>
          </p:cNvPr>
          <p:cNvSpPr/>
          <p:nvPr/>
        </p:nvSpPr>
        <p:spPr>
          <a:xfrm>
            <a:off x="462280" y="4396347"/>
            <a:ext cx="3657600" cy="914400"/>
          </a:xfrm>
          <a:prstGeom prst="roundRect">
            <a:avLst>
              <a:gd name="adj" fmla="val 10591"/>
            </a:avLst>
          </a:prstGeom>
          <a:solidFill>
            <a:srgbClr val="FCFBF8"/>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200" b="1">
                <a:solidFill>
                  <a:srgbClr val="3D3C38"/>
                </a:solidFill>
                <a:effectLst/>
                <a:ea typeface="Times New Roman" panose="02020603050405020304" pitchFamily="18" charset="0"/>
              </a:rPr>
              <a:t>Scenario 4: </a:t>
            </a:r>
            <a:r>
              <a:rPr lang="en-US" sz="1200" b="1">
                <a:solidFill>
                  <a:srgbClr val="3D3C38"/>
                </a:solidFill>
                <a:ea typeface="Times New Roman" panose="02020603050405020304" pitchFamily="18" charset="0"/>
              </a:rPr>
              <a:t>Benefits and Eligibility + Letter of Authorization</a:t>
            </a:r>
            <a:endParaRPr lang="en-US" sz="1200" b="1" u="sng">
              <a:solidFill>
                <a:srgbClr val="3D3C38"/>
              </a:solidFill>
            </a:endParaRPr>
          </a:p>
        </p:txBody>
      </p:sp>
      <p:sp>
        <p:nvSpPr>
          <p:cNvPr id="19" name="Rectangle: Rounded Corners 18">
            <a:extLst>
              <a:ext uri="{FF2B5EF4-FFF2-40B4-BE49-F238E27FC236}">
                <a16:creationId xmlns:a16="http://schemas.microsoft.com/office/drawing/2014/main" id="{617049C8-9462-9956-6D6F-68E2391C18B1}"/>
              </a:ext>
            </a:extLst>
          </p:cNvPr>
          <p:cNvSpPr/>
          <p:nvPr/>
        </p:nvSpPr>
        <p:spPr>
          <a:xfrm>
            <a:off x="4241317" y="4367774"/>
            <a:ext cx="3649760" cy="914400"/>
          </a:xfrm>
          <a:prstGeom prst="roundRect">
            <a:avLst>
              <a:gd name="adj" fmla="val 10591"/>
            </a:avLst>
          </a:prstGeom>
          <a:solidFill>
            <a:srgbClr val="FCFBF8">
              <a:alpha val="5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00">
                <a:solidFill>
                  <a:srgbClr val="3D3C38"/>
                </a:solidFill>
              </a:rPr>
              <a:t>Provider called in to confirm if their facility is an accredited UHC partner. He is set to undergo a procedure and was previously advised that it will not be covered. The provider was very upset because their back and forth with the member and UHC was time consuming.</a:t>
            </a:r>
          </a:p>
        </p:txBody>
      </p:sp>
      <p:sp>
        <p:nvSpPr>
          <p:cNvPr id="20" name="Rectangle: Rounded Corners 19">
            <a:extLst>
              <a:ext uri="{FF2B5EF4-FFF2-40B4-BE49-F238E27FC236}">
                <a16:creationId xmlns:a16="http://schemas.microsoft.com/office/drawing/2014/main" id="{93CAC608-80A4-D64D-35D6-47C81FB07CC1}"/>
              </a:ext>
            </a:extLst>
          </p:cNvPr>
          <p:cNvSpPr/>
          <p:nvPr/>
        </p:nvSpPr>
        <p:spPr>
          <a:xfrm>
            <a:off x="8000126" y="4367776"/>
            <a:ext cx="3657600" cy="914400"/>
          </a:xfrm>
          <a:prstGeom prst="roundRect">
            <a:avLst>
              <a:gd name="adj" fmla="val 10591"/>
            </a:avLst>
          </a:prstGeom>
          <a:solidFill>
            <a:srgbClr val="FCFBF8">
              <a:alpha val="5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indent="-171450">
              <a:buFont typeface="Arial" panose="020B0604020202020204" pitchFamily="34" charset="0"/>
              <a:buChar char="•"/>
            </a:pPr>
            <a:r>
              <a:rPr lang="en-US" sz="1200">
                <a:solidFill>
                  <a:srgbClr val="3D3C38"/>
                </a:solidFill>
              </a:rPr>
              <a:t>Empathy</a:t>
            </a:r>
          </a:p>
          <a:p>
            <a:pPr marL="171450" indent="-171450">
              <a:buFont typeface="Arial" panose="020B0604020202020204" pitchFamily="34" charset="0"/>
              <a:buChar char="•"/>
            </a:pPr>
            <a:r>
              <a:rPr lang="en-US" sz="1200">
                <a:solidFill>
                  <a:srgbClr val="3D3C38"/>
                </a:solidFill>
              </a:rPr>
              <a:t>Active Listening and Comprehension</a:t>
            </a:r>
          </a:p>
          <a:p>
            <a:pPr marL="171450" indent="-171450">
              <a:buFont typeface="Arial" panose="020B0604020202020204" pitchFamily="34" charset="0"/>
              <a:buChar char="•"/>
            </a:pPr>
            <a:r>
              <a:rPr lang="en-US" sz="1200">
                <a:solidFill>
                  <a:srgbClr val="3D3C38"/>
                </a:solidFill>
              </a:rPr>
              <a:t>Positive Scripting, Proper Setting of Expectations</a:t>
            </a:r>
          </a:p>
        </p:txBody>
      </p:sp>
      <p:sp>
        <p:nvSpPr>
          <p:cNvPr id="21" name="Rectangle: Rounded Corners 20">
            <a:extLst>
              <a:ext uri="{FF2B5EF4-FFF2-40B4-BE49-F238E27FC236}">
                <a16:creationId xmlns:a16="http://schemas.microsoft.com/office/drawing/2014/main" id="{97345C1C-5A28-968F-876D-CE8E3227FD49}"/>
              </a:ext>
            </a:extLst>
          </p:cNvPr>
          <p:cNvSpPr/>
          <p:nvPr/>
        </p:nvSpPr>
        <p:spPr>
          <a:xfrm>
            <a:off x="473569" y="5344612"/>
            <a:ext cx="3657600" cy="914400"/>
          </a:xfrm>
          <a:prstGeom prst="roundRect">
            <a:avLst>
              <a:gd name="adj" fmla="val 10591"/>
            </a:avLst>
          </a:prstGeom>
          <a:solidFill>
            <a:srgbClr val="ECFAFC"/>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200" b="1">
                <a:solidFill>
                  <a:srgbClr val="3D3C38"/>
                </a:solidFill>
                <a:effectLst/>
                <a:ea typeface="Times New Roman" panose="02020603050405020304" pitchFamily="18" charset="0"/>
              </a:rPr>
              <a:t>Scenario 5: </a:t>
            </a:r>
            <a:r>
              <a:rPr lang="en-US" sz="1200" b="1">
                <a:solidFill>
                  <a:srgbClr val="3D3C38"/>
                </a:solidFill>
                <a:ea typeface="Times New Roman" panose="02020603050405020304" pitchFamily="18" charset="0"/>
              </a:rPr>
              <a:t>Benefits and Eligibility + Deescalation</a:t>
            </a:r>
            <a:endParaRPr lang="en-US" sz="1200" b="1" u="sng">
              <a:solidFill>
                <a:srgbClr val="3D3C38"/>
              </a:solidFill>
            </a:endParaRPr>
          </a:p>
        </p:txBody>
      </p:sp>
      <p:sp>
        <p:nvSpPr>
          <p:cNvPr id="22" name="Rectangle: Rounded Corners 21">
            <a:extLst>
              <a:ext uri="{FF2B5EF4-FFF2-40B4-BE49-F238E27FC236}">
                <a16:creationId xmlns:a16="http://schemas.microsoft.com/office/drawing/2014/main" id="{8E25A7E7-B8A9-624D-1368-787A30E5A52B}"/>
              </a:ext>
            </a:extLst>
          </p:cNvPr>
          <p:cNvSpPr/>
          <p:nvPr/>
        </p:nvSpPr>
        <p:spPr>
          <a:xfrm>
            <a:off x="4252606" y="5316039"/>
            <a:ext cx="3657600" cy="914400"/>
          </a:xfrm>
          <a:prstGeom prst="roundRect">
            <a:avLst>
              <a:gd name="adj" fmla="val 10591"/>
            </a:avLst>
          </a:prstGeom>
          <a:solidFill>
            <a:srgbClr val="ECFAFC"/>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00">
                <a:solidFill>
                  <a:srgbClr val="3D3C38"/>
                </a:solidFill>
              </a:rPr>
              <a:t>The member sounded upset because she was charged $20 instead of the usual $10 for her medication. She forgot to order her diabetes medication because she and her family just recently moved to their new home.</a:t>
            </a:r>
          </a:p>
        </p:txBody>
      </p:sp>
      <p:sp>
        <p:nvSpPr>
          <p:cNvPr id="23" name="Rectangle: Rounded Corners 22">
            <a:extLst>
              <a:ext uri="{FF2B5EF4-FFF2-40B4-BE49-F238E27FC236}">
                <a16:creationId xmlns:a16="http://schemas.microsoft.com/office/drawing/2014/main" id="{17286F0B-1566-75FD-3849-C4996AA253B5}"/>
              </a:ext>
            </a:extLst>
          </p:cNvPr>
          <p:cNvSpPr/>
          <p:nvPr/>
        </p:nvSpPr>
        <p:spPr>
          <a:xfrm>
            <a:off x="8011415" y="5316041"/>
            <a:ext cx="3657600" cy="914400"/>
          </a:xfrm>
          <a:prstGeom prst="roundRect">
            <a:avLst>
              <a:gd name="adj" fmla="val 10591"/>
            </a:avLst>
          </a:prstGeom>
          <a:solidFill>
            <a:srgbClr val="ECFAFC"/>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indent="-171450">
              <a:buFont typeface="Arial" panose="020B0604020202020204" pitchFamily="34" charset="0"/>
              <a:buChar char="•"/>
            </a:pPr>
            <a:r>
              <a:rPr lang="en-US" sz="1200">
                <a:solidFill>
                  <a:srgbClr val="3D3C38"/>
                </a:solidFill>
              </a:rPr>
              <a:t>Empathy</a:t>
            </a:r>
          </a:p>
          <a:p>
            <a:pPr marL="171450" indent="-171450">
              <a:buFont typeface="Arial" panose="020B0604020202020204" pitchFamily="34" charset="0"/>
              <a:buChar char="•"/>
            </a:pPr>
            <a:r>
              <a:rPr lang="en-US" sz="1200">
                <a:solidFill>
                  <a:srgbClr val="3D3C38"/>
                </a:solidFill>
              </a:rPr>
              <a:t>Active Listening and Comprehension</a:t>
            </a:r>
          </a:p>
          <a:p>
            <a:pPr marL="171450" indent="-171450">
              <a:buFont typeface="Arial" panose="020B0604020202020204" pitchFamily="34" charset="0"/>
              <a:buChar char="•"/>
            </a:pPr>
            <a:r>
              <a:rPr lang="en-US" sz="1200">
                <a:solidFill>
                  <a:srgbClr val="3D3C38"/>
                </a:solidFill>
              </a:rPr>
              <a:t>Clear and Logical Explanation</a:t>
            </a:r>
          </a:p>
        </p:txBody>
      </p:sp>
    </p:spTree>
    <p:extLst>
      <p:ext uri="{BB962C8B-B14F-4D97-AF65-F5344CB8AC3E}">
        <p14:creationId xmlns:p14="http://schemas.microsoft.com/office/powerpoint/2010/main" val="16016930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7B0AA5-293F-1D09-A6D3-0D4B2E9A05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7AA661-679F-87AF-D750-13D946FB4ED2}"/>
              </a:ext>
            </a:extLst>
          </p:cNvPr>
          <p:cNvSpPr>
            <a:spLocks noGrp="1"/>
          </p:cNvSpPr>
          <p:nvPr>
            <p:ph type="title"/>
          </p:nvPr>
        </p:nvSpPr>
        <p:spPr/>
        <p:txBody>
          <a:bodyPr/>
          <a:lstStyle/>
          <a:p>
            <a:r>
              <a:rPr lang="en-US"/>
              <a:t>Voice CAT Parameters</a:t>
            </a:r>
          </a:p>
        </p:txBody>
      </p:sp>
      <p:sp>
        <p:nvSpPr>
          <p:cNvPr id="41" name="TextBox 40">
            <a:extLst>
              <a:ext uri="{FF2B5EF4-FFF2-40B4-BE49-F238E27FC236}">
                <a16:creationId xmlns:a16="http://schemas.microsoft.com/office/drawing/2014/main" id="{1DDF3BF8-9B1E-0441-B220-48FA275FE76F}"/>
              </a:ext>
            </a:extLst>
          </p:cNvPr>
          <p:cNvSpPr txBox="1"/>
          <p:nvPr/>
        </p:nvSpPr>
        <p:spPr bwMode="gray">
          <a:xfrm>
            <a:off x="446533" y="2595672"/>
            <a:ext cx="1884784" cy="1092607"/>
          </a:xfrm>
          <a:prstGeom prst="rect">
            <a:avLst/>
          </a:prstGeom>
          <a:noFill/>
        </p:spPr>
        <p:txBody>
          <a:bodyPr vert="horz" wrap="square" lIns="0" tIns="0" rIns="0" bIns="0" rtlCol="0">
            <a:spAutoFit/>
          </a:bodyPr>
          <a:lstStyle/>
          <a:p>
            <a:pPr marL="285750" indent="-285750">
              <a:spcBef>
                <a:spcPts val="600"/>
              </a:spcBef>
              <a:buFont typeface="Arial" panose="020B0604020202020204" pitchFamily="34" charset="0"/>
              <a:buChar char="•"/>
            </a:pPr>
            <a:r>
              <a:rPr lang="en-US" sz="1400" dirty="0"/>
              <a:t>Pronunciation</a:t>
            </a:r>
          </a:p>
          <a:p>
            <a:pPr marL="285750" indent="-285750">
              <a:spcBef>
                <a:spcPts val="600"/>
              </a:spcBef>
              <a:buFont typeface="Arial" panose="020B0604020202020204" pitchFamily="34" charset="0"/>
              <a:buChar char="•"/>
            </a:pPr>
            <a:r>
              <a:rPr lang="en-US" sz="1400" dirty="0"/>
              <a:t>Speech Clarity</a:t>
            </a:r>
          </a:p>
          <a:p>
            <a:pPr marL="285750" indent="-285750">
              <a:spcBef>
                <a:spcPts val="600"/>
              </a:spcBef>
              <a:buFont typeface="Arial" panose="020B0604020202020204" pitchFamily="34" charset="0"/>
              <a:buChar char="•"/>
            </a:pPr>
            <a:r>
              <a:rPr lang="en-US" sz="1400" dirty="0"/>
              <a:t>Pace</a:t>
            </a:r>
          </a:p>
          <a:p>
            <a:pPr marL="285750" indent="-285750">
              <a:spcBef>
                <a:spcPts val="600"/>
              </a:spcBef>
              <a:buFont typeface="Arial" panose="020B0604020202020204" pitchFamily="34" charset="0"/>
              <a:buChar char="•"/>
            </a:pPr>
            <a:endParaRPr lang="en-US" sz="1400" dirty="0"/>
          </a:p>
        </p:txBody>
      </p:sp>
      <p:sp>
        <p:nvSpPr>
          <p:cNvPr id="65" name="Rectangle 64">
            <a:extLst>
              <a:ext uri="{FF2B5EF4-FFF2-40B4-BE49-F238E27FC236}">
                <a16:creationId xmlns:a16="http://schemas.microsoft.com/office/drawing/2014/main" id="{CDD62F94-3BED-F8C1-4B2B-D34734478C42}"/>
              </a:ext>
            </a:extLst>
          </p:cNvPr>
          <p:cNvSpPr/>
          <p:nvPr/>
        </p:nvSpPr>
        <p:spPr bwMode="gray">
          <a:xfrm>
            <a:off x="2525487" y="1258888"/>
            <a:ext cx="2282890" cy="4735512"/>
          </a:xfrm>
          <a:prstGeom prst="rect">
            <a:avLst/>
          </a:prstGeom>
          <a:solidFill>
            <a:srgbClr val="FBFAF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42" name="TextBox 41">
            <a:extLst>
              <a:ext uri="{FF2B5EF4-FFF2-40B4-BE49-F238E27FC236}">
                <a16:creationId xmlns:a16="http://schemas.microsoft.com/office/drawing/2014/main" id="{77314767-602D-0E6B-D0F5-F88FC578EE9F}"/>
              </a:ext>
            </a:extLst>
          </p:cNvPr>
          <p:cNvSpPr txBox="1"/>
          <p:nvPr/>
        </p:nvSpPr>
        <p:spPr bwMode="gray">
          <a:xfrm>
            <a:off x="2715287" y="2595672"/>
            <a:ext cx="1884784" cy="1446550"/>
          </a:xfrm>
          <a:prstGeom prst="rect">
            <a:avLst/>
          </a:prstGeom>
          <a:noFill/>
        </p:spPr>
        <p:txBody>
          <a:bodyPr vert="horz" wrap="square" lIns="0" tIns="0" rIns="0" bIns="0" rtlCol="0">
            <a:spAutoFit/>
          </a:bodyPr>
          <a:lstStyle/>
          <a:p>
            <a:pPr marL="285750" indent="-285750">
              <a:spcBef>
                <a:spcPts val="600"/>
              </a:spcBef>
              <a:buFont typeface="Arial" panose="020B0604020202020204" pitchFamily="34" charset="0"/>
              <a:buChar char="•"/>
            </a:pPr>
            <a:r>
              <a:rPr lang="en-US" sz="1400"/>
              <a:t>Vocabulary</a:t>
            </a:r>
          </a:p>
          <a:p>
            <a:pPr marL="285750" indent="-285750">
              <a:spcBef>
                <a:spcPts val="600"/>
              </a:spcBef>
              <a:buFont typeface="Arial" panose="020B0604020202020204" pitchFamily="34" charset="0"/>
              <a:buChar char="•"/>
            </a:pPr>
            <a:r>
              <a:rPr lang="en-US" sz="1400"/>
              <a:t>Sentence Structure</a:t>
            </a:r>
          </a:p>
          <a:p>
            <a:pPr marL="285750" indent="-285750">
              <a:spcBef>
                <a:spcPts val="600"/>
              </a:spcBef>
              <a:buFont typeface="Arial" panose="020B0604020202020204" pitchFamily="34" charset="0"/>
              <a:buChar char="•"/>
            </a:pPr>
            <a:r>
              <a:rPr lang="en-US" sz="1400"/>
              <a:t>Use and Understanding of Idiomatic Expressions</a:t>
            </a:r>
          </a:p>
        </p:txBody>
      </p:sp>
      <p:sp>
        <p:nvSpPr>
          <p:cNvPr id="43" name="TextBox 42">
            <a:extLst>
              <a:ext uri="{FF2B5EF4-FFF2-40B4-BE49-F238E27FC236}">
                <a16:creationId xmlns:a16="http://schemas.microsoft.com/office/drawing/2014/main" id="{01556A9C-B44B-518E-5821-0E12CC42E763}"/>
              </a:ext>
            </a:extLst>
          </p:cNvPr>
          <p:cNvSpPr txBox="1"/>
          <p:nvPr/>
        </p:nvSpPr>
        <p:spPr bwMode="gray">
          <a:xfrm>
            <a:off x="4984041" y="2595672"/>
            <a:ext cx="1974980" cy="1308050"/>
          </a:xfrm>
          <a:prstGeom prst="rect">
            <a:avLst/>
          </a:prstGeom>
          <a:noFill/>
        </p:spPr>
        <p:txBody>
          <a:bodyPr vert="horz" wrap="square" lIns="0" tIns="0" rIns="0" bIns="0" rtlCol="0">
            <a:spAutoFit/>
          </a:bodyPr>
          <a:lstStyle/>
          <a:p>
            <a:pPr marL="285750" indent="-285750">
              <a:spcBef>
                <a:spcPts val="600"/>
              </a:spcBef>
              <a:buFont typeface="Arial" panose="020B0604020202020204" pitchFamily="34" charset="0"/>
              <a:buChar char="•"/>
            </a:pPr>
            <a:r>
              <a:rPr lang="en-US" sz="1400"/>
              <a:t>Subject-Verb Agreement</a:t>
            </a:r>
          </a:p>
          <a:p>
            <a:pPr marL="285750" indent="-285750">
              <a:spcBef>
                <a:spcPts val="600"/>
              </a:spcBef>
              <a:buFont typeface="Arial" panose="020B0604020202020204" pitchFamily="34" charset="0"/>
              <a:buChar char="•"/>
            </a:pPr>
            <a:r>
              <a:rPr lang="en-US" sz="1400"/>
              <a:t>Verb Tenses</a:t>
            </a:r>
          </a:p>
          <a:p>
            <a:pPr marL="285750" indent="-285750">
              <a:spcBef>
                <a:spcPts val="600"/>
              </a:spcBef>
              <a:buFont typeface="Arial" panose="020B0604020202020204" pitchFamily="34" charset="0"/>
              <a:buChar char="•"/>
            </a:pPr>
            <a:r>
              <a:rPr lang="en-US" sz="1400"/>
              <a:t>Prepositions</a:t>
            </a:r>
          </a:p>
          <a:p>
            <a:pPr marL="285750" indent="-285750">
              <a:spcBef>
                <a:spcPts val="600"/>
              </a:spcBef>
              <a:buFont typeface="Arial" panose="020B0604020202020204" pitchFamily="34" charset="0"/>
              <a:buChar char="•"/>
            </a:pPr>
            <a:r>
              <a:rPr lang="en-US" sz="1400"/>
              <a:t>Articles</a:t>
            </a:r>
          </a:p>
        </p:txBody>
      </p:sp>
      <p:sp>
        <p:nvSpPr>
          <p:cNvPr id="66" name="Rectangle 65">
            <a:extLst>
              <a:ext uri="{FF2B5EF4-FFF2-40B4-BE49-F238E27FC236}">
                <a16:creationId xmlns:a16="http://schemas.microsoft.com/office/drawing/2014/main" id="{1831EAEF-2325-A36C-DA74-8A8C2D2F55A9}"/>
              </a:ext>
            </a:extLst>
          </p:cNvPr>
          <p:cNvSpPr/>
          <p:nvPr/>
        </p:nvSpPr>
        <p:spPr bwMode="gray">
          <a:xfrm>
            <a:off x="7141029" y="1258888"/>
            <a:ext cx="2282890" cy="4735512"/>
          </a:xfrm>
          <a:prstGeom prst="rect">
            <a:avLst/>
          </a:prstGeom>
          <a:solidFill>
            <a:srgbClr val="FBFAF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44" name="TextBox 43">
            <a:extLst>
              <a:ext uri="{FF2B5EF4-FFF2-40B4-BE49-F238E27FC236}">
                <a16:creationId xmlns:a16="http://schemas.microsoft.com/office/drawing/2014/main" id="{9B88CCCC-A221-C4EC-FE65-585402DBDF8F}"/>
              </a:ext>
            </a:extLst>
          </p:cNvPr>
          <p:cNvSpPr txBox="1"/>
          <p:nvPr/>
        </p:nvSpPr>
        <p:spPr bwMode="gray">
          <a:xfrm>
            <a:off x="7342991" y="2595672"/>
            <a:ext cx="1884784" cy="3416320"/>
          </a:xfrm>
          <a:prstGeom prst="rect">
            <a:avLst/>
          </a:prstGeom>
          <a:noFill/>
        </p:spPr>
        <p:txBody>
          <a:bodyPr vert="horz" wrap="square" lIns="0" tIns="0" rIns="0" bIns="0" rtlCol="0">
            <a:spAutoFit/>
          </a:bodyPr>
          <a:lstStyle/>
          <a:p>
            <a:pPr marL="285750" indent="-285750">
              <a:spcBef>
                <a:spcPts val="600"/>
              </a:spcBef>
              <a:buFont typeface="Arial" panose="020B0604020202020204" pitchFamily="34" charset="0"/>
              <a:buChar char="•"/>
            </a:pPr>
            <a:r>
              <a:rPr lang="en-US" sz="1400"/>
              <a:t>Conversational Skills</a:t>
            </a:r>
          </a:p>
          <a:p>
            <a:pPr marL="285750" indent="-285750">
              <a:spcBef>
                <a:spcPts val="600"/>
              </a:spcBef>
              <a:buFont typeface="Arial" panose="020B0604020202020204" pitchFamily="34" charset="0"/>
              <a:buChar char="•"/>
            </a:pPr>
            <a:r>
              <a:rPr lang="en-US" sz="1400"/>
              <a:t>Empathy and Rapport</a:t>
            </a:r>
          </a:p>
          <a:p>
            <a:pPr marL="285750" indent="-285750">
              <a:spcBef>
                <a:spcPts val="600"/>
              </a:spcBef>
              <a:buFont typeface="Arial" panose="020B0604020202020204" pitchFamily="34" charset="0"/>
              <a:buChar char="•"/>
            </a:pPr>
            <a:r>
              <a:rPr lang="en-US" sz="1400"/>
              <a:t>Probing</a:t>
            </a:r>
          </a:p>
          <a:p>
            <a:pPr marL="285750" indent="-285750">
              <a:spcBef>
                <a:spcPts val="600"/>
              </a:spcBef>
              <a:buFont typeface="Arial" panose="020B0604020202020204" pitchFamily="34" charset="0"/>
              <a:buChar char="•"/>
            </a:pPr>
            <a:r>
              <a:rPr lang="en-US" sz="1400"/>
              <a:t>Critical Thinking and Decision Making </a:t>
            </a:r>
          </a:p>
          <a:p>
            <a:pPr marL="285750" indent="-285750">
              <a:spcBef>
                <a:spcPts val="600"/>
              </a:spcBef>
              <a:buFont typeface="Arial" panose="020B0604020202020204" pitchFamily="34" charset="0"/>
              <a:buChar char="•"/>
            </a:pPr>
            <a:r>
              <a:rPr lang="en-US" sz="1400"/>
              <a:t>Problem Solving</a:t>
            </a:r>
          </a:p>
          <a:p>
            <a:pPr marL="285750" indent="-285750">
              <a:spcBef>
                <a:spcPts val="600"/>
              </a:spcBef>
              <a:buFont typeface="Arial" panose="020B0604020202020204" pitchFamily="34" charset="0"/>
              <a:buChar char="•"/>
            </a:pPr>
            <a:r>
              <a:rPr lang="en-US" sz="1400"/>
              <a:t>Positive Scripting</a:t>
            </a:r>
          </a:p>
          <a:p>
            <a:pPr marL="285750" indent="-285750">
              <a:spcBef>
                <a:spcPts val="600"/>
              </a:spcBef>
              <a:buFont typeface="Arial" panose="020B0604020202020204" pitchFamily="34" charset="0"/>
              <a:buChar char="•"/>
            </a:pPr>
            <a:r>
              <a:rPr lang="en-US" sz="1400"/>
              <a:t>Tone </a:t>
            </a:r>
          </a:p>
          <a:p>
            <a:pPr marL="285750" indent="-285750">
              <a:spcBef>
                <a:spcPts val="600"/>
              </a:spcBef>
              <a:buFont typeface="Arial" panose="020B0604020202020204" pitchFamily="34" charset="0"/>
              <a:buChar char="•"/>
            </a:pPr>
            <a:r>
              <a:rPr lang="en-US" sz="1400"/>
              <a:t>Comprehension</a:t>
            </a:r>
          </a:p>
          <a:p>
            <a:pPr marL="285750" indent="-285750">
              <a:spcBef>
                <a:spcPts val="600"/>
              </a:spcBef>
              <a:buFont typeface="Arial" panose="020B0604020202020204" pitchFamily="34" charset="0"/>
              <a:buChar char="•"/>
            </a:pPr>
            <a:endParaRPr lang="en-US" sz="1400"/>
          </a:p>
        </p:txBody>
      </p:sp>
      <p:sp>
        <p:nvSpPr>
          <p:cNvPr id="45" name="TextBox 44">
            <a:extLst>
              <a:ext uri="{FF2B5EF4-FFF2-40B4-BE49-F238E27FC236}">
                <a16:creationId xmlns:a16="http://schemas.microsoft.com/office/drawing/2014/main" id="{E8DBE81D-A4DD-B535-EE34-834189958DEC}"/>
              </a:ext>
            </a:extLst>
          </p:cNvPr>
          <p:cNvSpPr txBox="1"/>
          <p:nvPr/>
        </p:nvSpPr>
        <p:spPr bwMode="gray">
          <a:xfrm>
            <a:off x="9611744" y="2595672"/>
            <a:ext cx="2127379" cy="1446550"/>
          </a:xfrm>
          <a:prstGeom prst="rect">
            <a:avLst/>
          </a:prstGeom>
          <a:noFill/>
        </p:spPr>
        <p:txBody>
          <a:bodyPr vert="horz" wrap="square" lIns="0" tIns="0" rIns="0" bIns="0" rtlCol="0">
            <a:spAutoFit/>
          </a:bodyPr>
          <a:lstStyle/>
          <a:p>
            <a:pPr marL="285750" indent="-285750">
              <a:spcBef>
                <a:spcPts val="600"/>
              </a:spcBef>
              <a:buFont typeface="Arial" panose="020B0604020202020204" pitchFamily="34" charset="0"/>
              <a:buChar char="•"/>
            </a:pPr>
            <a:r>
              <a:rPr lang="en-US" sz="1400"/>
              <a:t>Logical Presentation of Ideas</a:t>
            </a:r>
          </a:p>
          <a:p>
            <a:pPr marL="285750" indent="-285750">
              <a:spcBef>
                <a:spcPts val="600"/>
              </a:spcBef>
              <a:buFont typeface="Arial" panose="020B0604020202020204" pitchFamily="34" charset="0"/>
              <a:buChar char="•"/>
            </a:pPr>
            <a:r>
              <a:rPr lang="en-US" sz="1400"/>
              <a:t>Clear and Easy to Follow Instructions</a:t>
            </a:r>
          </a:p>
          <a:p>
            <a:pPr marL="285750" indent="-285750">
              <a:spcBef>
                <a:spcPts val="600"/>
              </a:spcBef>
              <a:buFont typeface="Arial" panose="020B0604020202020204" pitchFamily="34" charset="0"/>
              <a:buChar char="•"/>
            </a:pPr>
            <a:r>
              <a:rPr lang="en-US" sz="1400"/>
              <a:t>Directness of Responses</a:t>
            </a:r>
          </a:p>
        </p:txBody>
      </p:sp>
      <p:pic>
        <p:nvPicPr>
          <p:cNvPr id="3" name="Picture 2">
            <a:extLst>
              <a:ext uri="{FF2B5EF4-FFF2-40B4-BE49-F238E27FC236}">
                <a16:creationId xmlns:a16="http://schemas.microsoft.com/office/drawing/2014/main" id="{AF94F532-DFB2-7AA5-8217-708CE240C77C}"/>
              </a:ext>
              <a:ext uri="{C183D7F6-B498-43B3-948B-1728B52AA6E4}">
                <adec:decorative xmlns:adec="http://schemas.microsoft.com/office/drawing/2017/decorative" val="0"/>
              </a:ext>
            </a:extLst>
          </p:cNvPr>
          <p:cNvPicPr>
            <a:picLocks noChangeAspect="1"/>
          </p:cNvPicPr>
          <p:nvPr/>
        </p:nvPicPr>
        <p:blipFill>
          <a:blip r:embed="rId3">
            <a:extLst>
              <a:ext uri="{28A0092B-C50C-407E-A947-70E740481C1C}">
                <a14:useLocalDpi xmlns:a14="http://schemas.microsoft.com/office/drawing/2010/main" val="0"/>
              </a:ext>
            </a:extLst>
          </a:blip>
          <a:srcRect l="104" r="104"/>
          <a:stretch/>
        </p:blipFill>
        <p:spPr bwMode="gray">
          <a:xfrm>
            <a:off x="467926" y="1478884"/>
            <a:ext cx="611373" cy="612648"/>
          </a:xfrm>
          <a:prstGeom prst="rect">
            <a:avLst/>
          </a:prstGeom>
        </p:spPr>
      </p:pic>
      <p:pic>
        <p:nvPicPr>
          <p:cNvPr id="8" name="Picture 7" descr="A white and black magnifying glass&#10;&#10;AI-generated content may be incorrect.">
            <a:extLst>
              <a:ext uri="{FF2B5EF4-FFF2-40B4-BE49-F238E27FC236}">
                <a16:creationId xmlns:a16="http://schemas.microsoft.com/office/drawing/2014/main" id="{C4DFE1D2-06CE-E895-68BE-C994BCD7D2C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42990" y="1481932"/>
            <a:ext cx="609600" cy="609600"/>
          </a:xfrm>
          <a:prstGeom prst="rect">
            <a:avLst/>
          </a:prstGeom>
        </p:spPr>
      </p:pic>
      <p:pic>
        <p:nvPicPr>
          <p:cNvPr id="5" name="Picture 4">
            <a:extLst>
              <a:ext uri="{FF2B5EF4-FFF2-40B4-BE49-F238E27FC236}">
                <a16:creationId xmlns:a16="http://schemas.microsoft.com/office/drawing/2014/main" id="{1D0BA2F2-08D3-B636-9162-E9D0966BFCC0}"/>
              </a:ext>
              <a:ext uri="{C183D7F6-B498-43B3-948B-1728B52AA6E4}">
                <adec:decorative xmlns:adec="http://schemas.microsoft.com/office/drawing/2017/decorative" val="0"/>
              </a:ext>
            </a:extLst>
          </p:cNvPr>
          <p:cNvPicPr>
            <a:picLocks noChangeAspect="1"/>
          </p:cNvPicPr>
          <p:nvPr/>
        </p:nvPicPr>
        <p:blipFill>
          <a:blip r:embed="rId5">
            <a:extLst>
              <a:ext uri="{28A0092B-C50C-407E-A947-70E740481C1C}">
                <a14:useLocalDpi xmlns:a14="http://schemas.microsoft.com/office/drawing/2010/main" val="0"/>
              </a:ext>
            </a:extLst>
          </a:blip>
          <a:srcRect l="104" r="104"/>
          <a:stretch/>
        </p:blipFill>
        <p:spPr bwMode="gray">
          <a:xfrm>
            <a:off x="2715287" y="1475836"/>
            <a:ext cx="611373" cy="612648"/>
          </a:xfrm>
          <a:prstGeom prst="rect">
            <a:avLst/>
          </a:prstGeom>
        </p:spPr>
      </p:pic>
      <p:pic>
        <p:nvPicPr>
          <p:cNvPr id="7" name="Picture 6">
            <a:extLst>
              <a:ext uri="{FF2B5EF4-FFF2-40B4-BE49-F238E27FC236}">
                <a16:creationId xmlns:a16="http://schemas.microsoft.com/office/drawing/2014/main" id="{894604A3-21C6-9620-4E6F-5A1768B8E08B}"/>
              </a:ext>
              <a:ext uri="{C183D7F6-B498-43B3-948B-1728B52AA6E4}">
                <adec:decorative xmlns:adec="http://schemas.microsoft.com/office/drawing/2017/decorative" val="0"/>
              </a:ext>
            </a:extLst>
          </p:cNvPr>
          <p:cNvPicPr>
            <a:picLocks noChangeAspect="1"/>
          </p:cNvPicPr>
          <p:nvPr/>
        </p:nvPicPr>
        <p:blipFill>
          <a:blip r:embed="rId6">
            <a:extLst>
              <a:ext uri="{28A0092B-C50C-407E-A947-70E740481C1C}">
                <a14:useLocalDpi xmlns:a14="http://schemas.microsoft.com/office/drawing/2010/main" val="0"/>
              </a:ext>
            </a:extLst>
          </a:blip>
          <a:srcRect l="104" r="104"/>
          <a:stretch/>
        </p:blipFill>
        <p:spPr bwMode="gray">
          <a:xfrm>
            <a:off x="5010338" y="1475836"/>
            <a:ext cx="611373" cy="612648"/>
          </a:xfrm>
          <a:prstGeom prst="rect">
            <a:avLst/>
          </a:prstGeom>
        </p:spPr>
      </p:pic>
      <p:pic>
        <p:nvPicPr>
          <p:cNvPr id="10" name="Picture 9">
            <a:extLst>
              <a:ext uri="{FF2B5EF4-FFF2-40B4-BE49-F238E27FC236}">
                <a16:creationId xmlns:a16="http://schemas.microsoft.com/office/drawing/2014/main" id="{4CF2376E-B40C-78FD-4C7F-356008754C93}"/>
              </a:ext>
              <a:ext uri="{C183D7F6-B498-43B3-948B-1728B52AA6E4}">
                <adec:decorative xmlns:adec="http://schemas.microsoft.com/office/drawing/2017/decorative" val="0"/>
              </a:ext>
            </a:extLst>
          </p:cNvPr>
          <p:cNvPicPr>
            <a:picLocks noChangeAspect="1"/>
          </p:cNvPicPr>
          <p:nvPr/>
        </p:nvPicPr>
        <p:blipFill>
          <a:blip r:embed="rId7">
            <a:extLst>
              <a:ext uri="{28A0092B-C50C-407E-A947-70E740481C1C}">
                <a14:useLocalDpi xmlns:a14="http://schemas.microsoft.com/office/drawing/2010/main" val="0"/>
              </a:ext>
            </a:extLst>
          </a:blip>
          <a:srcRect l="104" r="104"/>
          <a:stretch/>
        </p:blipFill>
        <p:spPr bwMode="gray">
          <a:xfrm>
            <a:off x="9666873" y="1475836"/>
            <a:ext cx="611373" cy="612648"/>
          </a:xfrm>
          <a:prstGeom prst="rect">
            <a:avLst/>
          </a:prstGeom>
        </p:spPr>
      </p:pic>
      <p:sp>
        <p:nvSpPr>
          <p:cNvPr id="11" name="TextBox 10">
            <a:extLst>
              <a:ext uri="{FF2B5EF4-FFF2-40B4-BE49-F238E27FC236}">
                <a16:creationId xmlns:a16="http://schemas.microsoft.com/office/drawing/2014/main" id="{09B227F3-D370-E352-1B5C-DED021691891}"/>
              </a:ext>
            </a:extLst>
          </p:cNvPr>
          <p:cNvSpPr txBox="1"/>
          <p:nvPr/>
        </p:nvSpPr>
        <p:spPr bwMode="gray">
          <a:xfrm>
            <a:off x="1176668" y="1589481"/>
            <a:ext cx="1295665" cy="400110"/>
          </a:xfrm>
          <a:prstGeom prst="rect">
            <a:avLst/>
          </a:prstGeom>
          <a:noFill/>
        </p:spPr>
        <p:txBody>
          <a:bodyPr vert="horz" wrap="square" lIns="0" tIns="0" rIns="0" bIns="0" rtlCol="0">
            <a:spAutoFit/>
          </a:bodyPr>
          <a:lstStyle/>
          <a:p>
            <a:pPr>
              <a:spcBef>
                <a:spcPts val="600"/>
              </a:spcBef>
            </a:pPr>
            <a:r>
              <a:rPr lang="en-US" sz="1300"/>
              <a:t>Phonological Control</a:t>
            </a:r>
          </a:p>
        </p:txBody>
      </p:sp>
      <p:sp>
        <p:nvSpPr>
          <p:cNvPr id="12" name="TextBox 11">
            <a:extLst>
              <a:ext uri="{FF2B5EF4-FFF2-40B4-BE49-F238E27FC236}">
                <a16:creationId xmlns:a16="http://schemas.microsoft.com/office/drawing/2014/main" id="{E5BF78CC-128F-1DD5-6701-B0D45B67D9D3}"/>
              </a:ext>
            </a:extLst>
          </p:cNvPr>
          <p:cNvSpPr txBox="1"/>
          <p:nvPr/>
        </p:nvSpPr>
        <p:spPr bwMode="gray">
          <a:xfrm>
            <a:off x="3429925" y="1589481"/>
            <a:ext cx="1180385" cy="400110"/>
          </a:xfrm>
          <a:prstGeom prst="rect">
            <a:avLst/>
          </a:prstGeom>
          <a:noFill/>
        </p:spPr>
        <p:txBody>
          <a:bodyPr vert="horz" wrap="square" lIns="0" tIns="0" rIns="0" bIns="0" rtlCol="0">
            <a:spAutoFit/>
          </a:bodyPr>
          <a:lstStyle/>
          <a:p>
            <a:pPr>
              <a:spcBef>
                <a:spcPts val="600"/>
              </a:spcBef>
            </a:pPr>
            <a:r>
              <a:rPr lang="en-US" sz="1300"/>
              <a:t>Lexical Resource</a:t>
            </a:r>
          </a:p>
        </p:txBody>
      </p:sp>
      <p:sp>
        <p:nvSpPr>
          <p:cNvPr id="13" name="TextBox 12">
            <a:extLst>
              <a:ext uri="{FF2B5EF4-FFF2-40B4-BE49-F238E27FC236}">
                <a16:creationId xmlns:a16="http://schemas.microsoft.com/office/drawing/2014/main" id="{E317878C-5EBB-D324-438F-060EDC7FA55B}"/>
              </a:ext>
            </a:extLst>
          </p:cNvPr>
          <p:cNvSpPr txBox="1"/>
          <p:nvPr/>
        </p:nvSpPr>
        <p:spPr bwMode="gray">
          <a:xfrm>
            <a:off x="5669700" y="1589481"/>
            <a:ext cx="1180385" cy="400110"/>
          </a:xfrm>
          <a:prstGeom prst="rect">
            <a:avLst/>
          </a:prstGeom>
          <a:noFill/>
        </p:spPr>
        <p:txBody>
          <a:bodyPr vert="horz" wrap="square" lIns="0" tIns="0" rIns="0" bIns="0" rtlCol="0">
            <a:spAutoFit/>
          </a:bodyPr>
          <a:lstStyle/>
          <a:p>
            <a:pPr>
              <a:spcBef>
                <a:spcPts val="600"/>
              </a:spcBef>
            </a:pPr>
            <a:r>
              <a:rPr lang="en-US" sz="1300"/>
              <a:t>Grammatical Accuracy</a:t>
            </a:r>
          </a:p>
        </p:txBody>
      </p:sp>
      <p:sp>
        <p:nvSpPr>
          <p:cNvPr id="15" name="TextBox 14">
            <a:extLst>
              <a:ext uri="{FF2B5EF4-FFF2-40B4-BE49-F238E27FC236}">
                <a16:creationId xmlns:a16="http://schemas.microsoft.com/office/drawing/2014/main" id="{E681A649-0A54-0684-7F3B-59975BEA195F}"/>
              </a:ext>
            </a:extLst>
          </p:cNvPr>
          <p:cNvSpPr txBox="1"/>
          <p:nvPr/>
        </p:nvSpPr>
        <p:spPr bwMode="gray">
          <a:xfrm>
            <a:off x="8057629" y="1589481"/>
            <a:ext cx="1180385" cy="600164"/>
          </a:xfrm>
          <a:prstGeom prst="rect">
            <a:avLst/>
          </a:prstGeom>
          <a:noFill/>
        </p:spPr>
        <p:txBody>
          <a:bodyPr vert="horz" wrap="square" lIns="0" tIns="0" rIns="0" bIns="0" rtlCol="0">
            <a:spAutoFit/>
          </a:bodyPr>
          <a:lstStyle/>
          <a:p>
            <a:pPr>
              <a:spcBef>
                <a:spcPts val="600"/>
              </a:spcBef>
            </a:pPr>
            <a:r>
              <a:rPr lang="en-US" sz="1300"/>
              <a:t>Interaction and Discourse Management</a:t>
            </a:r>
          </a:p>
        </p:txBody>
      </p:sp>
      <p:sp>
        <p:nvSpPr>
          <p:cNvPr id="16" name="TextBox 15">
            <a:extLst>
              <a:ext uri="{FF2B5EF4-FFF2-40B4-BE49-F238E27FC236}">
                <a16:creationId xmlns:a16="http://schemas.microsoft.com/office/drawing/2014/main" id="{4950C1B0-544D-BA05-1999-6203F53549BC}"/>
              </a:ext>
            </a:extLst>
          </p:cNvPr>
          <p:cNvSpPr txBox="1"/>
          <p:nvPr/>
        </p:nvSpPr>
        <p:spPr bwMode="gray">
          <a:xfrm>
            <a:off x="10340519" y="1589481"/>
            <a:ext cx="1180385" cy="200055"/>
          </a:xfrm>
          <a:prstGeom prst="rect">
            <a:avLst/>
          </a:prstGeom>
          <a:noFill/>
        </p:spPr>
        <p:txBody>
          <a:bodyPr vert="horz" wrap="square" lIns="0" tIns="0" rIns="0" bIns="0" rtlCol="0">
            <a:spAutoFit/>
          </a:bodyPr>
          <a:lstStyle/>
          <a:p>
            <a:pPr>
              <a:spcBef>
                <a:spcPts val="600"/>
              </a:spcBef>
            </a:pPr>
            <a:r>
              <a:rPr lang="en-US" sz="1300"/>
              <a:t>Coherence</a:t>
            </a:r>
          </a:p>
        </p:txBody>
      </p:sp>
    </p:spTree>
    <p:extLst>
      <p:ext uri="{BB962C8B-B14F-4D97-AF65-F5344CB8AC3E}">
        <p14:creationId xmlns:p14="http://schemas.microsoft.com/office/powerpoint/2010/main" val="21185069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7CF38-3586-DBE5-E57C-997E2E0A5E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EB4955-2B71-BD75-9BDB-A1A533867AFB}"/>
              </a:ext>
            </a:extLst>
          </p:cNvPr>
          <p:cNvSpPr>
            <a:spLocks noGrp="1"/>
          </p:cNvSpPr>
          <p:nvPr>
            <p:ph type="title"/>
          </p:nvPr>
        </p:nvSpPr>
        <p:spPr/>
        <p:txBody>
          <a:bodyPr/>
          <a:lstStyle/>
          <a:p>
            <a:r>
              <a:rPr lang="en-US" dirty="0"/>
              <a:t>Non-voice CAT Parameters</a:t>
            </a:r>
          </a:p>
        </p:txBody>
      </p:sp>
      <p:sp>
        <p:nvSpPr>
          <p:cNvPr id="41" name="TextBox 40">
            <a:extLst>
              <a:ext uri="{FF2B5EF4-FFF2-40B4-BE49-F238E27FC236}">
                <a16:creationId xmlns:a16="http://schemas.microsoft.com/office/drawing/2014/main" id="{325F61E9-F592-7175-35E1-76DDC63047B9}"/>
              </a:ext>
            </a:extLst>
          </p:cNvPr>
          <p:cNvSpPr txBox="1"/>
          <p:nvPr/>
        </p:nvSpPr>
        <p:spPr bwMode="gray">
          <a:xfrm>
            <a:off x="485863" y="2595672"/>
            <a:ext cx="1884784" cy="1523494"/>
          </a:xfrm>
          <a:prstGeom prst="rect">
            <a:avLst/>
          </a:prstGeom>
          <a:noFill/>
        </p:spPr>
        <p:txBody>
          <a:bodyPr vert="horz" wrap="square" lIns="0" tIns="0" rIns="0" bIns="0" rtlCol="0">
            <a:spAutoFit/>
          </a:bodyPr>
          <a:lstStyle/>
          <a:p>
            <a:pPr marL="285750" indent="-285750">
              <a:spcBef>
                <a:spcPts val="600"/>
              </a:spcBef>
              <a:buFont typeface="Arial" panose="020B0604020202020204" pitchFamily="34" charset="0"/>
              <a:buChar char="•"/>
            </a:pPr>
            <a:r>
              <a:rPr lang="en-US" sz="1400" dirty="0"/>
              <a:t>Timeliness</a:t>
            </a:r>
          </a:p>
          <a:p>
            <a:pPr marL="285750" indent="-285750">
              <a:spcBef>
                <a:spcPts val="600"/>
              </a:spcBef>
              <a:buFont typeface="Arial" panose="020B0604020202020204" pitchFamily="34" charset="0"/>
              <a:buChar char="•"/>
            </a:pPr>
            <a:r>
              <a:rPr lang="en-US" sz="1400" dirty="0"/>
              <a:t>Capitalization</a:t>
            </a:r>
          </a:p>
          <a:p>
            <a:pPr marL="285750" indent="-285750">
              <a:spcBef>
                <a:spcPts val="600"/>
              </a:spcBef>
              <a:buFont typeface="Arial" panose="020B0604020202020204" pitchFamily="34" charset="0"/>
              <a:buChar char="•"/>
            </a:pPr>
            <a:r>
              <a:rPr lang="en-US" sz="1400" dirty="0"/>
              <a:t>Appropriate use of acronyms and abbreviations</a:t>
            </a:r>
          </a:p>
          <a:p>
            <a:pPr marL="285750" indent="-285750">
              <a:spcBef>
                <a:spcPts val="600"/>
              </a:spcBef>
              <a:buFont typeface="Arial" panose="020B0604020202020204" pitchFamily="34" charset="0"/>
              <a:buChar char="•"/>
            </a:pPr>
            <a:r>
              <a:rPr lang="en-US" sz="1400" dirty="0"/>
              <a:t>Use of Jargon</a:t>
            </a:r>
          </a:p>
        </p:txBody>
      </p:sp>
      <p:sp>
        <p:nvSpPr>
          <p:cNvPr id="65" name="Rectangle 64">
            <a:extLst>
              <a:ext uri="{FF2B5EF4-FFF2-40B4-BE49-F238E27FC236}">
                <a16:creationId xmlns:a16="http://schemas.microsoft.com/office/drawing/2014/main" id="{0D1D75DA-193E-4304-C224-5421149EE8B4}"/>
              </a:ext>
            </a:extLst>
          </p:cNvPr>
          <p:cNvSpPr/>
          <p:nvPr/>
        </p:nvSpPr>
        <p:spPr bwMode="gray">
          <a:xfrm>
            <a:off x="3105599" y="1258888"/>
            <a:ext cx="2612567" cy="4735512"/>
          </a:xfrm>
          <a:prstGeom prst="rect">
            <a:avLst/>
          </a:prstGeom>
          <a:solidFill>
            <a:srgbClr val="FBFAF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42" name="TextBox 41">
            <a:extLst>
              <a:ext uri="{FF2B5EF4-FFF2-40B4-BE49-F238E27FC236}">
                <a16:creationId xmlns:a16="http://schemas.microsoft.com/office/drawing/2014/main" id="{89B57846-26AB-1F3C-03F5-3FE656D3544B}"/>
              </a:ext>
            </a:extLst>
          </p:cNvPr>
          <p:cNvSpPr txBox="1"/>
          <p:nvPr/>
        </p:nvSpPr>
        <p:spPr bwMode="gray">
          <a:xfrm>
            <a:off x="3295400" y="2595672"/>
            <a:ext cx="1884784" cy="1600438"/>
          </a:xfrm>
          <a:prstGeom prst="rect">
            <a:avLst/>
          </a:prstGeom>
          <a:noFill/>
        </p:spPr>
        <p:txBody>
          <a:bodyPr vert="horz" wrap="square" lIns="0" tIns="0" rIns="0" bIns="0" rtlCol="0">
            <a:spAutoFit/>
          </a:bodyPr>
          <a:lstStyle/>
          <a:p>
            <a:pPr marL="285750" indent="-285750">
              <a:spcBef>
                <a:spcPts val="600"/>
              </a:spcBef>
              <a:buFont typeface="Arial" panose="020B0604020202020204" pitchFamily="34" charset="0"/>
              <a:buChar char="•"/>
            </a:pPr>
            <a:r>
              <a:rPr lang="en-US" sz="1400"/>
              <a:t>Sentence Structure</a:t>
            </a:r>
          </a:p>
          <a:p>
            <a:pPr marL="285750" indent="-285750">
              <a:spcBef>
                <a:spcPts val="600"/>
              </a:spcBef>
              <a:buFont typeface="Arial" panose="020B0604020202020204" pitchFamily="34" charset="0"/>
              <a:buChar char="•"/>
            </a:pPr>
            <a:r>
              <a:rPr lang="en-US" sz="1400"/>
              <a:t>Subject-Verb Agreement</a:t>
            </a:r>
          </a:p>
          <a:p>
            <a:pPr marL="285750" indent="-285750">
              <a:spcBef>
                <a:spcPts val="600"/>
              </a:spcBef>
              <a:buFont typeface="Arial" panose="020B0604020202020204" pitchFamily="34" charset="0"/>
              <a:buChar char="•"/>
            </a:pPr>
            <a:r>
              <a:rPr lang="en-US" sz="1400"/>
              <a:t>Verb Tenses</a:t>
            </a:r>
          </a:p>
          <a:p>
            <a:pPr marL="285750" indent="-285750">
              <a:spcBef>
                <a:spcPts val="600"/>
              </a:spcBef>
              <a:buFont typeface="Arial" panose="020B0604020202020204" pitchFamily="34" charset="0"/>
              <a:buChar char="•"/>
            </a:pPr>
            <a:r>
              <a:rPr lang="en-US" sz="1400"/>
              <a:t>Prepositions</a:t>
            </a:r>
          </a:p>
          <a:p>
            <a:pPr marL="285750" indent="-285750">
              <a:spcBef>
                <a:spcPts val="600"/>
              </a:spcBef>
              <a:buFont typeface="Arial" panose="020B0604020202020204" pitchFamily="34" charset="0"/>
              <a:buChar char="•"/>
            </a:pPr>
            <a:r>
              <a:rPr lang="en-US" sz="1400"/>
              <a:t>Articles</a:t>
            </a:r>
          </a:p>
        </p:txBody>
      </p:sp>
      <p:sp>
        <p:nvSpPr>
          <p:cNvPr id="43" name="TextBox 42">
            <a:extLst>
              <a:ext uri="{FF2B5EF4-FFF2-40B4-BE49-F238E27FC236}">
                <a16:creationId xmlns:a16="http://schemas.microsoft.com/office/drawing/2014/main" id="{00C15516-3BE5-000B-B0D5-3C9605E1A0FA}"/>
              </a:ext>
            </a:extLst>
          </p:cNvPr>
          <p:cNvSpPr txBox="1"/>
          <p:nvPr/>
        </p:nvSpPr>
        <p:spPr bwMode="gray">
          <a:xfrm>
            <a:off x="6183585" y="2595672"/>
            <a:ext cx="1974980" cy="723275"/>
          </a:xfrm>
          <a:prstGeom prst="rect">
            <a:avLst/>
          </a:prstGeom>
          <a:noFill/>
        </p:spPr>
        <p:txBody>
          <a:bodyPr vert="horz" wrap="square" lIns="0" tIns="0" rIns="0" bIns="0" rtlCol="0">
            <a:spAutoFit/>
          </a:bodyPr>
          <a:lstStyle/>
          <a:p>
            <a:pPr marL="285750" indent="-285750">
              <a:spcBef>
                <a:spcPts val="600"/>
              </a:spcBef>
              <a:buFont typeface="Arial" panose="020B0604020202020204" pitchFamily="34" charset="0"/>
              <a:buChar char="•"/>
            </a:pPr>
            <a:r>
              <a:rPr lang="en-US" sz="1400"/>
              <a:t>Correctness in spelling</a:t>
            </a:r>
          </a:p>
          <a:p>
            <a:pPr marL="285750" indent="-285750">
              <a:spcBef>
                <a:spcPts val="600"/>
              </a:spcBef>
              <a:buFont typeface="Arial" panose="020B0604020202020204" pitchFamily="34" charset="0"/>
              <a:buChar char="•"/>
            </a:pPr>
            <a:r>
              <a:rPr lang="en-US" sz="1400"/>
              <a:t>Proper Punctuation</a:t>
            </a:r>
          </a:p>
        </p:txBody>
      </p:sp>
      <p:sp>
        <p:nvSpPr>
          <p:cNvPr id="66" name="Rectangle 65">
            <a:extLst>
              <a:ext uri="{FF2B5EF4-FFF2-40B4-BE49-F238E27FC236}">
                <a16:creationId xmlns:a16="http://schemas.microsoft.com/office/drawing/2014/main" id="{DE0148AF-4249-2763-33AC-785D466E03B4}"/>
              </a:ext>
            </a:extLst>
          </p:cNvPr>
          <p:cNvSpPr/>
          <p:nvPr/>
        </p:nvSpPr>
        <p:spPr bwMode="gray">
          <a:xfrm>
            <a:off x="8822356" y="1258888"/>
            <a:ext cx="2612567" cy="4735512"/>
          </a:xfrm>
          <a:prstGeom prst="rect">
            <a:avLst/>
          </a:prstGeom>
          <a:solidFill>
            <a:srgbClr val="FBFAF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44" name="TextBox 43">
            <a:extLst>
              <a:ext uri="{FF2B5EF4-FFF2-40B4-BE49-F238E27FC236}">
                <a16:creationId xmlns:a16="http://schemas.microsoft.com/office/drawing/2014/main" id="{861C05DE-5661-E5B3-3DFC-87EDFDC7B862}"/>
              </a:ext>
            </a:extLst>
          </p:cNvPr>
          <p:cNvSpPr txBox="1"/>
          <p:nvPr/>
        </p:nvSpPr>
        <p:spPr bwMode="gray">
          <a:xfrm>
            <a:off x="9024319" y="2595672"/>
            <a:ext cx="1884784" cy="1954381"/>
          </a:xfrm>
          <a:prstGeom prst="rect">
            <a:avLst/>
          </a:prstGeom>
          <a:noFill/>
        </p:spPr>
        <p:txBody>
          <a:bodyPr vert="horz" wrap="square" lIns="0" tIns="0" rIns="0" bIns="0" rtlCol="0">
            <a:spAutoFit/>
          </a:bodyPr>
          <a:lstStyle/>
          <a:p>
            <a:pPr marL="285750" indent="-285750">
              <a:spcBef>
                <a:spcPts val="600"/>
              </a:spcBef>
              <a:buFont typeface="Arial" panose="020B0604020202020204" pitchFamily="34" charset="0"/>
              <a:buChar char="•"/>
            </a:pPr>
            <a:r>
              <a:rPr lang="en-US" sz="1400"/>
              <a:t>Complete and concise correspondence</a:t>
            </a:r>
          </a:p>
          <a:p>
            <a:pPr marL="285750" indent="-285750">
              <a:spcBef>
                <a:spcPts val="600"/>
              </a:spcBef>
              <a:buFont typeface="Arial" panose="020B0604020202020204" pitchFamily="34" charset="0"/>
              <a:buChar char="•"/>
            </a:pPr>
            <a:r>
              <a:rPr lang="en-US" sz="1400"/>
              <a:t>Correctness and Accuracy of information</a:t>
            </a:r>
          </a:p>
          <a:p>
            <a:pPr marL="285750" indent="-285750">
              <a:spcBef>
                <a:spcPts val="600"/>
              </a:spcBef>
              <a:buFont typeface="Arial" panose="020B0604020202020204" pitchFamily="34" charset="0"/>
              <a:buChar char="•"/>
            </a:pPr>
            <a:r>
              <a:rPr lang="en-US" sz="1400"/>
              <a:t>Comprehension </a:t>
            </a:r>
          </a:p>
          <a:p>
            <a:pPr marL="285750" indent="-285750">
              <a:spcBef>
                <a:spcPts val="600"/>
              </a:spcBef>
              <a:buFont typeface="Arial" panose="020B0604020202020204" pitchFamily="34" charset="0"/>
              <a:buChar char="•"/>
            </a:pPr>
            <a:endParaRPr lang="en-US" sz="1400"/>
          </a:p>
        </p:txBody>
      </p:sp>
      <p:pic>
        <p:nvPicPr>
          <p:cNvPr id="8" name="Picture 7" descr="A white and black magnifying glass&#10;&#10;AI-generated content may be incorrect.">
            <a:extLst>
              <a:ext uri="{FF2B5EF4-FFF2-40B4-BE49-F238E27FC236}">
                <a16:creationId xmlns:a16="http://schemas.microsoft.com/office/drawing/2014/main" id="{4539D16D-6A8A-25DF-C201-0DBDBDEF98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7256" y="1423205"/>
            <a:ext cx="609600" cy="609600"/>
          </a:xfrm>
          <a:prstGeom prst="rect">
            <a:avLst/>
          </a:prstGeom>
        </p:spPr>
      </p:pic>
      <p:pic>
        <p:nvPicPr>
          <p:cNvPr id="5" name="Picture 4">
            <a:extLst>
              <a:ext uri="{FF2B5EF4-FFF2-40B4-BE49-F238E27FC236}">
                <a16:creationId xmlns:a16="http://schemas.microsoft.com/office/drawing/2014/main" id="{2E81F98B-7FB1-E6FD-96E4-7C35F6D764E3}"/>
              </a:ext>
              <a:ext uri="{C183D7F6-B498-43B3-948B-1728B52AA6E4}">
                <adec:decorative xmlns:adec="http://schemas.microsoft.com/office/drawing/2017/decorative" val="0"/>
              </a:ext>
            </a:extLst>
          </p:cNvPr>
          <p:cNvPicPr>
            <a:picLocks noChangeAspect="1"/>
          </p:cNvPicPr>
          <p:nvPr/>
        </p:nvPicPr>
        <p:blipFill>
          <a:blip r:embed="rId3">
            <a:extLst>
              <a:ext uri="{28A0092B-C50C-407E-A947-70E740481C1C}">
                <a14:useLocalDpi xmlns:a14="http://schemas.microsoft.com/office/drawing/2010/main" val="0"/>
              </a:ext>
            </a:extLst>
          </a:blip>
          <a:srcRect l="104" r="104"/>
          <a:stretch/>
        </p:blipFill>
        <p:spPr bwMode="gray">
          <a:xfrm>
            <a:off x="3295400" y="1475836"/>
            <a:ext cx="611373" cy="612648"/>
          </a:xfrm>
          <a:prstGeom prst="rect">
            <a:avLst/>
          </a:prstGeom>
        </p:spPr>
      </p:pic>
      <p:pic>
        <p:nvPicPr>
          <p:cNvPr id="7" name="Picture 6">
            <a:extLst>
              <a:ext uri="{FF2B5EF4-FFF2-40B4-BE49-F238E27FC236}">
                <a16:creationId xmlns:a16="http://schemas.microsoft.com/office/drawing/2014/main" id="{529B13D6-3446-4D11-232E-217AEBD99FFC}"/>
              </a:ext>
              <a:ext uri="{C183D7F6-B498-43B3-948B-1728B52AA6E4}">
                <adec:decorative xmlns:adec="http://schemas.microsoft.com/office/drawing/2017/decorative" val="0"/>
              </a:ext>
            </a:extLst>
          </p:cNvPr>
          <p:cNvPicPr>
            <a:picLocks noChangeAspect="1"/>
          </p:cNvPicPr>
          <p:nvPr/>
        </p:nvPicPr>
        <p:blipFill>
          <a:blip r:embed="rId4">
            <a:extLst>
              <a:ext uri="{28A0092B-C50C-407E-A947-70E740481C1C}">
                <a14:useLocalDpi xmlns:a14="http://schemas.microsoft.com/office/drawing/2010/main" val="0"/>
              </a:ext>
            </a:extLst>
          </a:blip>
          <a:srcRect l="104" r="104"/>
          <a:stretch/>
        </p:blipFill>
        <p:spPr bwMode="gray">
          <a:xfrm>
            <a:off x="6209882" y="1475836"/>
            <a:ext cx="611373" cy="612648"/>
          </a:xfrm>
          <a:prstGeom prst="rect">
            <a:avLst/>
          </a:prstGeom>
        </p:spPr>
      </p:pic>
      <p:pic>
        <p:nvPicPr>
          <p:cNvPr id="10" name="Picture 9">
            <a:extLst>
              <a:ext uri="{FF2B5EF4-FFF2-40B4-BE49-F238E27FC236}">
                <a16:creationId xmlns:a16="http://schemas.microsoft.com/office/drawing/2014/main" id="{A484E23C-7EC7-E44B-E801-A8822AF2F49F}"/>
              </a:ext>
              <a:ext uri="{C183D7F6-B498-43B3-948B-1728B52AA6E4}">
                <adec:decorative xmlns:adec="http://schemas.microsoft.com/office/drawing/2017/decorative" val="0"/>
              </a:ext>
            </a:extLst>
          </p:cNvPr>
          <p:cNvPicPr>
            <a:picLocks noChangeAspect="1"/>
          </p:cNvPicPr>
          <p:nvPr/>
        </p:nvPicPr>
        <p:blipFill>
          <a:blip r:embed="rId5">
            <a:extLst>
              <a:ext uri="{28A0092B-C50C-407E-A947-70E740481C1C}">
                <a14:useLocalDpi xmlns:a14="http://schemas.microsoft.com/office/drawing/2010/main" val="0"/>
              </a:ext>
            </a:extLst>
          </a:blip>
          <a:srcRect l="104" r="104"/>
          <a:stretch/>
        </p:blipFill>
        <p:spPr bwMode="gray">
          <a:xfrm>
            <a:off x="9047450" y="1475836"/>
            <a:ext cx="611373" cy="612648"/>
          </a:xfrm>
          <a:prstGeom prst="rect">
            <a:avLst/>
          </a:prstGeom>
        </p:spPr>
      </p:pic>
      <p:sp>
        <p:nvSpPr>
          <p:cNvPr id="11" name="TextBox 10">
            <a:extLst>
              <a:ext uri="{FF2B5EF4-FFF2-40B4-BE49-F238E27FC236}">
                <a16:creationId xmlns:a16="http://schemas.microsoft.com/office/drawing/2014/main" id="{C30449AF-B114-C9B6-4830-4B2CA61DD0D1}"/>
              </a:ext>
            </a:extLst>
          </p:cNvPr>
          <p:cNvSpPr txBox="1"/>
          <p:nvPr/>
        </p:nvSpPr>
        <p:spPr bwMode="gray">
          <a:xfrm>
            <a:off x="1215998" y="1589481"/>
            <a:ext cx="1295665" cy="400110"/>
          </a:xfrm>
          <a:prstGeom prst="rect">
            <a:avLst/>
          </a:prstGeom>
          <a:noFill/>
        </p:spPr>
        <p:txBody>
          <a:bodyPr vert="horz" wrap="square" lIns="0" tIns="0" rIns="0" bIns="0" rtlCol="0">
            <a:spAutoFit/>
          </a:bodyPr>
          <a:lstStyle/>
          <a:p>
            <a:pPr>
              <a:spcBef>
                <a:spcPts val="600"/>
              </a:spcBef>
            </a:pPr>
            <a:r>
              <a:rPr lang="en-US" sz="1300"/>
              <a:t>Professionalism and Formality</a:t>
            </a:r>
          </a:p>
        </p:txBody>
      </p:sp>
      <p:sp>
        <p:nvSpPr>
          <p:cNvPr id="12" name="TextBox 11">
            <a:extLst>
              <a:ext uri="{FF2B5EF4-FFF2-40B4-BE49-F238E27FC236}">
                <a16:creationId xmlns:a16="http://schemas.microsoft.com/office/drawing/2014/main" id="{4E830B4E-1934-68C1-EF73-FE915170F54D}"/>
              </a:ext>
            </a:extLst>
          </p:cNvPr>
          <p:cNvSpPr txBox="1"/>
          <p:nvPr/>
        </p:nvSpPr>
        <p:spPr bwMode="gray">
          <a:xfrm>
            <a:off x="4010038" y="1589481"/>
            <a:ext cx="1180385" cy="400110"/>
          </a:xfrm>
          <a:prstGeom prst="rect">
            <a:avLst/>
          </a:prstGeom>
          <a:noFill/>
        </p:spPr>
        <p:txBody>
          <a:bodyPr vert="horz" wrap="square" lIns="0" tIns="0" rIns="0" bIns="0" rtlCol="0">
            <a:spAutoFit/>
          </a:bodyPr>
          <a:lstStyle/>
          <a:p>
            <a:pPr>
              <a:spcBef>
                <a:spcPts val="600"/>
              </a:spcBef>
            </a:pPr>
            <a:r>
              <a:rPr lang="en-US" sz="1300"/>
              <a:t>Correctness of Grammar</a:t>
            </a:r>
          </a:p>
        </p:txBody>
      </p:sp>
      <p:sp>
        <p:nvSpPr>
          <p:cNvPr id="13" name="TextBox 12">
            <a:extLst>
              <a:ext uri="{FF2B5EF4-FFF2-40B4-BE49-F238E27FC236}">
                <a16:creationId xmlns:a16="http://schemas.microsoft.com/office/drawing/2014/main" id="{0D0E793B-C5BE-2313-5EA2-B0CCBEC67C2E}"/>
              </a:ext>
            </a:extLst>
          </p:cNvPr>
          <p:cNvSpPr txBox="1"/>
          <p:nvPr/>
        </p:nvSpPr>
        <p:spPr bwMode="gray">
          <a:xfrm>
            <a:off x="6869244" y="1589481"/>
            <a:ext cx="1180385" cy="400110"/>
          </a:xfrm>
          <a:prstGeom prst="rect">
            <a:avLst/>
          </a:prstGeom>
          <a:noFill/>
        </p:spPr>
        <p:txBody>
          <a:bodyPr vert="horz" wrap="square" lIns="0" tIns="0" rIns="0" bIns="0" rtlCol="0">
            <a:spAutoFit/>
          </a:bodyPr>
          <a:lstStyle/>
          <a:p>
            <a:pPr>
              <a:spcBef>
                <a:spcPts val="600"/>
              </a:spcBef>
            </a:pPr>
            <a:r>
              <a:rPr lang="en-US" sz="1300"/>
              <a:t>Spelling and Punctuation</a:t>
            </a:r>
          </a:p>
        </p:txBody>
      </p:sp>
      <p:sp>
        <p:nvSpPr>
          <p:cNvPr id="15" name="TextBox 14">
            <a:extLst>
              <a:ext uri="{FF2B5EF4-FFF2-40B4-BE49-F238E27FC236}">
                <a16:creationId xmlns:a16="http://schemas.microsoft.com/office/drawing/2014/main" id="{EA8F1E5B-0DAC-A1E1-331A-C3CB29C6BD43}"/>
              </a:ext>
            </a:extLst>
          </p:cNvPr>
          <p:cNvSpPr txBox="1"/>
          <p:nvPr/>
        </p:nvSpPr>
        <p:spPr bwMode="gray">
          <a:xfrm>
            <a:off x="9738957" y="1589481"/>
            <a:ext cx="1180385" cy="400110"/>
          </a:xfrm>
          <a:prstGeom prst="rect">
            <a:avLst/>
          </a:prstGeom>
          <a:noFill/>
        </p:spPr>
        <p:txBody>
          <a:bodyPr vert="horz" wrap="square" lIns="0" tIns="0" rIns="0" bIns="0" rtlCol="0">
            <a:spAutoFit/>
          </a:bodyPr>
          <a:lstStyle/>
          <a:p>
            <a:pPr>
              <a:spcBef>
                <a:spcPts val="600"/>
              </a:spcBef>
            </a:pPr>
            <a:r>
              <a:rPr lang="en-US" sz="1300"/>
              <a:t>Coherence of Thought</a:t>
            </a:r>
          </a:p>
        </p:txBody>
      </p:sp>
    </p:spTree>
    <p:extLst>
      <p:ext uri="{BB962C8B-B14F-4D97-AF65-F5344CB8AC3E}">
        <p14:creationId xmlns:p14="http://schemas.microsoft.com/office/powerpoint/2010/main" val="37720430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640BB-9D63-8BE7-815D-46320D936C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5213F3-27D4-2AE5-83E7-2AF9824AF5E5}"/>
              </a:ext>
            </a:extLst>
          </p:cNvPr>
          <p:cNvSpPr>
            <a:spLocks noGrp="1"/>
          </p:cNvSpPr>
          <p:nvPr>
            <p:ph type="title"/>
          </p:nvPr>
        </p:nvSpPr>
        <p:spPr>
          <a:xfrm>
            <a:off x="488155" y="539931"/>
            <a:ext cx="9601200" cy="304699"/>
          </a:xfrm>
        </p:spPr>
        <p:txBody>
          <a:bodyPr/>
          <a:lstStyle/>
          <a:p>
            <a:r>
              <a:rPr lang="en-US" dirty="0">
                <a:solidFill>
                  <a:srgbClr val="3D3C38"/>
                </a:solidFill>
              </a:rPr>
              <a:t>Skills Mapping (Voice CAT)</a:t>
            </a:r>
          </a:p>
        </p:txBody>
      </p:sp>
      <p:sp>
        <p:nvSpPr>
          <p:cNvPr id="42" name="Rectangle: Rounded Corners 41">
            <a:extLst>
              <a:ext uri="{FF2B5EF4-FFF2-40B4-BE49-F238E27FC236}">
                <a16:creationId xmlns:a16="http://schemas.microsoft.com/office/drawing/2014/main" id="{858A64AB-07FC-71A5-6BDD-07FD18853C16}"/>
              </a:ext>
            </a:extLst>
          </p:cNvPr>
          <p:cNvSpPr/>
          <p:nvPr/>
        </p:nvSpPr>
        <p:spPr>
          <a:xfrm>
            <a:off x="474669" y="1672145"/>
            <a:ext cx="3657600" cy="640080"/>
          </a:xfrm>
          <a:prstGeom prst="roundRect">
            <a:avLst>
              <a:gd name="adj" fmla="val 10591"/>
            </a:avLst>
          </a:prstGeom>
          <a:solidFill>
            <a:srgbClr val="D9F6FA">
              <a:alpha val="5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a:solidFill>
                  <a:srgbClr val="3D3C38"/>
                </a:solidFill>
                <a:effectLst/>
                <a:ea typeface="Times New Roman" panose="02020603050405020304" pitchFamily="18" charset="0"/>
              </a:rPr>
              <a:t>US Patient Interaction</a:t>
            </a:r>
            <a:endParaRPr lang="en-US" sz="1200" u="sng">
              <a:solidFill>
                <a:srgbClr val="3D3C38"/>
              </a:solidFill>
            </a:endParaRPr>
          </a:p>
        </p:txBody>
      </p:sp>
      <p:sp>
        <p:nvSpPr>
          <p:cNvPr id="43" name="Rectangle: Rounded Corners 42">
            <a:extLst>
              <a:ext uri="{FF2B5EF4-FFF2-40B4-BE49-F238E27FC236}">
                <a16:creationId xmlns:a16="http://schemas.microsoft.com/office/drawing/2014/main" id="{2DC8D94D-16A0-4784-5840-BC9EEFE0FF30}"/>
              </a:ext>
            </a:extLst>
          </p:cNvPr>
          <p:cNvSpPr/>
          <p:nvPr/>
        </p:nvSpPr>
        <p:spPr>
          <a:xfrm>
            <a:off x="4233477" y="1672145"/>
            <a:ext cx="3657600" cy="640080"/>
          </a:xfrm>
          <a:prstGeom prst="roundRect">
            <a:avLst>
              <a:gd name="adj" fmla="val 10591"/>
            </a:avLst>
          </a:prstGeom>
          <a:solidFill>
            <a:srgbClr val="FAF8F2">
              <a:alpha val="5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a:solidFill>
                  <a:srgbClr val="3D3C38"/>
                </a:solidFill>
              </a:rPr>
              <a:t>English Proficiency </a:t>
            </a:r>
          </a:p>
        </p:txBody>
      </p:sp>
      <p:sp>
        <p:nvSpPr>
          <p:cNvPr id="44" name="Rectangle: Rounded Corners 43">
            <a:extLst>
              <a:ext uri="{FF2B5EF4-FFF2-40B4-BE49-F238E27FC236}">
                <a16:creationId xmlns:a16="http://schemas.microsoft.com/office/drawing/2014/main" id="{5F7A91F6-28C0-D6F6-972E-F695055834B4}"/>
              </a:ext>
            </a:extLst>
          </p:cNvPr>
          <p:cNvSpPr/>
          <p:nvPr/>
        </p:nvSpPr>
        <p:spPr>
          <a:xfrm>
            <a:off x="7992286" y="1672145"/>
            <a:ext cx="3657600" cy="640080"/>
          </a:xfrm>
          <a:prstGeom prst="roundRect">
            <a:avLst>
              <a:gd name="adj" fmla="val 10591"/>
            </a:avLst>
          </a:prstGeom>
          <a:solidFill>
            <a:srgbClr val="D9F6FA">
              <a:alpha val="5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a:solidFill>
                  <a:srgbClr val="3D3C38"/>
                </a:solidFill>
                <a:ea typeface="Times New Roman" panose="02020603050405020304" pitchFamily="18" charset="0"/>
              </a:rPr>
              <a:t>Phonological Control, Lexical Resource, Grammar</a:t>
            </a:r>
            <a:endParaRPr lang="en-US" sz="1200">
              <a:solidFill>
                <a:srgbClr val="3D3C38"/>
              </a:solidFill>
              <a:effectLst/>
              <a:ea typeface="Times New Roman" panose="02020603050405020304" pitchFamily="18" charset="0"/>
            </a:endParaRPr>
          </a:p>
        </p:txBody>
      </p:sp>
      <p:sp>
        <p:nvSpPr>
          <p:cNvPr id="45" name="Rectangle: Rounded Corners 44">
            <a:extLst>
              <a:ext uri="{FF2B5EF4-FFF2-40B4-BE49-F238E27FC236}">
                <a16:creationId xmlns:a16="http://schemas.microsoft.com/office/drawing/2014/main" id="{90D416A4-23B6-D5F0-A69A-61F6C98139B2}"/>
              </a:ext>
            </a:extLst>
          </p:cNvPr>
          <p:cNvSpPr/>
          <p:nvPr/>
        </p:nvSpPr>
        <p:spPr>
          <a:xfrm>
            <a:off x="467926" y="2412374"/>
            <a:ext cx="3657600" cy="640080"/>
          </a:xfrm>
          <a:prstGeom prst="roundRect">
            <a:avLst>
              <a:gd name="adj" fmla="val 10591"/>
            </a:avLst>
          </a:prstGeom>
          <a:solidFill>
            <a:srgbClr val="D9F6FA">
              <a:alpha val="5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a:solidFill>
                  <a:srgbClr val="3D3C38"/>
                </a:solidFill>
              </a:rPr>
              <a:t>Cultural Sensitivity</a:t>
            </a:r>
          </a:p>
        </p:txBody>
      </p:sp>
      <p:sp>
        <p:nvSpPr>
          <p:cNvPr id="46" name="Rectangle: Rounded Corners 45">
            <a:extLst>
              <a:ext uri="{FF2B5EF4-FFF2-40B4-BE49-F238E27FC236}">
                <a16:creationId xmlns:a16="http://schemas.microsoft.com/office/drawing/2014/main" id="{35D52202-94C6-E277-5235-78FD37461C5C}"/>
              </a:ext>
            </a:extLst>
          </p:cNvPr>
          <p:cNvSpPr/>
          <p:nvPr/>
        </p:nvSpPr>
        <p:spPr>
          <a:xfrm>
            <a:off x="4226734" y="2412374"/>
            <a:ext cx="3657600" cy="640080"/>
          </a:xfrm>
          <a:prstGeom prst="roundRect">
            <a:avLst>
              <a:gd name="adj" fmla="val 10591"/>
            </a:avLst>
          </a:prstGeom>
          <a:solidFill>
            <a:srgbClr val="FAF8F2">
              <a:alpha val="5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a:solidFill>
                  <a:srgbClr val="3D3C38"/>
                </a:solidFill>
              </a:rPr>
              <a:t>Use and Understanding of Idioms, Empathy, Rapport Building, Engaging in a Conversation</a:t>
            </a:r>
          </a:p>
        </p:txBody>
      </p:sp>
      <p:sp>
        <p:nvSpPr>
          <p:cNvPr id="47" name="Rectangle: Rounded Corners 46">
            <a:extLst>
              <a:ext uri="{FF2B5EF4-FFF2-40B4-BE49-F238E27FC236}">
                <a16:creationId xmlns:a16="http://schemas.microsoft.com/office/drawing/2014/main" id="{623501DE-4896-BC14-A0DE-67399A9A76B3}"/>
              </a:ext>
            </a:extLst>
          </p:cNvPr>
          <p:cNvSpPr/>
          <p:nvPr/>
        </p:nvSpPr>
        <p:spPr>
          <a:xfrm>
            <a:off x="7985543" y="2412374"/>
            <a:ext cx="3657600" cy="640080"/>
          </a:xfrm>
          <a:prstGeom prst="roundRect">
            <a:avLst>
              <a:gd name="adj" fmla="val 10591"/>
            </a:avLst>
          </a:prstGeom>
          <a:solidFill>
            <a:srgbClr val="D9F6FA">
              <a:alpha val="5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a:solidFill>
                  <a:srgbClr val="3D3C38"/>
                </a:solidFill>
                <a:ea typeface="Times New Roman" panose="02020603050405020304" pitchFamily="18" charset="0"/>
              </a:rPr>
              <a:t>Lexical Resource, Interaction and Discourse Management</a:t>
            </a:r>
          </a:p>
        </p:txBody>
      </p:sp>
      <p:sp>
        <p:nvSpPr>
          <p:cNvPr id="48" name="Rectangle: Rounded Corners 47">
            <a:extLst>
              <a:ext uri="{FF2B5EF4-FFF2-40B4-BE49-F238E27FC236}">
                <a16:creationId xmlns:a16="http://schemas.microsoft.com/office/drawing/2014/main" id="{91B4F453-3E9B-FDCF-021B-08695C9DC11A}"/>
              </a:ext>
            </a:extLst>
          </p:cNvPr>
          <p:cNvSpPr/>
          <p:nvPr/>
        </p:nvSpPr>
        <p:spPr>
          <a:xfrm>
            <a:off x="481412" y="3152603"/>
            <a:ext cx="3657600" cy="640080"/>
          </a:xfrm>
          <a:prstGeom prst="roundRect">
            <a:avLst>
              <a:gd name="adj" fmla="val 10591"/>
            </a:avLst>
          </a:prstGeom>
          <a:solidFill>
            <a:srgbClr val="D9F6FA">
              <a:alpha val="5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600"/>
              </a:spcBef>
            </a:pPr>
            <a:r>
              <a:rPr lang="en-US" sz="1200">
                <a:solidFill>
                  <a:srgbClr val="3D3C38"/>
                </a:solidFill>
              </a:rPr>
              <a:t>Account Management</a:t>
            </a:r>
          </a:p>
        </p:txBody>
      </p:sp>
      <p:sp>
        <p:nvSpPr>
          <p:cNvPr id="49" name="Rectangle: Rounded Corners 48">
            <a:extLst>
              <a:ext uri="{FF2B5EF4-FFF2-40B4-BE49-F238E27FC236}">
                <a16:creationId xmlns:a16="http://schemas.microsoft.com/office/drawing/2014/main" id="{4330A919-0F72-FA9F-FAB8-F40007AECDD9}"/>
              </a:ext>
            </a:extLst>
          </p:cNvPr>
          <p:cNvSpPr/>
          <p:nvPr/>
        </p:nvSpPr>
        <p:spPr>
          <a:xfrm>
            <a:off x="4240220" y="3152603"/>
            <a:ext cx="3657600" cy="640080"/>
          </a:xfrm>
          <a:prstGeom prst="roundRect">
            <a:avLst>
              <a:gd name="adj" fmla="val 10591"/>
            </a:avLst>
          </a:prstGeom>
          <a:solidFill>
            <a:srgbClr val="FAF8F2">
              <a:alpha val="5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600"/>
              </a:spcBef>
            </a:pPr>
            <a:r>
              <a:rPr lang="en-US" sz="1200">
                <a:solidFill>
                  <a:srgbClr val="3D3C38"/>
                </a:solidFill>
              </a:rPr>
              <a:t>Active Listening and Comprehension</a:t>
            </a:r>
          </a:p>
        </p:txBody>
      </p:sp>
      <p:sp>
        <p:nvSpPr>
          <p:cNvPr id="50" name="Rectangle: Rounded Corners 49">
            <a:extLst>
              <a:ext uri="{FF2B5EF4-FFF2-40B4-BE49-F238E27FC236}">
                <a16:creationId xmlns:a16="http://schemas.microsoft.com/office/drawing/2014/main" id="{7A41AE67-40C2-00D5-46C4-FF4CAA35746F}"/>
              </a:ext>
            </a:extLst>
          </p:cNvPr>
          <p:cNvSpPr/>
          <p:nvPr/>
        </p:nvSpPr>
        <p:spPr>
          <a:xfrm>
            <a:off x="7999029" y="3152603"/>
            <a:ext cx="3657600" cy="640080"/>
          </a:xfrm>
          <a:prstGeom prst="roundRect">
            <a:avLst>
              <a:gd name="adj" fmla="val 10591"/>
            </a:avLst>
          </a:prstGeom>
          <a:solidFill>
            <a:srgbClr val="D9F6FA">
              <a:alpha val="5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a:solidFill>
                  <a:srgbClr val="3D3C38"/>
                </a:solidFill>
                <a:ea typeface="Times New Roman" panose="02020603050405020304" pitchFamily="18" charset="0"/>
              </a:rPr>
              <a:t>Interaction and Discourse Management</a:t>
            </a:r>
          </a:p>
        </p:txBody>
      </p:sp>
      <p:sp>
        <p:nvSpPr>
          <p:cNvPr id="51" name="Rectangle: Rounded Corners 50">
            <a:extLst>
              <a:ext uri="{FF2B5EF4-FFF2-40B4-BE49-F238E27FC236}">
                <a16:creationId xmlns:a16="http://schemas.microsoft.com/office/drawing/2014/main" id="{3D4364D3-58CC-1ABA-BA24-ED201CD95BC7}"/>
              </a:ext>
            </a:extLst>
          </p:cNvPr>
          <p:cNvSpPr/>
          <p:nvPr/>
        </p:nvSpPr>
        <p:spPr>
          <a:xfrm>
            <a:off x="474669" y="3892832"/>
            <a:ext cx="3657600" cy="640080"/>
          </a:xfrm>
          <a:prstGeom prst="roundRect">
            <a:avLst>
              <a:gd name="adj" fmla="val 10591"/>
            </a:avLst>
          </a:prstGeom>
          <a:solidFill>
            <a:srgbClr val="D9F6FA">
              <a:alpha val="5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600"/>
              </a:spcBef>
            </a:pPr>
            <a:r>
              <a:rPr lang="en-US" sz="1200">
                <a:solidFill>
                  <a:srgbClr val="3D3C38"/>
                </a:solidFill>
              </a:rPr>
              <a:t>Problem Solving</a:t>
            </a:r>
          </a:p>
        </p:txBody>
      </p:sp>
      <p:sp>
        <p:nvSpPr>
          <p:cNvPr id="52" name="Rectangle: Rounded Corners 51">
            <a:extLst>
              <a:ext uri="{FF2B5EF4-FFF2-40B4-BE49-F238E27FC236}">
                <a16:creationId xmlns:a16="http://schemas.microsoft.com/office/drawing/2014/main" id="{1F8B330C-6F28-D0E6-E4AB-F210E34F84D0}"/>
              </a:ext>
            </a:extLst>
          </p:cNvPr>
          <p:cNvSpPr/>
          <p:nvPr/>
        </p:nvSpPr>
        <p:spPr>
          <a:xfrm>
            <a:off x="4233477" y="3892832"/>
            <a:ext cx="3657600" cy="640080"/>
          </a:xfrm>
          <a:prstGeom prst="roundRect">
            <a:avLst>
              <a:gd name="adj" fmla="val 10591"/>
            </a:avLst>
          </a:prstGeom>
          <a:solidFill>
            <a:srgbClr val="FAF8F2">
              <a:alpha val="5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a:solidFill>
                  <a:srgbClr val="3D3C38"/>
                </a:solidFill>
              </a:rPr>
              <a:t>Probing, Critical Thinking and Decision Making</a:t>
            </a:r>
          </a:p>
        </p:txBody>
      </p:sp>
      <p:sp>
        <p:nvSpPr>
          <p:cNvPr id="53" name="Rectangle: Rounded Corners 52">
            <a:extLst>
              <a:ext uri="{FF2B5EF4-FFF2-40B4-BE49-F238E27FC236}">
                <a16:creationId xmlns:a16="http://schemas.microsoft.com/office/drawing/2014/main" id="{25BD678E-94ED-F026-7D60-1DF2AFA1C30F}"/>
              </a:ext>
            </a:extLst>
          </p:cNvPr>
          <p:cNvSpPr/>
          <p:nvPr/>
        </p:nvSpPr>
        <p:spPr>
          <a:xfrm>
            <a:off x="7992286" y="3892832"/>
            <a:ext cx="3657600" cy="640080"/>
          </a:xfrm>
          <a:prstGeom prst="roundRect">
            <a:avLst>
              <a:gd name="adj" fmla="val 10591"/>
            </a:avLst>
          </a:prstGeom>
          <a:solidFill>
            <a:srgbClr val="D9F6FA">
              <a:alpha val="5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a:solidFill>
                  <a:srgbClr val="3D3C38"/>
                </a:solidFill>
                <a:ea typeface="Times New Roman" panose="02020603050405020304" pitchFamily="18" charset="0"/>
              </a:rPr>
              <a:t>Interaction and Discourse Management</a:t>
            </a:r>
            <a:endParaRPr lang="en-US" sz="1200">
              <a:solidFill>
                <a:srgbClr val="3D3C38"/>
              </a:solidFill>
              <a:effectLst/>
              <a:ea typeface="Times New Roman" panose="02020603050405020304" pitchFamily="18" charset="0"/>
            </a:endParaRPr>
          </a:p>
        </p:txBody>
      </p:sp>
      <p:sp>
        <p:nvSpPr>
          <p:cNvPr id="54" name="Rectangle: Rounded Corners 53">
            <a:extLst>
              <a:ext uri="{FF2B5EF4-FFF2-40B4-BE49-F238E27FC236}">
                <a16:creationId xmlns:a16="http://schemas.microsoft.com/office/drawing/2014/main" id="{80D634D7-2681-63FF-9821-097AB202A5BC}"/>
              </a:ext>
            </a:extLst>
          </p:cNvPr>
          <p:cNvSpPr/>
          <p:nvPr/>
        </p:nvSpPr>
        <p:spPr>
          <a:xfrm>
            <a:off x="488155" y="4633061"/>
            <a:ext cx="3657600" cy="640080"/>
          </a:xfrm>
          <a:prstGeom prst="roundRect">
            <a:avLst>
              <a:gd name="adj" fmla="val 10591"/>
            </a:avLst>
          </a:prstGeom>
          <a:solidFill>
            <a:srgbClr val="D9F6FA">
              <a:alpha val="5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a:solidFill>
                  <a:srgbClr val="3D3C38"/>
                </a:solidFill>
              </a:rPr>
              <a:t>Customer Service </a:t>
            </a:r>
          </a:p>
        </p:txBody>
      </p:sp>
      <p:sp>
        <p:nvSpPr>
          <p:cNvPr id="55" name="Rectangle: Rounded Corners 54">
            <a:extLst>
              <a:ext uri="{FF2B5EF4-FFF2-40B4-BE49-F238E27FC236}">
                <a16:creationId xmlns:a16="http://schemas.microsoft.com/office/drawing/2014/main" id="{1099A541-E05B-0C5A-0075-DA1C43FFB28B}"/>
              </a:ext>
            </a:extLst>
          </p:cNvPr>
          <p:cNvSpPr/>
          <p:nvPr/>
        </p:nvSpPr>
        <p:spPr>
          <a:xfrm>
            <a:off x="4246963" y="4633061"/>
            <a:ext cx="3657600" cy="640080"/>
          </a:xfrm>
          <a:prstGeom prst="roundRect">
            <a:avLst>
              <a:gd name="adj" fmla="val 10591"/>
            </a:avLst>
          </a:prstGeom>
          <a:solidFill>
            <a:srgbClr val="FAF8F2">
              <a:alpha val="5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a:solidFill>
                  <a:srgbClr val="3D3C38"/>
                </a:solidFill>
              </a:rPr>
              <a:t>Positive Scripting, Proper Setting of Expectations,  Providing Options</a:t>
            </a:r>
          </a:p>
        </p:txBody>
      </p:sp>
      <p:sp>
        <p:nvSpPr>
          <p:cNvPr id="56" name="Rectangle: Rounded Corners 55">
            <a:extLst>
              <a:ext uri="{FF2B5EF4-FFF2-40B4-BE49-F238E27FC236}">
                <a16:creationId xmlns:a16="http://schemas.microsoft.com/office/drawing/2014/main" id="{F2F5D3FE-F600-3609-F74F-E2993D8C9701}"/>
              </a:ext>
            </a:extLst>
          </p:cNvPr>
          <p:cNvSpPr/>
          <p:nvPr/>
        </p:nvSpPr>
        <p:spPr>
          <a:xfrm>
            <a:off x="8005772" y="4633061"/>
            <a:ext cx="3657600" cy="640080"/>
          </a:xfrm>
          <a:prstGeom prst="roundRect">
            <a:avLst>
              <a:gd name="adj" fmla="val 10591"/>
            </a:avLst>
          </a:prstGeom>
          <a:solidFill>
            <a:srgbClr val="D9F6FA">
              <a:alpha val="5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a:solidFill>
                  <a:srgbClr val="3D3C38"/>
                </a:solidFill>
                <a:ea typeface="Times New Roman" panose="02020603050405020304" pitchFamily="18" charset="0"/>
              </a:rPr>
              <a:t>Interaction and Discourse Management, Coherence</a:t>
            </a:r>
          </a:p>
        </p:txBody>
      </p:sp>
      <p:sp>
        <p:nvSpPr>
          <p:cNvPr id="57" name="Rectangle: Rounded Corners 56">
            <a:extLst>
              <a:ext uri="{FF2B5EF4-FFF2-40B4-BE49-F238E27FC236}">
                <a16:creationId xmlns:a16="http://schemas.microsoft.com/office/drawing/2014/main" id="{293FC1B1-63FA-16BB-A95D-A1B176DA507D}"/>
              </a:ext>
            </a:extLst>
          </p:cNvPr>
          <p:cNvSpPr/>
          <p:nvPr/>
        </p:nvSpPr>
        <p:spPr>
          <a:xfrm>
            <a:off x="481412" y="5373290"/>
            <a:ext cx="3657600" cy="640080"/>
          </a:xfrm>
          <a:prstGeom prst="roundRect">
            <a:avLst>
              <a:gd name="adj" fmla="val 10591"/>
            </a:avLst>
          </a:prstGeom>
          <a:solidFill>
            <a:srgbClr val="D9F6FA">
              <a:alpha val="5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600"/>
              </a:spcBef>
            </a:pPr>
            <a:r>
              <a:rPr lang="en-US" sz="1200">
                <a:solidFill>
                  <a:srgbClr val="3D3C38"/>
                </a:solidFill>
              </a:rPr>
              <a:t>Account Education</a:t>
            </a:r>
          </a:p>
        </p:txBody>
      </p:sp>
      <p:sp>
        <p:nvSpPr>
          <p:cNvPr id="58" name="Rectangle: Rounded Corners 57">
            <a:extLst>
              <a:ext uri="{FF2B5EF4-FFF2-40B4-BE49-F238E27FC236}">
                <a16:creationId xmlns:a16="http://schemas.microsoft.com/office/drawing/2014/main" id="{0F83A036-0526-895F-4CF4-7DB94705D9E8}"/>
              </a:ext>
            </a:extLst>
          </p:cNvPr>
          <p:cNvSpPr/>
          <p:nvPr/>
        </p:nvSpPr>
        <p:spPr>
          <a:xfrm>
            <a:off x="4240220" y="5373290"/>
            <a:ext cx="3657600" cy="640080"/>
          </a:xfrm>
          <a:prstGeom prst="roundRect">
            <a:avLst>
              <a:gd name="adj" fmla="val 10591"/>
            </a:avLst>
          </a:prstGeom>
          <a:solidFill>
            <a:srgbClr val="FAF8F2">
              <a:alpha val="5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600"/>
              </a:spcBef>
            </a:pPr>
            <a:r>
              <a:rPr lang="en-US" sz="1200">
                <a:solidFill>
                  <a:srgbClr val="3D3C38"/>
                </a:solidFill>
              </a:rPr>
              <a:t>Clear and Logical Explanation, Providing Instructions </a:t>
            </a:r>
          </a:p>
        </p:txBody>
      </p:sp>
      <p:sp>
        <p:nvSpPr>
          <p:cNvPr id="59" name="Rectangle: Rounded Corners 58">
            <a:extLst>
              <a:ext uri="{FF2B5EF4-FFF2-40B4-BE49-F238E27FC236}">
                <a16:creationId xmlns:a16="http://schemas.microsoft.com/office/drawing/2014/main" id="{4EF77E8E-6E8C-5003-328C-58EA4FBED2DC}"/>
              </a:ext>
            </a:extLst>
          </p:cNvPr>
          <p:cNvSpPr/>
          <p:nvPr/>
        </p:nvSpPr>
        <p:spPr>
          <a:xfrm>
            <a:off x="7999029" y="5373290"/>
            <a:ext cx="3657600" cy="640080"/>
          </a:xfrm>
          <a:prstGeom prst="roundRect">
            <a:avLst>
              <a:gd name="adj" fmla="val 10591"/>
            </a:avLst>
          </a:prstGeom>
          <a:solidFill>
            <a:srgbClr val="D9F6FA">
              <a:alpha val="5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a:solidFill>
                  <a:srgbClr val="3D3C38"/>
                </a:solidFill>
                <a:ea typeface="Times New Roman" panose="02020603050405020304" pitchFamily="18" charset="0"/>
              </a:rPr>
              <a:t>Coherence</a:t>
            </a:r>
            <a:endParaRPr lang="en-US" sz="1200">
              <a:solidFill>
                <a:srgbClr val="3D3C38"/>
              </a:solidFill>
              <a:effectLst/>
              <a:ea typeface="Times New Roman" panose="02020603050405020304" pitchFamily="18" charset="0"/>
            </a:endParaRPr>
          </a:p>
        </p:txBody>
      </p:sp>
      <p:sp>
        <p:nvSpPr>
          <p:cNvPr id="60" name="TextBox 59">
            <a:extLst>
              <a:ext uri="{FF2B5EF4-FFF2-40B4-BE49-F238E27FC236}">
                <a16:creationId xmlns:a16="http://schemas.microsoft.com/office/drawing/2014/main" id="{2536D377-8986-B86A-9722-D9E70162C9BE}"/>
              </a:ext>
            </a:extLst>
          </p:cNvPr>
          <p:cNvSpPr txBox="1"/>
          <p:nvPr/>
        </p:nvSpPr>
        <p:spPr bwMode="gray">
          <a:xfrm>
            <a:off x="1749956" y="1298905"/>
            <a:ext cx="1280160" cy="215444"/>
          </a:xfrm>
          <a:prstGeom prst="rect">
            <a:avLst/>
          </a:prstGeom>
          <a:noFill/>
        </p:spPr>
        <p:txBody>
          <a:bodyPr vert="horz" wrap="square" lIns="0" tIns="0" rIns="0" bIns="0" rtlCol="0">
            <a:spAutoFit/>
          </a:bodyPr>
          <a:lstStyle/>
          <a:p>
            <a:pPr algn="ctr">
              <a:spcBef>
                <a:spcPts val="600"/>
              </a:spcBef>
            </a:pPr>
            <a:r>
              <a:rPr lang="en-US" sz="1400" b="1">
                <a:solidFill>
                  <a:srgbClr val="3D3C38"/>
                </a:solidFill>
              </a:rPr>
              <a:t>Task</a:t>
            </a:r>
          </a:p>
        </p:txBody>
      </p:sp>
      <p:sp>
        <p:nvSpPr>
          <p:cNvPr id="61" name="TextBox 60">
            <a:extLst>
              <a:ext uri="{FF2B5EF4-FFF2-40B4-BE49-F238E27FC236}">
                <a16:creationId xmlns:a16="http://schemas.microsoft.com/office/drawing/2014/main" id="{B44DBFCB-6D52-05F7-74F5-D41F94B59F48}"/>
              </a:ext>
            </a:extLst>
          </p:cNvPr>
          <p:cNvSpPr txBox="1"/>
          <p:nvPr/>
        </p:nvSpPr>
        <p:spPr bwMode="gray">
          <a:xfrm>
            <a:off x="5531967" y="1298905"/>
            <a:ext cx="1280160" cy="215444"/>
          </a:xfrm>
          <a:prstGeom prst="rect">
            <a:avLst/>
          </a:prstGeom>
          <a:noFill/>
        </p:spPr>
        <p:txBody>
          <a:bodyPr vert="horz" wrap="square" lIns="0" tIns="0" rIns="0" bIns="0" rtlCol="0">
            <a:spAutoFit/>
          </a:bodyPr>
          <a:lstStyle/>
          <a:p>
            <a:pPr algn="ctr">
              <a:spcBef>
                <a:spcPts val="600"/>
              </a:spcBef>
            </a:pPr>
            <a:r>
              <a:rPr lang="en-US" sz="1400" b="1">
                <a:solidFill>
                  <a:srgbClr val="3D3C38"/>
                </a:solidFill>
              </a:rPr>
              <a:t>Skill</a:t>
            </a:r>
          </a:p>
        </p:txBody>
      </p:sp>
      <p:sp>
        <p:nvSpPr>
          <p:cNvPr id="62" name="TextBox 61">
            <a:extLst>
              <a:ext uri="{FF2B5EF4-FFF2-40B4-BE49-F238E27FC236}">
                <a16:creationId xmlns:a16="http://schemas.microsoft.com/office/drawing/2014/main" id="{02D25776-E2BD-8DDF-D293-D9A77A119110}"/>
              </a:ext>
            </a:extLst>
          </p:cNvPr>
          <p:cNvSpPr txBox="1"/>
          <p:nvPr/>
        </p:nvSpPr>
        <p:spPr bwMode="gray">
          <a:xfrm>
            <a:off x="9302620" y="1298905"/>
            <a:ext cx="1280160" cy="215444"/>
          </a:xfrm>
          <a:prstGeom prst="rect">
            <a:avLst/>
          </a:prstGeom>
          <a:noFill/>
        </p:spPr>
        <p:txBody>
          <a:bodyPr vert="horz" wrap="square" lIns="0" tIns="0" rIns="0" bIns="0" rtlCol="0">
            <a:spAutoFit/>
          </a:bodyPr>
          <a:lstStyle/>
          <a:p>
            <a:pPr algn="ctr">
              <a:spcBef>
                <a:spcPts val="600"/>
              </a:spcBef>
            </a:pPr>
            <a:r>
              <a:rPr lang="en-US" sz="1400" b="1">
                <a:solidFill>
                  <a:srgbClr val="3D3C38"/>
                </a:solidFill>
              </a:rPr>
              <a:t>CAT Measure</a:t>
            </a:r>
          </a:p>
        </p:txBody>
      </p:sp>
      <p:pic>
        <p:nvPicPr>
          <p:cNvPr id="63" name="Picture 62">
            <a:extLst>
              <a:ext uri="{FF2B5EF4-FFF2-40B4-BE49-F238E27FC236}">
                <a16:creationId xmlns:a16="http://schemas.microsoft.com/office/drawing/2014/main" id="{2BB9A60B-C8EA-46EC-DA2D-879B8798F9E5}"/>
              </a:ext>
              <a:ext uri="{C183D7F6-B498-43B3-948B-1728B52AA6E4}">
                <adec:decorative xmlns:adec="http://schemas.microsoft.com/office/drawing/2017/decorative" val="0"/>
              </a:ext>
            </a:extLst>
          </p:cNvPr>
          <p:cNvPicPr>
            <a:picLocks noChangeAspect="1"/>
          </p:cNvPicPr>
          <p:nvPr/>
        </p:nvPicPr>
        <p:blipFill>
          <a:blip r:embed="rId3">
            <a:extLst>
              <a:ext uri="{28A0092B-C50C-407E-A947-70E740481C1C}">
                <a14:useLocalDpi xmlns:a14="http://schemas.microsoft.com/office/drawing/2010/main" val="0"/>
              </a:ext>
            </a:extLst>
          </a:blip>
          <a:srcRect l="104" r="104"/>
          <a:stretch/>
        </p:blipFill>
        <p:spPr>
          <a:xfrm>
            <a:off x="8801318" y="1091121"/>
            <a:ext cx="547498" cy="548640"/>
          </a:xfrm>
          <a:prstGeom prst="rect">
            <a:avLst/>
          </a:prstGeom>
        </p:spPr>
      </p:pic>
      <p:pic>
        <p:nvPicPr>
          <p:cNvPr id="64" name="Picture 63">
            <a:extLst>
              <a:ext uri="{FF2B5EF4-FFF2-40B4-BE49-F238E27FC236}">
                <a16:creationId xmlns:a16="http://schemas.microsoft.com/office/drawing/2014/main" id="{CD0E25A6-E5B9-D07A-3FD7-030AEEE3EDB8}"/>
              </a:ext>
              <a:ext uri="{C183D7F6-B498-43B3-948B-1728B52AA6E4}">
                <adec:decorative xmlns:adec="http://schemas.microsoft.com/office/drawing/2017/decorative" val="0"/>
              </a:ext>
            </a:extLst>
          </p:cNvPr>
          <p:cNvPicPr>
            <a:picLocks noChangeAspect="1"/>
          </p:cNvPicPr>
          <p:nvPr/>
        </p:nvPicPr>
        <p:blipFill>
          <a:blip r:embed="rId4">
            <a:extLst>
              <a:ext uri="{28A0092B-C50C-407E-A947-70E740481C1C}">
                <a14:useLocalDpi xmlns:a14="http://schemas.microsoft.com/office/drawing/2010/main" val="0"/>
              </a:ext>
            </a:extLst>
          </a:blip>
          <a:srcRect l="156" r="156"/>
          <a:stretch/>
        </p:blipFill>
        <p:spPr bwMode="gray">
          <a:xfrm>
            <a:off x="1571469" y="1091121"/>
            <a:ext cx="546926" cy="548640"/>
          </a:xfrm>
          <a:prstGeom prst="rect">
            <a:avLst/>
          </a:prstGeom>
        </p:spPr>
      </p:pic>
      <p:pic>
        <p:nvPicPr>
          <p:cNvPr id="65" name="Picture 64">
            <a:extLst>
              <a:ext uri="{FF2B5EF4-FFF2-40B4-BE49-F238E27FC236}">
                <a16:creationId xmlns:a16="http://schemas.microsoft.com/office/drawing/2014/main" id="{AFC912C3-8265-D4C8-76B4-033FE1F751D8}"/>
              </a:ext>
              <a:ext uri="{C183D7F6-B498-43B3-948B-1728B52AA6E4}">
                <adec:decorative xmlns:adec="http://schemas.microsoft.com/office/drawing/2017/decorative" val="0"/>
              </a:ext>
            </a:extLst>
          </p:cNvPr>
          <p:cNvPicPr>
            <a:picLocks noChangeAspect="1"/>
          </p:cNvPicPr>
          <p:nvPr/>
        </p:nvPicPr>
        <p:blipFill>
          <a:blip r:embed="rId5">
            <a:extLst>
              <a:ext uri="{28A0092B-C50C-407E-A947-70E740481C1C}">
                <a14:useLocalDpi xmlns:a14="http://schemas.microsoft.com/office/drawing/2010/main" val="0"/>
              </a:ext>
            </a:extLst>
          </a:blip>
          <a:srcRect l="104" r="104"/>
          <a:stretch/>
        </p:blipFill>
        <p:spPr bwMode="gray">
          <a:xfrm>
            <a:off x="5326071" y="1088576"/>
            <a:ext cx="547498" cy="548640"/>
          </a:xfrm>
          <a:prstGeom prst="rect">
            <a:avLst/>
          </a:prstGeom>
        </p:spPr>
      </p:pic>
    </p:spTree>
    <p:extLst>
      <p:ext uri="{BB962C8B-B14F-4D97-AF65-F5344CB8AC3E}">
        <p14:creationId xmlns:p14="http://schemas.microsoft.com/office/powerpoint/2010/main" val="12696741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69EFD-803B-14D7-C91A-1E0F35281D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64D97C-A826-511D-2835-A00A74091373}"/>
              </a:ext>
            </a:extLst>
          </p:cNvPr>
          <p:cNvSpPr>
            <a:spLocks noGrp="1"/>
          </p:cNvSpPr>
          <p:nvPr>
            <p:ph type="title"/>
          </p:nvPr>
        </p:nvSpPr>
        <p:spPr/>
        <p:txBody>
          <a:bodyPr/>
          <a:lstStyle/>
          <a:p>
            <a:r>
              <a:rPr lang="en-US" dirty="0"/>
              <a:t>Skills Mapping (Non-voice CAT)</a:t>
            </a:r>
          </a:p>
        </p:txBody>
      </p:sp>
      <p:sp>
        <p:nvSpPr>
          <p:cNvPr id="3" name="Rectangle: Rounded Corners 2">
            <a:extLst>
              <a:ext uri="{FF2B5EF4-FFF2-40B4-BE49-F238E27FC236}">
                <a16:creationId xmlns:a16="http://schemas.microsoft.com/office/drawing/2014/main" id="{3F1DBB16-CA82-5FC6-F9F7-5CAE320E658A}"/>
              </a:ext>
            </a:extLst>
          </p:cNvPr>
          <p:cNvSpPr/>
          <p:nvPr/>
        </p:nvSpPr>
        <p:spPr>
          <a:xfrm>
            <a:off x="474669" y="1937617"/>
            <a:ext cx="3657600" cy="3436928"/>
          </a:xfrm>
          <a:prstGeom prst="roundRect">
            <a:avLst>
              <a:gd name="adj" fmla="val 10591"/>
            </a:avLst>
          </a:prstGeom>
          <a:solidFill>
            <a:srgbClr val="D9F6FA">
              <a:alpha val="5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a:solidFill>
                  <a:schemeClr val="accent3"/>
                </a:solidFill>
                <a:effectLst/>
                <a:ea typeface="Times New Roman" panose="02020603050405020304" pitchFamily="18" charset="0"/>
              </a:rPr>
              <a:t>Complete and Accurate Documentation</a:t>
            </a:r>
            <a:endParaRPr lang="en-US" sz="1200" u="sng">
              <a:solidFill>
                <a:schemeClr val="accent3"/>
              </a:solidFill>
            </a:endParaRPr>
          </a:p>
        </p:txBody>
      </p:sp>
      <p:sp>
        <p:nvSpPr>
          <p:cNvPr id="4" name="Rectangle: Rounded Corners 3">
            <a:extLst>
              <a:ext uri="{FF2B5EF4-FFF2-40B4-BE49-F238E27FC236}">
                <a16:creationId xmlns:a16="http://schemas.microsoft.com/office/drawing/2014/main" id="{3FE2BE54-42C7-DE47-0D5E-D31D5EAC0AF0}"/>
              </a:ext>
            </a:extLst>
          </p:cNvPr>
          <p:cNvSpPr/>
          <p:nvPr/>
        </p:nvSpPr>
        <p:spPr>
          <a:xfrm>
            <a:off x="4233477" y="1937617"/>
            <a:ext cx="3657600" cy="822960"/>
          </a:xfrm>
          <a:prstGeom prst="roundRect">
            <a:avLst>
              <a:gd name="adj" fmla="val 10591"/>
            </a:avLst>
          </a:prstGeom>
          <a:solidFill>
            <a:srgbClr val="FAF8F2">
              <a:alpha val="5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a:solidFill>
                  <a:schemeClr val="accent3"/>
                </a:solidFill>
              </a:rPr>
              <a:t>English Proficiency </a:t>
            </a:r>
          </a:p>
        </p:txBody>
      </p:sp>
      <p:sp>
        <p:nvSpPr>
          <p:cNvPr id="5" name="Rectangle: Rounded Corners 4">
            <a:extLst>
              <a:ext uri="{FF2B5EF4-FFF2-40B4-BE49-F238E27FC236}">
                <a16:creationId xmlns:a16="http://schemas.microsoft.com/office/drawing/2014/main" id="{2F5FC3C2-4640-1C30-60C2-0032CF16531D}"/>
              </a:ext>
            </a:extLst>
          </p:cNvPr>
          <p:cNvSpPr/>
          <p:nvPr/>
        </p:nvSpPr>
        <p:spPr>
          <a:xfrm>
            <a:off x="7992286" y="1937617"/>
            <a:ext cx="3657600" cy="822960"/>
          </a:xfrm>
          <a:prstGeom prst="roundRect">
            <a:avLst>
              <a:gd name="adj" fmla="val 10591"/>
            </a:avLst>
          </a:prstGeom>
          <a:solidFill>
            <a:srgbClr val="D9F6FA">
              <a:alpha val="5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a:solidFill>
                  <a:schemeClr val="accent3"/>
                </a:solidFill>
                <a:ea typeface="Times New Roman" panose="02020603050405020304" pitchFamily="18" charset="0"/>
              </a:rPr>
              <a:t>Correctness of Grammar</a:t>
            </a:r>
            <a:endParaRPr lang="en-US" sz="1200">
              <a:solidFill>
                <a:schemeClr val="accent3"/>
              </a:solidFill>
              <a:effectLst/>
              <a:ea typeface="Times New Roman" panose="02020603050405020304" pitchFamily="18" charset="0"/>
            </a:endParaRPr>
          </a:p>
        </p:txBody>
      </p:sp>
      <p:sp>
        <p:nvSpPr>
          <p:cNvPr id="7" name="Rectangle: Rounded Corners 6">
            <a:extLst>
              <a:ext uri="{FF2B5EF4-FFF2-40B4-BE49-F238E27FC236}">
                <a16:creationId xmlns:a16="http://schemas.microsoft.com/office/drawing/2014/main" id="{81495B86-601F-688B-CCDA-96906EF8E3FE}"/>
              </a:ext>
            </a:extLst>
          </p:cNvPr>
          <p:cNvSpPr/>
          <p:nvPr/>
        </p:nvSpPr>
        <p:spPr>
          <a:xfrm>
            <a:off x="4226734" y="2825331"/>
            <a:ext cx="3657600" cy="822960"/>
          </a:xfrm>
          <a:prstGeom prst="roundRect">
            <a:avLst>
              <a:gd name="adj" fmla="val 10591"/>
            </a:avLst>
          </a:prstGeom>
          <a:solidFill>
            <a:srgbClr val="FAF8F2">
              <a:alpha val="5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600"/>
              </a:spcBef>
            </a:pPr>
            <a:r>
              <a:rPr lang="en-US" sz="1200"/>
              <a:t>Information Accuracy</a:t>
            </a:r>
          </a:p>
        </p:txBody>
      </p:sp>
      <p:sp>
        <p:nvSpPr>
          <p:cNvPr id="8" name="Rectangle: Rounded Corners 7">
            <a:extLst>
              <a:ext uri="{FF2B5EF4-FFF2-40B4-BE49-F238E27FC236}">
                <a16:creationId xmlns:a16="http://schemas.microsoft.com/office/drawing/2014/main" id="{5EC12205-7212-DB19-D913-F4C42FB94C3B}"/>
              </a:ext>
            </a:extLst>
          </p:cNvPr>
          <p:cNvSpPr/>
          <p:nvPr/>
        </p:nvSpPr>
        <p:spPr>
          <a:xfrm>
            <a:off x="7985543" y="2815494"/>
            <a:ext cx="3657600" cy="822960"/>
          </a:xfrm>
          <a:prstGeom prst="roundRect">
            <a:avLst>
              <a:gd name="adj" fmla="val 10591"/>
            </a:avLst>
          </a:prstGeom>
          <a:solidFill>
            <a:srgbClr val="D9F6FA">
              <a:alpha val="5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a:solidFill>
                  <a:schemeClr val="accent3"/>
                </a:solidFill>
                <a:ea typeface="Times New Roman" panose="02020603050405020304" pitchFamily="18" charset="0"/>
              </a:rPr>
              <a:t>Professionalism and Formality, Spelling and Punctuation, Coherence of Thought</a:t>
            </a:r>
            <a:endParaRPr lang="en-US" sz="1200">
              <a:solidFill>
                <a:schemeClr val="accent3"/>
              </a:solidFill>
              <a:effectLst/>
              <a:ea typeface="Times New Roman" panose="02020603050405020304" pitchFamily="18" charset="0"/>
            </a:endParaRPr>
          </a:p>
        </p:txBody>
      </p:sp>
      <p:sp>
        <p:nvSpPr>
          <p:cNvPr id="10" name="Rectangle: Rounded Corners 9">
            <a:extLst>
              <a:ext uri="{FF2B5EF4-FFF2-40B4-BE49-F238E27FC236}">
                <a16:creationId xmlns:a16="http://schemas.microsoft.com/office/drawing/2014/main" id="{41A17256-1EEF-E09D-DCCA-08200CD182A3}"/>
              </a:ext>
            </a:extLst>
          </p:cNvPr>
          <p:cNvSpPr/>
          <p:nvPr/>
        </p:nvSpPr>
        <p:spPr>
          <a:xfrm>
            <a:off x="4240220" y="3693376"/>
            <a:ext cx="3657600" cy="822960"/>
          </a:xfrm>
          <a:prstGeom prst="roundRect">
            <a:avLst>
              <a:gd name="adj" fmla="val 10591"/>
            </a:avLst>
          </a:prstGeom>
          <a:solidFill>
            <a:srgbClr val="FAF8F2">
              <a:alpha val="5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a:solidFill>
                  <a:schemeClr val="accent3"/>
                </a:solidFill>
              </a:rPr>
              <a:t>Completeness of Documentation</a:t>
            </a:r>
          </a:p>
        </p:txBody>
      </p:sp>
      <p:sp>
        <p:nvSpPr>
          <p:cNvPr id="11" name="Rectangle: Rounded Corners 10">
            <a:extLst>
              <a:ext uri="{FF2B5EF4-FFF2-40B4-BE49-F238E27FC236}">
                <a16:creationId xmlns:a16="http://schemas.microsoft.com/office/drawing/2014/main" id="{8A1F79D5-2221-32E6-474F-502068A81E2C}"/>
              </a:ext>
            </a:extLst>
          </p:cNvPr>
          <p:cNvSpPr/>
          <p:nvPr/>
        </p:nvSpPr>
        <p:spPr>
          <a:xfrm>
            <a:off x="7999029" y="3683540"/>
            <a:ext cx="3657600" cy="822960"/>
          </a:xfrm>
          <a:prstGeom prst="roundRect">
            <a:avLst>
              <a:gd name="adj" fmla="val 10591"/>
            </a:avLst>
          </a:prstGeom>
          <a:solidFill>
            <a:srgbClr val="D9F6FA">
              <a:alpha val="5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a:solidFill>
                  <a:schemeClr val="accent3"/>
                </a:solidFill>
                <a:ea typeface="Times New Roman" panose="02020603050405020304" pitchFamily="18" charset="0"/>
              </a:rPr>
              <a:t>Spelling and Punctuation, Coherence of Thought</a:t>
            </a:r>
          </a:p>
        </p:txBody>
      </p:sp>
      <p:sp>
        <p:nvSpPr>
          <p:cNvPr id="13" name="Rectangle: Rounded Corners 12">
            <a:extLst>
              <a:ext uri="{FF2B5EF4-FFF2-40B4-BE49-F238E27FC236}">
                <a16:creationId xmlns:a16="http://schemas.microsoft.com/office/drawing/2014/main" id="{82D86153-2370-4F9E-ED3E-9C19F9B1DC1F}"/>
              </a:ext>
            </a:extLst>
          </p:cNvPr>
          <p:cNvSpPr/>
          <p:nvPr/>
        </p:nvSpPr>
        <p:spPr>
          <a:xfrm>
            <a:off x="4233477" y="4561421"/>
            <a:ext cx="3657600" cy="822960"/>
          </a:xfrm>
          <a:prstGeom prst="roundRect">
            <a:avLst>
              <a:gd name="adj" fmla="val 10591"/>
            </a:avLst>
          </a:prstGeom>
          <a:solidFill>
            <a:srgbClr val="FAF8F2">
              <a:alpha val="5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600"/>
              </a:spcBef>
            </a:pPr>
            <a:r>
              <a:rPr lang="en-US" sz="1200"/>
              <a:t>Attention to Detail</a:t>
            </a:r>
          </a:p>
        </p:txBody>
      </p:sp>
      <p:sp>
        <p:nvSpPr>
          <p:cNvPr id="14" name="Rectangle: Rounded Corners 13">
            <a:extLst>
              <a:ext uri="{FF2B5EF4-FFF2-40B4-BE49-F238E27FC236}">
                <a16:creationId xmlns:a16="http://schemas.microsoft.com/office/drawing/2014/main" id="{ADA25E46-EAE2-C281-5AA1-0125F317312E}"/>
              </a:ext>
            </a:extLst>
          </p:cNvPr>
          <p:cNvSpPr/>
          <p:nvPr/>
        </p:nvSpPr>
        <p:spPr>
          <a:xfrm>
            <a:off x="7992286" y="4551585"/>
            <a:ext cx="3657600" cy="822960"/>
          </a:xfrm>
          <a:prstGeom prst="roundRect">
            <a:avLst>
              <a:gd name="adj" fmla="val 10591"/>
            </a:avLst>
          </a:prstGeom>
          <a:solidFill>
            <a:srgbClr val="D9F6FA">
              <a:alpha val="5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a:solidFill>
                  <a:schemeClr val="accent3"/>
                </a:solidFill>
                <a:ea typeface="Times New Roman" panose="02020603050405020304" pitchFamily="18" charset="0"/>
              </a:rPr>
              <a:t>Professionalism and Formality, Coherence of Thought</a:t>
            </a:r>
            <a:endParaRPr lang="en-US" sz="1200">
              <a:solidFill>
                <a:schemeClr val="accent3"/>
              </a:solidFill>
              <a:effectLst/>
              <a:ea typeface="Times New Roman" panose="02020603050405020304" pitchFamily="18" charset="0"/>
            </a:endParaRPr>
          </a:p>
        </p:txBody>
      </p:sp>
      <p:sp>
        <p:nvSpPr>
          <p:cNvPr id="21" name="TextBox 20">
            <a:extLst>
              <a:ext uri="{FF2B5EF4-FFF2-40B4-BE49-F238E27FC236}">
                <a16:creationId xmlns:a16="http://schemas.microsoft.com/office/drawing/2014/main" id="{4D5C86E5-2875-BEAC-DF2F-F4D2D1690E7B}"/>
              </a:ext>
            </a:extLst>
          </p:cNvPr>
          <p:cNvSpPr txBox="1"/>
          <p:nvPr/>
        </p:nvSpPr>
        <p:spPr bwMode="gray">
          <a:xfrm>
            <a:off x="1749956" y="1564377"/>
            <a:ext cx="1280160" cy="215444"/>
          </a:xfrm>
          <a:prstGeom prst="rect">
            <a:avLst/>
          </a:prstGeom>
          <a:noFill/>
        </p:spPr>
        <p:txBody>
          <a:bodyPr vert="horz" wrap="square" lIns="0" tIns="0" rIns="0" bIns="0" rtlCol="0">
            <a:spAutoFit/>
          </a:bodyPr>
          <a:lstStyle/>
          <a:p>
            <a:pPr algn="ctr">
              <a:spcBef>
                <a:spcPts val="600"/>
              </a:spcBef>
            </a:pPr>
            <a:r>
              <a:rPr lang="en-US" sz="1400" b="1">
                <a:solidFill>
                  <a:schemeClr val="accent6"/>
                </a:solidFill>
              </a:rPr>
              <a:t>Task</a:t>
            </a:r>
          </a:p>
        </p:txBody>
      </p:sp>
      <p:sp>
        <p:nvSpPr>
          <p:cNvPr id="22" name="TextBox 21">
            <a:extLst>
              <a:ext uri="{FF2B5EF4-FFF2-40B4-BE49-F238E27FC236}">
                <a16:creationId xmlns:a16="http://schemas.microsoft.com/office/drawing/2014/main" id="{CB924493-5BF2-2432-6807-80F17602AA03}"/>
              </a:ext>
            </a:extLst>
          </p:cNvPr>
          <p:cNvSpPr txBox="1"/>
          <p:nvPr/>
        </p:nvSpPr>
        <p:spPr bwMode="gray">
          <a:xfrm>
            <a:off x="5531967" y="1564377"/>
            <a:ext cx="1280160" cy="215444"/>
          </a:xfrm>
          <a:prstGeom prst="rect">
            <a:avLst/>
          </a:prstGeom>
          <a:noFill/>
        </p:spPr>
        <p:txBody>
          <a:bodyPr vert="horz" wrap="square" lIns="0" tIns="0" rIns="0" bIns="0" rtlCol="0">
            <a:spAutoFit/>
          </a:bodyPr>
          <a:lstStyle/>
          <a:p>
            <a:pPr algn="ctr">
              <a:spcBef>
                <a:spcPts val="600"/>
              </a:spcBef>
            </a:pPr>
            <a:r>
              <a:rPr lang="en-US" sz="1400" b="1">
                <a:solidFill>
                  <a:schemeClr val="accent6"/>
                </a:solidFill>
              </a:rPr>
              <a:t>Skill</a:t>
            </a:r>
          </a:p>
        </p:txBody>
      </p:sp>
      <p:sp>
        <p:nvSpPr>
          <p:cNvPr id="23" name="TextBox 22">
            <a:extLst>
              <a:ext uri="{FF2B5EF4-FFF2-40B4-BE49-F238E27FC236}">
                <a16:creationId xmlns:a16="http://schemas.microsoft.com/office/drawing/2014/main" id="{F8D84C0C-32DA-E92E-F87B-ED5F07C7F2AB}"/>
              </a:ext>
            </a:extLst>
          </p:cNvPr>
          <p:cNvSpPr txBox="1"/>
          <p:nvPr/>
        </p:nvSpPr>
        <p:spPr bwMode="gray">
          <a:xfrm>
            <a:off x="9302620" y="1564377"/>
            <a:ext cx="1280160" cy="215444"/>
          </a:xfrm>
          <a:prstGeom prst="rect">
            <a:avLst/>
          </a:prstGeom>
          <a:noFill/>
        </p:spPr>
        <p:txBody>
          <a:bodyPr vert="horz" wrap="square" lIns="0" tIns="0" rIns="0" bIns="0" rtlCol="0">
            <a:spAutoFit/>
          </a:bodyPr>
          <a:lstStyle/>
          <a:p>
            <a:pPr algn="ctr">
              <a:spcBef>
                <a:spcPts val="600"/>
              </a:spcBef>
            </a:pPr>
            <a:r>
              <a:rPr lang="en-US" sz="1400" b="1">
                <a:solidFill>
                  <a:schemeClr val="accent6"/>
                </a:solidFill>
              </a:rPr>
              <a:t>CAT Measure</a:t>
            </a:r>
          </a:p>
        </p:txBody>
      </p:sp>
      <p:pic>
        <p:nvPicPr>
          <p:cNvPr id="24" name="Picture 23">
            <a:extLst>
              <a:ext uri="{FF2B5EF4-FFF2-40B4-BE49-F238E27FC236}">
                <a16:creationId xmlns:a16="http://schemas.microsoft.com/office/drawing/2014/main" id="{9D4371BB-3018-657C-48BF-DCCC85230698}"/>
              </a:ext>
              <a:ext uri="{C183D7F6-B498-43B3-948B-1728B52AA6E4}">
                <adec:decorative xmlns:adec="http://schemas.microsoft.com/office/drawing/2017/decorative" val="0"/>
              </a:ext>
            </a:extLst>
          </p:cNvPr>
          <p:cNvPicPr>
            <a:picLocks noChangeAspect="1"/>
          </p:cNvPicPr>
          <p:nvPr/>
        </p:nvPicPr>
        <p:blipFill>
          <a:blip r:embed="rId2">
            <a:extLst>
              <a:ext uri="{28A0092B-C50C-407E-A947-70E740481C1C}">
                <a14:useLocalDpi xmlns:a14="http://schemas.microsoft.com/office/drawing/2010/main" val="0"/>
              </a:ext>
            </a:extLst>
          </a:blip>
          <a:srcRect l="104" r="104"/>
          <a:stretch/>
        </p:blipFill>
        <p:spPr>
          <a:xfrm>
            <a:off x="8801318" y="1356593"/>
            <a:ext cx="547498" cy="548640"/>
          </a:xfrm>
          <a:prstGeom prst="rect">
            <a:avLst/>
          </a:prstGeom>
        </p:spPr>
      </p:pic>
      <p:pic>
        <p:nvPicPr>
          <p:cNvPr id="25" name="Picture 24">
            <a:extLst>
              <a:ext uri="{FF2B5EF4-FFF2-40B4-BE49-F238E27FC236}">
                <a16:creationId xmlns:a16="http://schemas.microsoft.com/office/drawing/2014/main" id="{70D04220-BB1B-A5B7-F44C-B16FD8EB0F6D}"/>
              </a:ext>
              <a:ext uri="{C183D7F6-B498-43B3-948B-1728B52AA6E4}">
                <adec:decorative xmlns:adec="http://schemas.microsoft.com/office/drawing/2017/decorative" val="0"/>
              </a:ext>
            </a:extLst>
          </p:cNvPr>
          <p:cNvPicPr>
            <a:picLocks noChangeAspect="1"/>
          </p:cNvPicPr>
          <p:nvPr/>
        </p:nvPicPr>
        <p:blipFill>
          <a:blip r:embed="rId3">
            <a:extLst>
              <a:ext uri="{28A0092B-C50C-407E-A947-70E740481C1C}">
                <a14:useLocalDpi xmlns:a14="http://schemas.microsoft.com/office/drawing/2010/main" val="0"/>
              </a:ext>
            </a:extLst>
          </a:blip>
          <a:srcRect l="156" r="156"/>
          <a:stretch/>
        </p:blipFill>
        <p:spPr bwMode="gray">
          <a:xfrm>
            <a:off x="1571469" y="1356593"/>
            <a:ext cx="546926" cy="548640"/>
          </a:xfrm>
          <a:prstGeom prst="rect">
            <a:avLst/>
          </a:prstGeom>
        </p:spPr>
      </p:pic>
      <p:pic>
        <p:nvPicPr>
          <p:cNvPr id="26" name="Picture 25">
            <a:extLst>
              <a:ext uri="{FF2B5EF4-FFF2-40B4-BE49-F238E27FC236}">
                <a16:creationId xmlns:a16="http://schemas.microsoft.com/office/drawing/2014/main" id="{61459F36-8333-E20F-C119-CB615EC81DA4}"/>
              </a:ext>
              <a:ext uri="{C183D7F6-B498-43B3-948B-1728B52AA6E4}">
                <adec:decorative xmlns:adec="http://schemas.microsoft.com/office/drawing/2017/decorative" val="0"/>
              </a:ext>
            </a:extLst>
          </p:cNvPr>
          <p:cNvPicPr>
            <a:picLocks noChangeAspect="1"/>
          </p:cNvPicPr>
          <p:nvPr/>
        </p:nvPicPr>
        <p:blipFill>
          <a:blip r:embed="rId4">
            <a:extLst>
              <a:ext uri="{28A0092B-C50C-407E-A947-70E740481C1C}">
                <a14:useLocalDpi xmlns:a14="http://schemas.microsoft.com/office/drawing/2010/main" val="0"/>
              </a:ext>
            </a:extLst>
          </a:blip>
          <a:srcRect l="104" r="104"/>
          <a:stretch/>
        </p:blipFill>
        <p:spPr bwMode="gray">
          <a:xfrm>
            <a:off x="5326071" y="1354048"/>
            <a:ext cx="547498" cy="548640"/>
          </a:xfrm>
          <a:prstGeom prst="rect">
            <a:avLst/>
          </a:prstGeom>
        </p:spPr>
      </p:pic>
    </p:spTree>
    <p:extLst>
      <p:ext uri="{BB962C8B-B14F-4D97-AF65-F5344CB8AC3E}">
        <p14:creationId xmlns:p14="http://schemas.microsoft.com/office/powerpoint/2010/main" val="3638952615"/>
      </p:ext>
    </p:extLst>
  </p:cSld>
  <p:clrMapOvr>
    <a:masterClrMapping/>
  </p:clrMapOvr>
</p:sld>
</file>

<file path=ppt/theme/theme1.xml><?xml version="1.0" encoding="utf-8"?>
<a:theme xmlns:a="http://schemas.openxmlformats.org/drawingml/2006/main" name="Optum Theme">
  <a:themeElements>
    <a:clrScheme name="Optum Color Palette 2025">
      <a:dk1>
        <a:srgbClr val="3D3C38"/>
      </a:dk1>
      <a:lt1>
        <a:srgbClr val="FFFFFF"/>
      </a:lt1>
      <a:dk2>
        <a:srgbClr val="FF612B"/>
      </a:dk2>
      <a:lt2>
        <a:srgbClr val="FAF8F2"/>
      </a:lt2>
      <a:accent1>
        <a:srgbClr val="3D3C38"/>
      </a:accent1>
      <a:accent2>
        <a:srgbClr val="3D3C38"/>
      </a:accent2>
      <a:accent3>
        <a:srgbClr val="3D3C38"/>
      </a:accent3>
      <a:accent4>
        <a:srgbClr val="3D3C38"/>
      </a:accent4>
      <a:accent5>
        <a:srgbClr val="D9F6FA"/>
      </a:accent5>
      <a:accent6>
        <a:srgbClr val="3D3C38"/>
      </a:accent6>
      <a:hlink>
        <a:srgbClr val="0C55B8"/>
      </a:hlink>
      <a:folHlink>
        <a:srgbClr val="3D3C38"/>
      </a:folHlink>
    </a:clrScheme>
    <a:fontScheme name="Optum Microsoft">
      <a:majorFont>
        <a:latin typeface="Georgia Pro"/>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2"/>
        </a:solidFill>
        <a:ln cap="rnd">
          <a:noFill/>
          <a:roun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rtl="0" eaLnBrk="1" fontAlgn="auto" hangingPunct="1">
          <a:lnSpc>
            <a:spcPct val="100000"/>
          </a:lnSpc>
          <a:spcBef>
            <a:spcPts val="600"/>
          </a:spcBef>
          <a:spcAft>
            <a:spcPts val="0"/>
          </a:spcAft>
          <a:defRPr sz="1400" b="0" i="0" u="none" baseline="0" dirty="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19050" cap="rnd">
          <a:solidFill>
            <a:schemeClr val="accent6"/>
          </a:solidFill>
          <a:round/>
          <a:headEnd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bwMode="gray">
        <a:noFill/>
      </a:spPr>
      <a:bodyPr vert="horz" wrap="square" lIns="0" tIns="0" rIns="0" bIns="0" rtlCol="0">
        <a:spAutoFit/>
      </a:bodyPr>
      <a:lstStyle>
        <a:defPPr algn="l">
          <a:spcBef>
            <a:spcPts val="600"/>
          </a:spcBef>
          <a:defRPr sz="1400" dirty="0"/>
        </a:defPPr>
      </a:lstStyle>
    </a:txDef>
  </a:objectDefaults>
  <a:extraClrSchemeLst>
    <a:extraClrScheme>
      <a:clrScheme name="Optum Color Palette 2025">
        <a:dk1>
          <a:srgbClr val="3D3C38"/>
        </a:dk1>
        <a:lt1>
          <a:srgbClr val="FFFFFF"/>
        </a:lt1>
        <a:dk2>
          <a:srgbClr val="FF612B"/>
        </a:dk2>
        <a:lt2>
          <a:srgbClr val="FAF8F2"/>
        </a:lt2>
        <a:accent1>
          <a:srgbClr val="3D3C38"/>
        </a:accent1>
        <a:accent2>
          <a:srgbClr val="3D3C38"/>
        </a:accent2>
        <a:accent3>
          <a:srgbClr val="3D3C38"/>
        </a:accent3>
        <a:accent4>
          <a:srgbClr val="3D3C38"/>
        </a:accent4>
        <a:accent5>
          <a:srgbClr val="D9F6FA"/>
        </a:accent5>
        <a:accent6>
          <a:srgbClr val="3D3C38"/>
        </a:accent6>
        <a:hlink>
          <a:srgbClr val="0C55B8"/>
        </a:hlink>
        <a:folHlink>
          <a:srgbClr val="3D3C38"/>
        </a:folHlink>
      </a:clrScheme>
    </a:extraClrScheme>
  </a:extraClrSchemeLst>
  <a:custClrLst>
    <a:custClr name="Turquoise 60">
      <a:srgbClr val="15A796"/>
    </a:custClr>
    <a:custClr name="Pink 60">
      <a:srgbClr val="C72887"/>
    </a:custClr>
    <a:custClr name="Purple 60">
      <a:srgbClr val="8061BC"/>
    </a:custClr>
    <a:custClr name="Tangerine 60">
      <a:srgbClr val="E4780C"/>
    </a:custClr>
    <a:custClr name="Sapphire 60">
      <a:srgbClr val="1E82CB"/>
    </a:custClr>
    <a:custClr name="Gray 60">
      <a:srgbClr val="7D7F81"/>
    </a:custClr>
    <a:custClr name="Blank">
      <a:srgbClr val="FFFFFF"/>
    </a:custClr>
    <a:custClr name="Dawn Orange">
      <a:srgbClr val="FFD1AB"/>
    </a:custClr>
    <a:custClr name="Sunset Orange">
      <a:srgbClr val="F9A667"/>
    </a:custClr>
    <a:custClr name="Dark Orange">
      <a:srgbClr val="D74120"/>
    </a:custClr>
    <a:custClr name="Turquoise 20">
      <a:srgbClr val="AEE2D5"/>
    </a:custClr>
    <a:custClr name="Pink 20">
      <a:srgbClr val="F6BCDC"/>
    </a:custClr>
    <a:custClr name="Purple 20">
      <a:srgbClr val="D9CFEB"/>
    </a:custClr>
    <a:custClr name="Tangerine 20">
      <a:srgbClr val="FFD7B3"/>
    </a:custClr>
    <a:custClr name="Sapphire 20">
      <a:srgbClr val="C4DFF6"/>
    </a:custClr>
    <a:custClr name="Gray 20">
      <a:srgbClr val="E5E5E6"/>
    </a:custClr>
    <a:custClr name="Blank">
      <a:srgbClr val="FFFFFF"/>
    </a:custClr>
    <a:custClr name="Blank">
      <a:srgbClr val="FFFFFF"/>
    </a:custClr>
    <a:custClr name="Blank">
      <a:srgbClr val="FFFFFF"/>
    </a:custClr>
    <a:custClr name="Horizon">
      <a:srgbClr val="EDE8E0"/>
    </a:custClr>
    <a:custClr name="Turquoise 50">
      <a:srgbClr val="4EC3AD"/>
    </a:custClr>
    <a:custClr name="Pink 40">
      <a:srgbClr val="E676BA"/>
    </a:custClr>
    <a:custClr name="Purple 40">
      <a:srgbClr val="B3A0D7"/>
    </a:custClr>
    <a:custClr name="Tangerine 40">
      <a:srgbClr val="FFAC61"/>
    </a:custClr>
    <a:custClr name="Sapphire 40">
      <a:srgbClr val="83C0EC"/>
    </a:custClr>
    <a:custClr name="Gray 40">
      <a:srgbClr val="B1B2B4"/>
    </a:custClr>
    <a:custClr name="Blank">
      <a:srgbClr val="FFFFFF"/>
    </a:custClr>
    <a:custClr name="Red 80">
      <a:srgbClr val="C40000"/>
    </a:custClr>
    <a:custClr name="Yellow 20">
      <a:srgbClr val="FFF84F"/>
    </a:custClr>
    <a:custClr name="Green 40">
      <a:srgbClr val="61D661"/>
    </a:custClr>
    <a:custClr name="Turquoise 60">
      <a:srgbClr val="15A796"/>
    </a:custClr>
    <a:custClr name="Pink 60">
      <a:srgbClr val="C72887"/>
    </a:custClr>
    <a:custClr name="Purple 60">
      <a:srgbClr val="8061BC"/>
    </a:custClr>
    <a:custClr name="Tangerine 60">
      <a:srgbClr val="E4780C"/>
    </a:custClr>
    <a:custClr name="Sapphire 60">
      <a:srgbClr val="1E82CB"/>
    </a:custClr>
    <a:custClr name="Gray 60">
      <a:srgbClr val="7D7F81"/>
    </a:custClr>
    <a:custClr name="Blank">
      <a:srgbClr val="FFFFFF"/>
    </a:custClr>
    <a:custClr name="Blank">
      <a:srgbClr val="FFFFFF"/>
    </a:custClr>
    <a:custClr name="Yellow Outline">
      <a:srgbClr val="AD8D01"/>
    </a:custClr>
    <a:custClr name="Green Outline">
      <a:srgbClr val="03AB03"/>
    </a:custClr>
    <a:custClr name="Turquoise 80">
      <a:srgbClr val="218371"/>
    </a:custClr>
    <a:custClr name="Pink 80">
      <a:srgbClr val="8C195E"/>
    </a:custClr>
    <a:custClr name="Purple 80">
      <a:srgbClr val="422C88"/>
    </a:custClr>
    <a:custClr name="Tangerine 80">
      <a:srgbClr val="B85B06"/>
    </a:custClr>
    <a:custClr name="Sapphire 80">
      <a:srgbClr val="155C8E"/>
    </a:custClr>
    <a:custClr name="Gray 80">
      <a:srgbClr val="4B4D4F"/>
    </a:custClr>
    <a:custClr name="Blank">
      <a:srgbClr val="FFFFFF"/>
    </a:custClr>
    <a:custClr name="Blank">
      <a:srgbClr val="FFFFFF"/>
    </a:custClr>
    <a:custClr name="Blank">
      <a:srgbClr val="FFFFFF"/>
    </a:custClr>
    <a:custClr name="Blank">
      <a:srgbClr val="FFFFFF"/>
    </a:custClr>
  </a:custClrLst>
  <a:extLst>
    <a:ext uri="{05A4C25C-085E-4340-85A3-A5531E510DB2}">
      <thm15:themeFamily xmlns:thm15="http://schemas.microsoft.com/office/thememl/2012/main" name="RESOURCE optum-onscreen-glg-20251215.potx" id="{8A9D9B45-1B82-4AB2-BA72-625342EF3797}" vid="{A2F1233A-C56C-4441-BB44-68EE35CC511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ptum Color Palette 2025">
    <a:dk1>
      <a:srgbClr val="3D3C38"/>
    </a:dk1>
    <a:lt1>
      <a:srgbClr val="FFFFFF"/>
    </a:lt1>
    <a:dk2>
      <a:srgbClr val="FF612B"/>
    </a:dk2>
    <a:lt2>
      <a:srgbClr val="FAF8F2"/>
    </a:lt2>
    <a:accent1>
      <a:srgbClr val="3D3C38"/>
    </a:accent1>
    <a:accent2>
      <a:srgbClr val="3D3C38"/>
    </a:accent2>
    <a:accent3>
      <a:srgbClr val="3D3C38"/>
    </a:accent3>
    <a:accent4>
      <a:srgbClr val="3D3C38"/>
    </a:accent4>
    <a:accent5>
      <a:srgbClr val="D9F6FA"/>
    </a:accent5>
    <a:accent6>
      <a:srgbClr val="3D3C38"/>
    </a:accent6>
    <a:hlink>
      <a:srgbClr val="0C55B8"/>
    </a:hlink>
    <a:folHlink>
      <a:srgbClr val="3D3C38"/>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E1E0C5DBC420644BA118E4750EA7514" ma:contentTypeVersion="13" ma:contentTypeDescription="Create a new document." ma:contentTypeScope="" ma:versionID="cdca26b08dae63c81891e44db4681405">
  <xsd:schema xmlns:xsd="http://www.w3.org/2001/XMLSchema" xmlns:xs="http://www.w3.org/2001/XMLSchema" xmlns:p="http://schemas.microsoft.com/office/2006/metadata/properties" xmlns:ns2="9fa6636d-6b8f-419c-ade7-a155156dcf89" xmlns:ns3="b622aa33-57fa-4880-ad5a-a7ec332fc7bb" targetNamespace="http://schemas.microsoft.com/office/2006/metadata/properties" ma:root="true" ma:fieldsID="8c370d5f4d12d345b513f1494c4ccf92" ns2:_="" ns3:_="">
    <xsd:import namespace="9fa6636d-6b8f-419c-ade7-a155156dcf89"/>
    <xsd:import namespace="b622aa33-57fa-4880-ad5a-a7ec332fc7b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MediaServiceBillingMetadata"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fa6636d-6b8f-419c-ade7-a155156dcf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BillingMetadata" ma:index="16" nillable="true" ma:displayName="MediaServiceBillingMetadata" ma:hidden="true" ma:internalName="MediaServiceBillingMetadata" ma:readOnly="true">
      <xsd:simpleType>
        <xsd:restriction base="dms:Note"/>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2a6b2b66-40d8-4e06-8a39-adc3ecd4519b"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622aa33-57fa-4880-ad5a-a7ec332fc7bb"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f5996f97-0df1-46bc-b433-efd5449d1d5d}" ma:internalName="TaxCatchAll" ma:showField="CatchAllData" ma:web="b622aa33-57fa-4880-ad5a-a7ec332fc7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9fa6636d-6b8f-419c-ade7-a155156dcf89">
      <Terms xmlns="http://schemas.microsoft.com/office/infopath/2007/PartnerControls"/>
    </lcf76f155ced4ddcb4097134ff3c332f>
    <TaxCatchAll xmlns="b622aa33-57fa-4880-ad5a-a7ec332fc7bb" xsi:nil="true"/>
  </documentManagement>
</p:properties>
</file>

<file path=customXml/itemProps1.xml><?xml version="1.0" encoding="utf-8"?>
<ds:datastoreItem xmlns:ds="http://schemas.openxmlformats.org/officeDocument/2006/customXml" ds:itemID="{24F637D0-9C7A-4D79-8204-872F5FFB207F}"/>
</file>

<file path=customXml/itemProps2.xml><?xml version="1.0" encoding="utf-8"?>
<ds:datastoreItem xmlns:ds="http://schemas.openxmlformats.org/officeDocument/2006/customXml" ds:itemID="{87B338B2-F06E-4AD4-9277-58D9331D5948}"/>
</file>

<file path=customXml/itemProps3.xml><?xml version="1.0" encoding="utf-8"?>
<ds:datastoreItem xmlns:ds="http://schemas.openxmlformats.org/officeDocument/2006/customXml" ds:itemID="{84263D4D-171B-4E5C-A9CA-91CA2ED7DA75}"/>
</file>

<file path=docProps/app.xml><?xml version="1.0" encoding="utf-8"?>
<Properties xmlns="http://schemas.openxmlformats.org/officeDocument/2006/extended-properties" xmlns:vt="http://schemas.openxmlformats.org/officeDocument/2006/docPropsVTypes">
  <TotalTime>398</TotalTime>
  <Words>1544</Words>
  <Application>Microsoft Office PowerPoint</Application>
  <PresentationFormat>Widescreen</PresentationFormat>
  <Paragraphs>304</Paragraphs>
  <Slides>12</Slides>
  <Notes>4</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12</vt:i4>
      </vt:variant>
    </vt:vector>
  </HeadingPairs>
  <TitlesOfParts>
    <vt:vector size="23" baseType="lpstr">
      <vt:lpstr>Aptos</vt:lpstr>
      <vt:lpstr>Arial</vt:lpstr>
      <vt:lpstr>Arial MT Pro</vt:lpstr>
      <vt:lpstr>Arial MT Pro Bold</vt:lpstr>
      <vt:lpstr>Arial MT Pro Italics</vt:lpstr>
      <vt:lpstr>Calibri</vt:lpstr>
      <vt:lpstr>Georgia Pro</vt:lpstr>
      <vt:lpstr>Times New Roman</vt:lpstr>
      <vt:lpstr>Wingdings</vt:lpstr>
      <vt:lpstr>Optum Theme</vt:lpstr>
      <vt:lpstr>Office Theme</vt:lpstr>
      <vt:lpstr>Communication Aptitude Test (CAT)</vt:lpstr>
      <vt:lpstr>Communication Aptitude Test (CAT)</vt:lpstr>
      <vt:lpstr>CAT Assessment Structure</vt:lpstr>
      <vt:lpstr>Voice CAT Endorsement Process</vt:lpstr>
      <vt:lpstr>Non-voice CAT Endorsement Process (Email)</vt:lpstr>
      <vt:lpstr>Non-voice CAT Endorsement Process (Chat)</vt:lpstr>
      <vt:lpstr>PowerPoint Presentation</vt:lpstr>
      <vt:lpstr>Scenario Mapping Voice CAT</vt:lpstr>
      <vt:lpstr>Voice CAT Parameters</vt:lpstr>
      <vt:lpstr>Non-voice CAT Parameters</vt:lpstr>
      <vt:lpstr>Skills Mapping (Voice CAT)</vt:lpstr>
      <vt:lpstr>Skills Mapping (Non-voice CAT)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Dimapindan, Kristelle Joy M</dc:creator>
  <cp:lastModifiedBy>Dimapindan, Kristelle Joy M</cp:lastModifiedBy>
  <cp:revision>37</cp:revision>
  <dcterms:created xsi:type="dcterms:W3CDTF">2026-03-02T04:34:51Z</dcterms:created>
  <dcterms:modified xsi:type="dcterms:W3CDTF">2026-05-05T15:29:27Z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10eab11-f9db-49ae-a11f-d1cb7a96399a_Enabled">
    <vt:lpwstr>true</vt:lpwstr>
  </property>
  <property fmtid="{D5CDD505-2E9C-101B-9397-08002B2CF9AE}" pid="3" name="MSIP_Label_c10eab11-f9db-49ae-a11f-d1cb7a96399a_SetDate">
    <vt:lpwstr>2026-03-02T04:38:15Z</vt:lpwstr>
  </property>
  <property fmtid="{D5CDD505-2E9C-101B-9397-08002B2CF9AE}" pid="4" name="MSIP_Label_c10eab11-f9db-49ae-a11f-d1cb7a96399a_Method">
    <vt:lpwstr>Standard</vt:lpwstr>
  </property>
  <property fmtid="{D5CDD505-2E9C-101B-9397-08002B2CF9AE}" pid="5" name="MSIP_Label_c10eab11-f9db-49ae-a11f-d1cb7a96399a_Name">
    <vt:lpwstr>Protected Info</vt:lpwstr>
  </property>
  <property fmtid="{D5CDD505-2E9C-101B-9397-08002B2CF9AE}" pid="6" name="MSIP_Label_c10eab11-f9db-49ae-a11f-d1cb7a96399a_SiteId">
    <vt:lpwstr>db05faca-c82a-4b9d-b9c5-0f64b6755421</vt:lpwstr>
  </property>
  <property fmtid="{D5CDD505-2E9C-101B-9397-08002B2CF9AE}" pid="7" name="MSIP_Label_c10eab11-f9db-49ae-a11f-d1cb7a96399a_ActionId">
    <vt:lpwstr>d50f8056-d9a0-4092-a9fe-feacde678539</vt:lpwstr>
  </property>
  <property fmtid="{D5CDD505-2E9C-101B-9397-08002B2CF9AE}" pid="8" name="MSIP_Label_c10eab11-f9db-49ae-a11f-d1cb7a96399a_ContentBits">
    <vt:lpwstr>0</vt:lpwstr>
  </property>
  <property fmtid="{D5CDD505-2E9C-101B-9397-08002B2CF9AE}" pid="9" name="MSIP_Label_c10eab11-f9db-49ae-a11f-d1cb7a96399a_Tag">
    <vt:lpwstr>10, 1, 2, 1</vt:lpwstr>
  </property>
  <property fmtid="{D5CDD505-2E9C-101B-9397-08002B2CF9AE}" pid="10" name="ContentTypeId">
    <vt:lpwstr>0x0101002E1E0C5DBC420644BA118E4750EA7514</vt:lpwstr>
  </property>
</Properties>
</file>